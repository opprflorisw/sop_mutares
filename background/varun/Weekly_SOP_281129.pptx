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10"/>
  </p:notesMasterIdLst>
  <p:sldIdLst>
    <p:sldId id="9324" r:id="rId3"/>
    <p:sldId id="1817606787" r:id="rId4"/>
    <p:sldId id="1817606797" r:id="rId5"/>
    <p:sldId id="1817606798" r:id="rId6"/>
    <p:sldId id="1817606799" r:id="rId7"/>
    <p:sldId id="1817606800" r:id="rId8"/>
    <p:sldId id="9342" r:id="rId9"/>
  </p:sldIdLst>
  <p:sldSz cx="12192000" cy="6858000"/>
  <p:notesSz cx="6858000" cy="9144000"/>
  <p:custDataLst>
    <p:tags r:id="rId11"/>
  </p:custDataLst>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50" autoAdjust="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DB88A6-6C8C-4F83-97D1-76B61FC6EB4B}" type="datetimeFigureOut">
              <a:rPr lang="LID4096" smtClean="0"/>
              <a:t>11/29/2022</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45930C-8FB1-48A8-9C61-8FE3EA3E49A8}" type="slidenum">
              <a:rPr lang="LID4096" smtClean="0"/>
              <a:t>‹#›</a:t>
            </a:fld>
            <a:endParaRPr lang="LID4096"/>
          </a:p>
        </p:txBody>
      </p:sp>
    </p:spTree>
    <p:extLst>
      <p:ext uri="{BB962C8B-B14F-4D97-AF65-F5344CB8AC3E}">
        <p14:creationId xmlns:p14="http://schemas.microsoft.com/office/powerpoint/2010/main" val="767071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31800" y="1000125"/>
            <a:ext cx="5994400" cy="3371850"/>
          </a:xfrm>
        </p:spPr>
      </p:sp>
      <p:sp>
        <p:nvSpPr>
          <p:cNvPr id="3" name="Espace réservé des notes 2"/>
          <p:cNvSpPr>
            <a:spLocks noGrp="1"/>
          </p:cNvSpPr>
          <p:nvPr>
            <p:ph type="body" idx="1"/>
          </p:nvPr>
        </p:nvSpPr>
        <p:spPr/>
        <p:txBody>
          <a:bodyPr/>
          <a:lstStyle/>
          <a:p>
            <a:endParaRPr lang="de-DE"/>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FCBCE5-C350-437A-89CF-B0445391B4C9}" type="slidenum">
              <a:rPr kumimoji="0" lang="en-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48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0004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0557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8172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275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45930C-8FB1-48A8-9C61-8FE3EA3E49A8}" type="slidenum">
              <a:rPr kumimoji="0" lang="LID4096"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LID4096"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98781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08097" y="4823619"/>
            <a:ext cx="8921212" cy="414338"/>
          </a:xfrm>
        </p:spPr>
        <p:txBody>
          <a:bodyPr anchor="t"/>
          <a:lstStyle>
            <a:lvl1pPr algn="l">
              <a:defRPr sz="2800">
                <a:latin typeface="Calibri" panose="020F0502020204030204" pitchFamily="34" charset="0"/>
                <a:cs typeface="Calibri" panose="020F050202020403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bwMode="gray">
          <a:xfrm>
            <a:off x="405715" y="5272087"/>
            <a:ext cx="8921212" cy="414338"/>
          </a:xfrm>
        </p:spPr>
        <p:txBody>
          <a:bodyPr/>
          <a:lstStyle>
            <a:lvl1pPr marL="0" indent="0" algn="l">
              <a:spcBef>
                <a:spcPts val="0"/>
              </a:spcBef>
              <a:buNone/>
              <a:defRPr sz="2800">
                <a:latin typeface="Calibri" panose="020F0502020204030204" pitchFamily="34" charset="0"/>
                <a:cs typeface="Calibri" panose="020F0502020204030204" pitchFamily="34" charset="0"/>
              </a:defRPr>
            </a:lvl1pPr>
            <a:lvl2pPr marL="0" indent="0" algn="l">
              <a:spcBef>
                <a:spcPts val="0"/>
              </a:spcBef>
              <a:buNone/>
              <a:defRPr sz="2800"/>
            </a:lvl2pPr>
            <a:lvl3pPr marL="0" indent="0" algn="l">
              <a:spcBef>
                <a:spcPts val="0"/>
              </a:spcBef>
              <a:buNone/>
              <a:defRPr sz="2800"/>
            </a:lvl3pPr>
            <a:lvl4pPr marL="0" indent="0" algn="l">
              <a:spcBef>
                <a:spcPts val="0"/>
              </a:spcBef>
              <a:buNone/>
              <a:defRPr sz="2800"/>
            </a:lvl4pPr>
            <a:lvl5pPr marL="0" indent="0" algn="l">
              <a:spcBef>
                <a:spcPts val="0"/>
              </a:spcBef>
              <a:buNone/>
              <a:defRPr sz="2800"/>
            </a:lvl5pPr>
            <a:lvl6pPr marL="0" indent="0" algn="l">
              <a:spcBef>
                <a:spcPts val="0"/>
              </a:spcBef>
              <a:buNone/>
              <a:defRPr sz="2800"/>
            </a:lvl6pPr>
            <a:lvl7pPr marL="0" indent="0" algn="l">
              <a:spcBef>
                <a:spcPts val="0"/>
              </a:spcBef>
              <a:buNone/>
              <a:defRPr sz="2800"/>
            </a:lvl7pPr>
            <a:lvl8pPr marL="0" indent="0" algn="l">
              <a:spcBef>
                <a:spcPts val="0"/>
              </a:spcBef>
              <a:buNone/>
              <a:defRPr sz="2800"/>
            </a:lvl8pPr>
            <a:lvl9pPr marL="0" indent="0" algn="l">
              <a:spcBef>
                <a:spcPts val="0"/>
              </a:spcBef>
              <a:buNone/>
              <a:defRPr sz="2800"/>
            </a:lvl9pPr>
          </a:lstStyle>
          <a:p>
            <a:pPr lvl="0"/>
            <a:r>
              <a:rPr lang="de-DE"/>
              <a:t>Master-Untertitelformat bearbeiten</a:t>
            </a:r>
            <a:endParaRPr lang="en-US" dirty="0"/>
          </a:p>
        </p:txBody>
      </p:sp>
      <p:sp>
        <p:nvSpPr>
          <p:cNvPr id="4" name="Date Placeholder 3"/>
          <p:cNvSpPr>
            <a:spLocks noGrp="1"/>
          </p:cNvSpPr>
          <p:nvPr>
            <p:ph type="dt" sz="half" idx="10"/>
          </p:nvPr>
        </p:nvSpPr>
        <p:spPr bwMode="gray"/>
        <p:txBody>
          <a:bodyPr/>
          <a:lstStyle/>
          <a:p>
            <a:fld id="{B5BB544D-367E-4EB9-B594-12E2948A8C6F}"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lvl1pPr>
              <a:defRPr>
                <a:noFill/>
              </a:defRPr>
            </a:lvl1pPr>
            <a:lvl2pPr>
              <a:defRPr>
                <a:noFill/>
              </a:defRPr>
            </a:lvl2pPr>
            <a:lvl3pPr>
              <a:defRPr>
                <a:noFill/>
              </a:defRPr>
            </a:lvl3pPr>
            <a:lvl4pPr>
              <a:defRPr>
                <a:noFill/>
              </a:defRPr>
            </a:lvl4pPr>
            <a:lvl5pPr>
              <a:defRPr>
                <a:noFill/>
              </a:defRPr>
            </a:lvl5pPr>
            <a:lvl6pPr>
              <a:defRPr>
                <a:noFill/>
              </a:defRPr>
            </a:lvl6pPr>
            <a:lvl7pPr>
              <a:defRPr>
                <a:noFill/>
              </a:defRPr>
            </a:lvl7pPr>
            <a:lvl8pPr>
              <a:defRPr>
                <a:noFill/>
              </a:defRPr>
            </a:lvl8pPr>
            <a:lvl9pPr>
              <a:defRPr>
                <a:noFill/>
              </a:defRPr>
            </a:lvl9pPr>
          </a:lstStyle>
          <a:p>
            <a:fld id="{66AA3846-8976-4D24-8224-CEE1235CE9F4}" type="slidenum">
              <a:rPr lang="en-US" smtClean="0"/>
              <a:pPr/>
              <a:t>‹#›</a:t>
            </a:fld>
            <a:endParaRPr lang="en-US" dirty="0"/>
          </a:p>
        </p:txBody>
      </p:sp>
      <p:sp>
        <p:nvSpPr>
          <p:cNvPr id="79" name="Text Placeholder 78">
            <a:extLst>
              <a:ext uri="{FF2B5EF4-FFF2-40B4-BE49-F238E27FC236}">
                <a16:creationId xmlns:a16="http://schemas.microsoft.com/office/drawing/2014/main" id="{D478C85D-0D76-47CB-8C7A-2CFA61ADBA85}"/>
              </a:ext>
            </a:extLst>
          </p:cNvPr>
          <p:cNvSpPr>
            <a:spLocks noGrp="1"/>
          </p:cNvSpPr>
          <p:nvPr>
            <p:ph type="body" sz="quarter" idx="14"/>
          </p:nvPr>
        </p:nvSpPr>
        <p:spPr bwMode="gray">
          <a:xfrm>
            <a:off x="416828" y="5946776"/>
            <a:ext cx="5321099" cy="238124"/>
          </a:xfrm>
        </p:spPr>
        <p:txBody>
          <a:bodyPr/>
          <a:lstStyle>
            <a:lvl1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1pPr>
            <a:lvl2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2pPr>
            <a:lvl3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3pPr>
            <a:lvl4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4pPr>
            <a:lvl5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5pPr>
            <a:lvl6pPr marL="0" indent="0">
              <a:spcBef>
                <a:spcPts val="0"/>
              </a:spcBef>
              <a:buFont typeface="Arial" panose="020B0604020202020204" pitchFamily="34" charset="0"/>
              <a:buNone/>
              <a:defRPr sz="1600">
                <a:solidFill>
                  <a:schemeClr val="tx1"/>
                </a:solidFill>
              </a:defRPr>
            </a:lvl6pPr>
            <a:lvl7pPr marL="0" indent="0">
              <a:spcBef>
                <a:spcPts val="0"/>
              </a:spcBef>
              <a:buFont typeface="Arial" panose="020B0604020202020204" pitchFamily="34" charset="0"/>
              <a:buNone/>
              <a:defRPr sz="1600">
                <a:solidFill>
                  <a:schemeClr val="tx1"/>
                </a:solidFill>
              </a:defRPr>
            </a:lvl7pPr>
            <a:lvl8pPr marL="0" indent="0">
              <a:spcBef>
                <a:spcPts val="0"/>
              </a:spcBef>
              <a:buFont typeface="Arial" panose="020B0604020202020204" pitchFamily="34" charset="0"/>
              <a:buNone/>
              <a:defRPr sz="1600">
                <a:solidFill>
                  <a:schemeClr val="tx1"/>
                </a:solidFill>
              </a:defRPr>
            </a:lvl8pPr>
            <a:lvl9pPr marL="0" indent="0">
              <a:spcBef>
                <a:spcPts val="0"/>
              </a:spcBef>
              <a:buFont typeface="Arial" panose="020B0604020202020204" pitchFamily="34" charset="0"/>
              <a:buNone/>
              <a:defRPr sz="16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grpSp>
        <p:nvGrpSpPr>
          <p:cNvPr id="81" name="Group 80">
            <a:extLst>
              <a:ext uri="{FF2B5EF4-FFF2-40B4-BE49-F238E27FC236}">
                <a16:creationId xmlns:a16="http://schemas.microsoft.com/office/drawing/2014/main" id="{F6981068-6445-4488-BBE2-B96D48D0CB9E}"/>
              </a:ext>
            </a:extLst>
          </p:cNvPr>
          <p:cNvGrpSpPr/>
          <p:nvPr/>
        </p:nvGrpSpPr>
        <p:grpSpPr bwMode="gray">
          <a:xfrm>
            <a:off x="431912" y="-137594"/>
            <a:ext cx="11660843" cy="116162"/>
            <a:chOff x="431800" y="-137594"/>
            <a:chExt cx="11657806" cy="116162"/>
          </a:xfrm>
        </p:grpSpPr>
        <p:grpSp>
          <p:nvGrpSpPr>
            <p:cNvPr id="82" name="Group 81">
              <a:extLst>
                <a:ext uri="{FF2B5EF4-FFF2-40B4-BE49-F238E27FC236}">
                  <a16:creationId xmlns:a16="http://schemas.microsoft.com/office/drawing/2014/main" id="{413E4756-0ADA-40B4-BEBB-470B003B931F}"/>
                </a:ext>
              </a:extLst>
            </p:cNvPr>
            <p:cNvGrpSpPr/>
            <p:nvPr/>
          </p:nvGrpSpPr>
          <p:grpSpPr bwMode="gray">
            <a:xfrm>
              <a:off x="431800" y="-137594"/>
              <a:ext cx="332581" cy="116162"/>
              <a:chOff x="431800" y="-137594"/>
              <a:chExt cx="332581" cy="116162"/>
            </a:xfrm>
          </p:grpSpPr>
          <p:cxnSp>
            <p:nvCxnSpPr>
              <p:cNvPr id="92" name="Straight Connector 91">
                <a:extLst>
                  <a:ext uri="{FF2B5EF4-FFF2-40B4-BE49-F238E27FC236}">
                    <a16:creationId xmlns:a16="http://schemas.microsoft.com/office/drawing/2014/main" id="{2A0E65C9-4FCD-4DBC-B322-FEB5BE9023C7}"/>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78E6E0-A11E-4FB9-AAEE-4661D191105C}"/>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3" name="Group 82">
              <a:extLst>
                <a:ext uri="{FF2B5EF4-FFF2-40B4-BE49-F238E27FC236}">
                  <a16:creationId xmlns:a16="http://schemas.microsoft.com/office/drawing/2014/main" id="{07F3BE9F-7822-4420-B780-927F1DC4153C}"/>
                </a:ext>
              </a:extLst>
            </p:cNvPr>
            <p:cNvGrpSpPr/>
            <p:nvPr/>
          </p:nvGrpSpPr>
          <p:grpSpPr bwMode="gray">
            <a:xfrm>
              <a:off x="11757025" y="-137594"/>
              <a:ext cx="332581" cy="116162"/>
              <a:chOff x="431800" y="-137594"/>
              <a:chExt cx="332581" cy="116162"/>
            </a:xfrm>
          </p:grpSpPr>
          <p:cxnSp>
            <p:nvCxnSpPr>
              <p:cNvPr id="90" name="Straight Connector 89">
                <a:extLst>
                  <a:ext uri="{FF2B5EF4-FFF2-40B4-BE49-F238E27FC236}">
                    <a16:creationId xmlns:a16="http://schemas.microsoft.com/office/drawing/2014/main" id="{10B67863-4397-4773-B7BC-4453C6D11222}"/>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FAF1407-D87E-488B-A3E6-6B230F555C55}"/>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4" name="Group 83">
              <a:extLst>
                <a:ext uri="{FF2B5EF4-FFF2-40B4-BE49-F238E27FC236}">
                  <a16:creationId xmlns:a16="http://schemas.microsoft.com/office/drawing/2014/main" id="{64176752-F0B2-4AFE-A58A-BBE3990372BC}"/>
                </a:ext>
              </a:extLst>
            </p:cNvPr>
            <p:cNvGrpSpPr/>
            <p:nvPr/>
          </p:nvGrpSpPr>
          <p:grpSpPr bwMode="gray">
            <a:xfrm>
              <a:off x="6451600" y="-137594"/>
              <a:ext cx="332581" cy="116162"/>
              <a:chOff x="431800" y="-137594"/>
              <a:chExt cx="332581" cy="116162"/>
            </a:xfrm>
          </p:grpSpPr>
          <p:cxnSp>
            <p:nvCxnSpPr>
              <p:cNvPr id="88" name="Straight Connector 87">
                <a:extLst>
                  <a:ext uri="{FF2B5EF4-FFF2-40B4-BE49-F238E27FC236}">
                    <a16:creationId xmlns:a16="http://schemas.microsoft.com/office/drawing/2014/main" id="{84FCAC45-CF9B-4259-BB07-9A634D7287C9}"/>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03D4E4E-1843-4E32-867F-B7AFF6DF6C89}"/>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nvGrpSpPr>
            <p:cNvPr id="85" name="Group 84">
              <a:extLst>
                <a:ext uri="{FF2B5EF4-FFF2-40B4-BE49-F238E27FC236}">
                  <a16:creationId xmlns:a16="http://schemas.microsoft.com/office/drawing/2014/main" id="{AD293070-1C40-48AB-B804-FF2E0ABCEF21}"/>
                </a:ext>
              </a:extLst>
            </p:cNvPr>
            <p:cNvGrpSpPr/>
            <p:nvPr/>
          </p:nvGrpSpPr>
          <p:grpSpPr bwMode="gray">
            <a:xfrm>
              <a:off x="5738813" y="-137594"/>
              <a:ext cx="332581" cy="116162"/>
              <a:chOff x="431800" y="-137594"/>
              <a:chExt cx="332581" cy="116162"/>
            </a:xfrm>
          </p:grpSpPr>
          <p:cxnSp>
            <p:nvCxnSpPr>
              <p:cNvPr id="86" name="Straight Connector 85">
                <a:extLst>
                  <a:ext uri="{FF2B5EF4-FFF2-40B4-BE49-F238E27FC236}">
                    <a16:creationId xmlns:a16="http://schemas.microsoft.com/office/drawing/2014/main" id="{2A693FAF-B077-4418-9799-264DA5789E1B}"/>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A3F51940-E5C8-488D-93D6-9709024BC1D7}"/>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sp>
        <p:nvSpPr>
          <p:cNvPr id="41" name="Rectangle 40">
            <a:extLst>
              <a:ext uri="{FF2B5EF4-FFF2-40B4-BE49-F238E27FC236}">
                <a16:creationId xmlns:a16="http://schemas.microsoft.com/office/drawing/2014/main" id="{75790976-4CFB-4E69-A1A1-1AD5ADDFB4D9}"/>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42" name="Rectangle 41">
            <a:extLst>
              <a:ext uri="{FF2B5EF4-FFF2-40B4-BE49-F238E27FC236}">
                <a16:creationId xmlns:a16="http://schemas.microsoft.com/office/drawing/2014/main" id="{6A41C8F3-0D32-417D-9938-56FB4251857D}"/>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43" name="Rectangle 42">
            <a:extLst>
              <a:ext uri="{FF2B5EF4-FFF2-40B4-BE49-F238E27FC236}">
                <a16:creationId xmlns:a16="http://schemas.microsoft.com/office/drawing/2014/main" id="{537D71B4-D577-418A-B4B0-775491198353}"/>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44" name="Rectangle 43">
            <a:extLst>
              <a:ext uri="{FF2B5EF4-FFF2-40B4-BE49-F238E27FC236}">
                <a16:creationId xmlns:a16="http://schemas.microsoft.com/office/drawing/2014/main" id="{60CBAFA1-5D3C-43E1-9E4F-623534082290}"/>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45" name="Rectangle 44">
            <a:extLst>
              <a:ext uri="{FF2B5EF4-FFF2-40B4-BE49-F238E27FC236}">
                <a16:creationId xmlns:a16="http://schemas.microsoft.com/office/drawing/2014/main" id="{096D1BBF-FE7A-42ED-B200-3333F1C60BAE}"/>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46" name="Rectangle 45">
            <a:extLst>
              <a:ext uri="{FF2B5EF4-FFF2-40B4-BE49-F238E27FC236}">
                <a16:creationId xmlns:a16="http://schemas.microsoft.com/office/drawing/2014/main" id="{5DD60B4B-676B-4179-BBCE-00C78BD383EE}"/>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47" name="Rectangle 46">
            <a:extLst>
              <a:ext uri="{FF2B5EF4-FFF2-40B4-BE49-F238E27FC236}">
                <a16:creationId xmlns:a16="http://schemas.microsoft.com/office/drawing/2014/main" id="{90C3B9D2-8103-4BC5-A251-B3ABA10D41F4}"/>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48" name="Rectangle 47">
            <a:extLst>
              <a:ext uri="{FF2B5EF4-FFF2-40B4-BE49-F238E27FC236}">
                <a16:creationId xmlns:a16="http://schemas.microsoft.com/office/drawing/2014/main" id="{6F0AF73A-B048-47B7-BEEC-A145391EA1A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49" name="Rectangle 48">
            <a:extLst>
              <a:ext uri="{FF2B5EF4-FFF2-40B4-BE49-F238E27FC236}">
                <a16:creationId xmlns:a16="http://schemas.microsoft.com/office/drawing/2014/main" id="{6C54A74B-20E3-482A-9FD4-56C26A063038}"/>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50" name="Rectangle 49">
            <a:extLst>
              <a:ext uri="{FF2B5EF4-FFF2-40B4-BE49-F238E27FC236}">
                <a16:creationId xmlns:a16="http://schemas.microsoft.com/office/drawing/2014/main" id="{DBDBD4CD-FA3A-4B0C-A1DB-4DB8B71959F7}"/>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grpSp>
        <p:nvGrpSpPr>
          <p:cNvPr id="33" name="Group 32">
            <a:extLst>
              <a:ext uri="{FF2B5EF4-FFF2-40B4-BE49-F238E27FC236}">
                <a16:creationId xmlns:a16="http://schemas.microsoft.com/office/drawing/2014/main" id="{706F37D2-C569-4CA3-9227-7AAC0E78DFCC}"/>
              </a:ext>
            </a:extLst>
          </p:cNvPr>
          <p:cNvGrpSpPr/>
          <p:nvPr/>
        </p:nvGrpSpPr>
        <p:grpSpPr>
          <a:xfrm>
            <a:off x="12231953" y="1743075"/>
            <a:ext cx="312025" cy="133088"/>
            <a:chOff x="452437" y="-154520"/>
            <a:chExt cx="311944" cy="133088"/>
          </a:xfrm>
        </p:grpSpPr>
        <p:cxnSp>
          <p:nvCxnSpPr>
            <p:cNvPr id="35" name="Straight Connector 34">
              <a:extLst>
                <a:ext uri="{FF2B5EF4-FFF2-40B4-BE49-F238E27FC236}">
                  <a16:creationId xmlns:a16="http://schemas.microsoft.com/office/drawing/2014/main" id="{2170F204-9B0E-48BC-955D-D1CF85871428}"/>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639D74-7C38-4842-9867-776EE81AA48F}"/>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4,68</a:t>
              </a:r>
            </a:p>
          </p:txBody>
        </p:sp>
      </p:grpSp>
      <p:grpSp>
        <p:nvGrpSpPr>
          <p:cNvPr id="37" name="Group 36">
            <a:extLst>
              <a:ext uri="{FF2B5EF4-FFF2-40B4-BE49-F238E27FC236}">
                <a16:creationId xmlns:a16="http://schemas.microsoft.com/office/drawing/2014/main" id="{E71B59BE-5D9D-426A-8EBB-7A039B86FF2A}"/>
              </a:ext>
            </a:extLst>
          </p:cNvPr>
          <p:cNvGrpSpPr/>
          <p:nvPr/>
        </p:nvGrpSpPr>
        <p:grpSpPr>
          <a:xfrm>
            <a:off x="12231953" y="6323013"/>
            <a:ext cx="312025" cy="133088"/>
            <a:chOff x="452437" y="-154520"/>
            <a:chExt cx="311944" cy="133088"/>
          </a:xfrm>
        </p:grpSpPr>
        <p:cxnSp>
          <p:nvCxnSpPr>
            <p:cNvPr id="38" name="Straight Connector 37">
              <a:extLst>
                <a:ext uri="{FF2B5EF4-FFF2-40B4-BE49-F238E27FC236}">
                  <a16:creationId xmlns:a16="http://schemas.microsoft.com/office/drawing/2014/main" id="{CBC922FF-2F5B-4175-84A8-DD7CE547C83E}"/>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6057258-12F6-489F-8AB2-A11ED7E8A9AD}"/>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8,04</a:t>
              </a:r>
            </a:p>
          </p:txBody>
        </p:sp>
      </p:grpSp>
      <p:sp>
        <p:nvSpPr>
          <p:cNvPr id="53" name="Titel 1">
            <a:extLst>
              <a:ext uri="{FF2B5EF4-FFF2-40B4-BE49-F238E27FC236}">
                <a16:creationId xmlns:a16="http://schemas.microsoft.com/office/drawing/2014/main" id="{CB060D37-875C-4455-9200-E41FAE7B588E}"/>
              </a:ext>
            </a:extLst>
          </p:cNvPr>
          <p:cNvSpPr txBox="1">
            <a:spLocks/>
          </p:cNvSpPr>
          <p:nvPr userDrawn="1"/>
        </p:nvSpPr>
        <p:spPr>
          <a:xfrm>
            <a:off x="1524397" y="1122363"/>
            <a:ext cx="9146382"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Rounded LT Std Bd" panose="020F080403050302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de-DE" sz="6000" b="0" i="0" u="none" strike="noStrike" kern="1200" cap="none" spc="0" normalizeH="0" baseline="0" noProof="0" dirty="0">
              <a:ln>
                <a:noFill/>
              </a:ln>
              <a:solidFill>
                <a:srgbClr val="014156"/>
              </a:solidFill>
              <a:effectLst/>
              <a:uLnTx/>
              <a:uFillTx/>
              <a:latin typeface="HelveticaRounded LT Std Bd" panose="020F0804030503020204" pitchFamily="34" charset="0"/>
              <a:ea typeface="+mj-ea"/>
              <a:cs typeface="+mj-cs"/>
            </a:endParaRPr>
          </a:p>
        </p:txBody>
      </p:sp>
      <p:pic>
        <p:nvPicPr>
          <p:cNvPr id="55" name="Image 7">
            <a:extLst>
              <a:ext uri="{FF2B5EF4-FFF2-40B4-BE49-F238E27FC236}">
                <a16:creationId xmlns:a16="http://schemas.microsoft.com/office/drawing/2014/main" id="{41CF99E7-CAB2-4CC7-A4FE-8897FC962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6309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7" name="Text Placeholder 78">
            <a:extLst>
              <a:ext uri="{FF2B5EF4-FFF2-40B4-BE49-F238E27FC236}">
                <a16:creationId xmlns:a16="http://schemas.microsoft.com/office/drawing/2014/main" id="{2D8AB393-B60E-41D0-A906-6EB582889535}"/>
              </a:ext>
            </a:extLst>
          </p:cNvPr>
          <p:cNvSpPr>
            <a:spLocks noGrp="1"/>
          </p:cNvSpPr>
          <p:nvPr>
            <p:ph type="body" sz="quarter" idx="22"/>
          </p:nvPr>
        </p:nvSpPr>
        <p:spPr bwMode="gray">
          <a:xfrm>
            <a:off x="431912" y="464019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6" name="Text Placeholder 78">
            <a:extLst>
              <a:ext uri="{FF2B5EF4-FFF2-40B4-BE49-F238E27FC236}">
                <a16:creationId xmlns:a16="http://schemas.microsoft.com/office/drawing/2014/main" id="{A5851E46-AAEF-44B6-8D26-B7430D3DD438}"/>
              </a:ext>
            </a:extLst>
          </p:cNvPr>
          <p:cNvSpPr>
            <a:spLocks noGrp="1"/>
          </p:cNvSpPr>
          <p:nvPr>
            <p:ph type="body" sz="quarter" idx="21"/>
          </p:nvPr>
        </p:nvSpPr>
        <p:spPr bwMode="gray">
          <a:xfrm>
            <a:off x="431912" y="3942349"/>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5" name="Text Placeholder 78">
            <a:extLst>
              <a:ext uri="{FF2B5EF4-FFF2-40B4-BE49-F238E27FC236}">
                <a16:creationId xmlns:a16="http://schemas.microsoft.com/office/drawing/2014/main" id="{00DA6AFB-02DA-495D-B7D5-1BFDA17F11EA}"/>
              </a:ext>
            </a:extLst>
          </p:cNvPr>
          <p:cNvSpPr>
            <a:spLocks noGrp="1"/>
          </p:cNvSpPr>
          <p:nvPr>
            <p:ph type="body" sz="quarter" idx="20"/>
          </p:nvPr>
        </p:nvSpPr>
        <p:spPr bwMode="gray">
          <a:xfrm>
            <a:off x="431912" y="3244502"/>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4" name="Text Placeholder 78">
            <a:extLst>
              <a:ext uri="{FF2B5EF4-FFF2-40B4-BE49-F238E27FC236}">
                <a16:creationId xmlns:a16="http://schemas.microsoft.com/office/drawing/2014/main" id="{361F8330-70C6-43B9-9363-BB4C67171EE3}"/>
              </a:ext>
            </a:extLst>
          </p:cNvPr>
          <p:cNvSpPr>
            <a:spLocks noGrp="1"/>
          </p:cNvSpPr>
          <p:nvPr>
            <p:ph type="body" sz="quarter" idx="19"/>
          </p:nvPr>
        </p:nvSpPr>
        <p:spPr bwMode="gray">
          <a:xfrm>
            <a:off x="431912" y="254665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3" name="Text Placeholder 78">
            <a:extLst>
              <a:ext uri="{FF2B5EF4-FFF2-40B4-BE49-F238E27FC236}">
                <a16:creationId xmlns:a16="http://schemas.microsoft.com/office/drawing/2014/main" id="{3E44FB15-E1CC-4448-8A9D-8FD59F42D029}"/>
              </a:ext>
            </a:extLst>
          </p:cNvPr>
          <p:cNvSpPr>
            <a:spLocks noGrp="1"/>
          </p:cNvSpPr>
          <p:nvPr>
            <p:ph type="body" sz="quarter" idx="18"/>
          </p:nvPr>
        </p:nvSpPr>
        <p:spPr bwMode="gray">
          <a:xfrm>
            <a:off x="431912" y="1848808"/>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824080" y="1689101"/>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lvl1pPr>
              <a:defRPr>
                <a:latin typeface="Calibri" panose="020F0502020204030204" pitchFamily="34" charset="0"/>
                <a:cs typeface="Calibri" panose="020F0502020204030204" pitchFamily="34" charset="0"/>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lvl1pPr>
              <a:defRPr>
                <a:latin typeface="Calibri" panose="020F0502020204030204" pitchFamily="34" charset="0"/>
                <a:cs typeface="Calibri" panose="020F0502020204030204" pitchFamily="34" charset="0"/>
              </a:defRPr>
            </a:lvl1pPr>
          </a:lstStyle>
          <a:p>
            <a:fld id="{8A4065F3-0B89-4DCA-811B-B0642510D177}" type="datetime1">
              <a:rPr lang="en-US" smtClean="0"/>
              <a:pPr/>
              <a:t>11/29/2022</a:t>
            </a:fld>
            <a:endParaRPr lang="en-US" dirty="0"/>
          </a:p>
        </p:txBody>
      </p:sp>
      <p:sp>
        <p:nvSpPr>
          <p:cNvPr id="5" name="Footer Placeholder 4"/>
          <p:cNvSpPr>
            <a:spLocks noGrp="1"/>
          </p:cNvSpPr>
          <p:nvPr>
            <p:ph type="ftr" sz="quarter" idx="11"/>
          </p:nvPr>
        </p:nvSpPr>
        <p:spPr bwMode="gray"/>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atin typeface="Calibri" panose="020F0502020204030204" pitchFamily="34" charset="0"/>
                <a:cs typeface="Calibri" panose="020F0502020204030204" pitchFamily="34" charset="0"/>
              </a:defRPr>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9" name="Text Placeholder 7">
            <a:extLst>
              <a:ext uri="{FF2B5EF4-FFF2-40B4-BE49-F238E27FC236}">
                <a16:creationId xmlns:a16="http://schemas.microsoft.com/office/drawing/2014/main" id="{EB06762B-9338-490E-A51A-86178D17E4AF}"/>
              </a:ext>
            </a:extLst>
          </p:cNvPr>
          <p:cNvSpPr>
            <a:spLocks noGrp="1"/>
          </p:cNvSpPr>
          <p:nvPr>
            <p:ph type="body" sz="quarter" idx="14"/>
          </p:nvPr>
        </p:nvSpPr>
        <p:spPr bwMode="gray">
          <a:xfrm>
            <a:off x="824080" y="238694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0" name="Text Placeholder 7">
            <a:extLst>
              <a:ext uri="{FF2B5EF4-FFF2-40B4-BE49-F238E27FC236}">
                <a16:creationId xmlns:a16="http://schemas.microsoft.com/office/drawing/2014/main" id="{17A05CAE-6C1F-4478-A298-68483FDDB387}"/>
              </a:ext>
            </a:extLst>
          </p:cNvPr>
          <p:cNvSpPr>
            <a:spLocks noGrp="1"/>
          </p:cNvSpPr>
          <p:nvPr>
            <p:ph type="body" sz="quarter" idx="15"/>
          </p:nvPr>
        </p:nvSpPr>
        <p:spPr bwMode="gray">
          <a:xfrm>
            <a:off x="824080" y="3084795"/>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1" name="Text Placeholder 7">
            <a:extLst>
              <a:ext uri="{FF2B5EF4-FFF2-40B4-BE49-F238E27FC236}">
                <a16:creationId xmlns:a16="http://schemas.microsoft.com/office/drawing/2014/main" id="{1F73A826-EA84-46CA-A188-B6B782DCF9D7}"/>
              </a:ext>
            </a:extLst>
          </p:cNvPr>
          <p:cNvSpPr>
            <a:spLocks noGrp="1"/>
          </p:cNvSpPr>
          <p:nvPr>
            <p:ph type="body" sz="quarter" idx="16"/>
          </p:nvPr>
        </p:nvSpPr>
        <p:spPr bwMode="gray">
          <a:xfrm>
            <a:off x="824080" y="3782642"/>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
            <a:extLst>
              <a:ext uri="{FF2B5EF4-FFF2-40B4-BE49-F238E27FC236}">
                <a16:creationId xmlns:a16="http://schemas.microsoft.com/office/drawing/2014/main" id="{096E7866-DDAF-4CED-822B-608E7473BB5F}"/>
              </a:ext>
            </a:extLst>
          </p:cNvPr>
          <p:cNvSpPr>
            <a:spLocks noGrp="1"/>
          </p:cNvSpPr>
          <p:nvPr>
            <p:ph type="body" sz="quarter" idx="17"/>
          </p:nvPr>
        </p:nvSpPr>
        <p:spPr bwMode="gray">
          <a:xfrm>
            <a:off x="824080" y="448048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50776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11337704"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170827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0" name="Text Placeholder 78">
            <a:extLst>
              <a:ext uri="{FF2B5EF4-FFF2-40B4-BE49-F238E27FC236}">
                <a16:creationId xmlns:a16="http://schemas.microsoft.com/office/drawing/2014/main" id="{F7099330-976A-47A5-84BF-B5C6D9C36066}"/>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9" name="Text Placeholder 78">
            <a:extLst>
              <a:ext uri="{FF2B5EF4-FFF2-40B4-BE49-F238E27FC236}">
                <a16:creationId xmlns:a16="http://schemas.microsoft.com/office/drawing/2014/main" id="{F6C62C21-2457-4A78-9B3F-8F1F4EB789B1}"/>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DC36867-AF14-4F21-B2D1-C8EBB7CFCFDD}"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pPr/>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3" name="Text Placeholder 7">
            <a:extLst>
              <a:ext uri="{FF2B5EF4-FFF2-40B4-BE49-F238E27FC236}">
                <a16:creationId xmlns:a16="http://schemas.microsoft.com/office/drawing/2014/main" id="{11B0FC3E-7EAF-463D-BA75-7EF754B688A5}"/>
              </a:ext>
            </a:extLst>
          </p:cNvPr>
          <p:cNvSpPr>
            <a:spLocks noGrp="1"/>
          </p:cNvSpPr>
          <p:nvPr>
            <p:ph type="body" sz="quarter" idx="16"/>
          </p:nvPr>
        </p:nvSpPr>
        <p:spPr bwMode="gray">
          <a:xfrm>
            <a:off x="6439780"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54038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amp; Picture">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1" y="1701005"/>
            <a:ext cx="5318585"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2" name="Picture Placeholder 6">
            <a:extLst>
              <a:ext uri="{FF2B5EF4-FFF2-40B4-BE49-F238E27FC236}">
                <a16:creationId xmlns:a16="http://schemas.microsoft.com/office/drawing/2014/main" id="{77D2F209-159E-43E4-9755-3283E551A9E5}"/>
              </a:ext>
            </a:extLst>
          </p:cNvPr>
          <p:cNvSpPr>
            <a:spLocks noGrp="1"/>
          </p:cNvSpPr>
          <p:nvPr>
            <p:ph type="pic" sz="quarter" idx="16"/>
          </p:nvPr>
        </p:nvSpPr>
        <p:spPr bwMode="gray">
          <a:xfrm>
            <a:off x="6454075" y="1743076"/>
            <a:ext cx="5303630" cy="4577557"/>
          </a:xfrm>
        </p:spPr>
        <p:txBody>
          <a:bodyPr bIns="720000" anchor="ctr"/>
          <a:lstStyle>
            <a:lvl1pPr algn="ctr">
              <a:defRPr/>
            </a:lvl1pPr>
          </a:lstStyle>
          <a:p>
            <a:r>
              <a:rPr lang="de-DE" dirty="0"/>
              <a:t>Bild auf Platzhalter ziehen oder durch Klicken auf Symbol hinzufügen</a:t>
            </a:r>
            <a:endParaRPr lang="en-US" dirty="0"/>
          </a:p>
        </p:txBody>
      </p:sp>
    </p:spTree>
    <p:extLst>
      <p:ext uri="{BB962C8B-B14F-4D97-AF65-F5344CB8AC3E}">
        <p14:creationId xmlns:p14="http://schemas.microsoft.com/office/powerpoint/2010/main" val="251324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18" name="Text Placeholder 78">
            <a:extLst>
              <a:ext uri="{FF2B5EF4-FFF2-40B4-BE49-F238E27FC236}">
                <a16:creationId xmlns:a16="http://schemas.microsoft.com/office/drawing/2014/main" id="{6727F450-27F4-421A-9343-55FE3170DDC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ext Placeholder 78">
            <a:extLst>
              <a:ext uri="{FF2B5EF4-FFF2-40B4-BE49-F238E27FC236}">
                <a16:creationId xmlns:a16="http://schemas.microsoft.com/office/drawing/2014/main" id="{455D7302-E89E-4AA2-BB58-40F97AA60D27}"/>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A7BEF516-237C-450E-A29D-1D50FE4CBCE4}"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23048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5240" y="773320"/>
            <a:ext cx="11342467" cy="255587"/>
          </a:xfrm>
        </p:spPr>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F13384CC-DD61-41F4-9EB5-B239E894AB50}"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9" name="Picture Placeholder 6">
            <a:extLst>
              <a:ext uri="{FF2B5EF4-FFF2-40B4-BE49-F238E27FC236}">
                <a16:creationId xmlns:a16="http://schemas.microsoft.com/office/drawing/2014/main" id="{3939E246-4969-434D-9EC1-4524ED82AAEF}"/>
              </a:ext>
            </a:extLst>
          </p:cNvPr>
          <p:cNvSpPr>
            <a:spLocks noGrp="1"/>
          </p:cNvSpPr>
          <p:nvPr>
            <p:ph type="pic" sz="quarter" idx="16"/>
          </p:nvPr>
        </p:nvSpPr>
        <p:spPr bwMode="gray">
          <a:xfrm>
            <a:off x="3896858" y="1743076"/>
            <a:ext cx="7860847" cy="4577557"/>
          </a:xfrm>
        </p:spPr>
        <p:txBody>
          <a:bodyPr bIns="720000" anchor="ctr"/>
          <a:lstStyle>
            <a:lvl1pPr algn="ctr">
              <a:defRPr/>
            </a:lvl1pPr>
          </a:lstStyle>
          <a:p>
            <a:r>
              <a:rPr lang="de-DE" dirty="0"/>
              <a:t>Bild auf Platzhalter ziehen oder durch Klicken auf Symbol hinzufügen</a:t>
            </a:r>
            <a:endParaRPr lang="en-US" dirty="0"/>
          </a:p>
        </p:txBody>
      </p:sp>
      <p:sp>
        <p:nvSpPr>
          <p:cNvPr id="12" name="Picture Placeholder 6">
            <a:extLst>
              <a:ext uri="{FF2B5EF4-FFF2-40B4-BE49-F238E27FC236}">
                <a16:creationId xmlns:a16="http://schemas.microsoft.com/office/drawing/2014/main" id="{36EEB672-69FA-4314-9DD4-9F9BEF65044A}"/>
              </a:ext>
            </a:extLst>
          </p:cNvPr>
          <p:cNvSpPr>
            <a:spLocks noGrp="1"/>
          </p:cNvSpPr>
          <p:nvPr>
            <p:ph type="pic" sz="quarter" idx="17"/>
          </p:nvPr>
        </p:nvSpPr>
        <p:spPr bwMode="gray">
          <a:xfrm>
            <a:off x="431912" y="1743075"/>
            <a:ext cx="1299939" cy="1299600"/>
          </a:xfrm>
        </p:spPr>
        <p:txBody>
          <a:bodyPr bIns="504000" anchor="ctr"/>
          <a:lstStyle>
            <a:lvl1pPr algn="ctr">
              <a:defRPr/>
            </a:lvl1pPr>
          </a:lstStyle>
          <a:p>
            <a:r>
              <a:rPr lang="de-DE" dirty="0"/>
              <a:t>Bild auf Platzhalter ziehen oder durch Klicken auf Symbol hinzufügen</a:t>
            </a:r>
            <a:endParaRPr lang="en-US" dirty="0"/>
          </a:p>
        </p:txBody>
      </p:sp>
      <p:sp>
        <p:nvSpPr>
          <p:cNvPr id="8" name="Text Placeholder 7">
            <a:extLst>
              <a:ext uri="{FF2B5EF4-FFF2-40B4-BE49-F238E27FC236}">
                <a16:creationId xmlns:a16="http://schemas.microsoft.com/office/drawing/2014/main" id="{B6BA3954-C051-48F0-9E68-285973BA9380}"/>
              </a:ext>
            </a:extLst>
          </p:cNvPr>
          <p:cNvSpPr>
            <a:spLocks noGrp="1"/>
          </p:cNvSpPr>
          <p:nvPr>
            <p:ph type="body" sz="quarter" idx="18"/>
          </p:nvPr>
        </p:nvSpPr>
        <p:spPr bwMode="gray">
          <a:xfrm>
            <a:off x="420004" y="3201489"/>
            <a:ext cx="2964022" cy="867591"/>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7" name="Text Placeholder 7">
            <a:extLst>
              <a:ext uri="{FF2B5EF4-FFF2-40B4-BE49-F238E27FC236}">
                <a16:creationId xmlns:a16="http://schemas.microsoft.com/office/drawing/2014/main" id="{BB26D565-8616-4ACA-93C1-C79CC94BC8A9}"/>
              </a:ext>
            </a:extLst>
          </p:cNvPr>
          <p:cNvSpPr>
            <a:spLocks noGrp="1"/>
          </p:cNvSpPr>
          <p:nvPr>
            <p:ph type="body" sz="quarter" idx="19"/>
          </p:nvPr>
        </p:nvSpPr>
        <p:spPr bwMode="gray">
          <a:xfrm>
            <a:off x="420004" y="4493372"/>
            <a:ext cx="2964022" cy="1827260"/>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12001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0" y="1"/>
            <a:ext cx="45731" cy="45719"/>
          </a:xfrm>
        </p:spPr>
        <p:txBody>
          <a:bodyPr/>
          <a:lstStyle>
            <a:lvl1pPr>
              <a:defRPr sz="100">
                <a:noFill/>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EDDFF34D-C9AF-41F4-833A-180F294D802D}"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3" name="TextBox 2">
            <a:extLst>
              <a:ext uri="{FF2B5EF4-FFF2-40B4-BE49-F238E27FC236}">
                <a16:creationId xmlns:a16="http://schemas.microsoft.com/office/drawing/2014/main" id="{3D085CB1-5363-47B5-B07B-683F1C95DD95}"/>
              </a:ext>
            </a:extLst>
          </p:cNvPr>
          <p:cNvSpPr txBox="1"/>
          <p:nvPr/>
        </p:nvSpPr>
        <p:spPr bwMode="gray">
          <a:xfrm>
            <a:off x="415239" y="773319"/>
            <a:ext cx="11342954" cy="255600"/>
          </a:xfrm>
          <a:prstGeom prst="rect">
            <a:avLst/>
          </a:prstGeom>
          <a:noFill/>
        </p:spPr>
        <p:txBody>
          <a:bodyPr wrap="square" lIns="0" tIns="0" rIns="0" bIns="0" rtlCol="0">
            <a:noAutofit/>
          </a:bodyPr>
          <a:lstStyle/>
          <a:p>
            <a:pPr algn="l"/>
            <a:r>
              <a:rPr lang="en-US" sz="2000" b="1" dirty="0">
                <a:solidFill>
                  <a:schemeClr val="tx1"/>
                </a:solidFill>
              </a:rPr>
              <a:t>Disclaimer</a:t>
            </a:r>
          </a:p>
        </p:txBody>
      </p:sp>
      <p:sp>
        <p:nvSpPr>
          <p:cNvPr id="7" name="TextBox 6">
            <a:extLst>
              <a:ext uri="{FF2B5EF4-FFF2-40B4-BE49-F238E27FC236}">
                <a16:creationId xmlns:a16="http://schemas.microsoft.com/office/drawing/2014/main" id="{24F603ED-0326-47DF-86AD-48AD87DC4B25}"/>
              </a:ext>
            </a:extLst>
          </p:cNvPr>
          <p:cNvSpPr txBox="1"/>
          <p:nvPr/>
        </p:nvSpPr>
        <p:spPr bwMode="gray">
          <a:xfrm>
            <a:off x="420000" y="1701006"/>
            <a:ext cx="11339353" cy="4618800"/>
          </a:xfrm>
          <a:prstGeom prst="rect">
            <a:avLst/>
          </a:prstGeom>
          <a:noFill/>
        </p:spPr>
        <p:txBody>
          <a:bodyPr wrap="square" lIns="0" tIns="0" rIns="0" bIns="0" rtlCol="0">
            <a:noAutofit/>
          </a:bodyPr>
          <a:lstStyle/>
          <a:p>
            <a:pPr algn="l">
              <a:spcBef>
                <a:spcPts val="600"/>
              </a:spcBef>
            </a:pPr>
            <a:r>
              <a:rPr lang="en-US" sz="1400" dirty="0">
                <a:solidFill>
                  <a:schemeClr val="tx1"/>
                </a:solidFill>
              </a:rPr>
              <a:t>This document has been prepared by Mutares AG solely for the use in this presentation.</a:t>
            </a:r>
          </a:p>
          <a:p>
            <a:pPr algn="l">
              <a:spcBef>
                <a:spcPts val="600"/>
              </a:spcBef>
            </a:pPr>
            <a:r>
              <a:rPr lang="en-US" sz="1400" dirty="0">
                <a:solidFill>
                  <a:schemeClr val="tx1"/>
                </a:solidFill>
              </a:rPr>
              <a:t>The information contained in this document has not been independently verified. No representation or warranty - whether expressed or implied – is made as to, and no reliance should be placed on, the fairness, accuracy, completeness or correctness of the information or opinions contained therein. Neither the company nor any of its affiliates, advisors or representatives shall have any liability whatsoever (in negligence or otherwise) for any loss arising from any use of this document or its content or otherwise arising in connection with this document.</a:t>
            </a:r>
          </a:p>
          <a:p>
            <a:pPr algn="l">
              <a:spcBef>
                <a:spcPts val="600"/>
              </a:spcBef>
            </a:pPr>
            <a:r>
              <a:rPr lang="en-US" sz="1400" dirty="0">
                <a:solidFill>
                  <a:schemeClr val="tx1"/>
                </a:solidFill>
              </a:rPr>
              <a:t>This document does not constitute an offer or invitation to purchase or subscribe for any shares and neither this document nor any part of it shall form the basis of, or be relied upon in connection with, any contract or commitment whatsoever.</a:t>
            </a:r>
          </a:p>
          <a:p>
            <a:pPr algn="l">
              <a:spcBef>
                <a:spcPts val="600"/>
              </a:spcBef>
            </a:pPr>
            <a:r>
              <a:rPr lang="en-US" sz="1400" dirty="0">
                <a:solidFill>
                  <a:schemeClr val="tx1"/>
                </a:solidFill>
              </a:rPr>
              <a:t>This document contains forward-looking statements that are based on current estimates and assumptions made by the management of Mutares AG, and other information currently available to them. The words “anticipate,” “assume,” “believe,” “estimate,” “expect,” “intend,” “may,” “plan,” “project,” “should” and similar expressions are used to identify forward-looking statements. Various known and unknown risks, uncertainties and other factors could cause actual results to differ materially from those contained in the forward-looking statements. Mutares AG does not intend or assume any obligation to update any forward-looking statements. Any forward-looking statement speaks only as of the date on which it is made and is based on numerous assumptions which may or may not prove to be correct.</a:t>
            </a:r>
          </a:p>
          <a:p>
            <a:pPr algn="l">
              <a:spcBef>
                <a:spcPts val="600"/>
              </a:spcBef>
            </a:pPr>
            <a:r>
              <a:rPr lang="en-US" sz="1400" dirty="0">
                <a:solidFill>
                  <a:schemeClr val="tx1"/>
                </a:solidFill>
              </a:rPr>
              <a:t>This presentation and its contents are confidential and are not for release, reproduction, publication or distribution, in whole or in part, directly</a:t>
            </a:r>
            <a:br>
              <a:rPr lang="en-US" sz="1400" dirty="0">
                <a:solidFill>
                  <a:schemeClr val="tx1"/>
                </a:solidFill>
              </a:rPr>
            </a:br>
            <a:r>
              <a:rPr lang="en-US" sz="1400" dirty="0">
                <a:solidFill>
                  <a:schemeClr val="tx1"/>
                </a:solidFill>
              </a:rPr>
              <a:t>or indirectly, in or into or from the United States of America, Canada, Australia, Japan or any jurisdiction where such distribution is unlawful. This presentation is not an offer or invitation to buy or sell securities in any jurisdiction.</a:t>
            </a:r>
          </a:p>
          <a:p>
            <a:pPr algn="l">
              <a:spcBef>
                <a:spcPts val="600"/>
              </a:spcBef>
            </a:pPr>
            <a:r>
              <a:rPr lang="en-US" sz="1400" dirty="0">
                <a:solidFill>
                  <a:schemeClr val="tx1"/>
                </a:solidFill>
              </a:rPr>
              <a:t>By accepting this document, you agree with the foregoing. </a:t>
            </a:r>
          </a:p>
          <a:p>
            <a:pPr algn="l">
              <a:spcBef>
                <a:spcPts val="600"/>
              </a:spcBef>
            </a:pPr>
            <a:endParaRPr lang="en-US" sz="1400" dirty="0">
              <a:solidFill>
                <a:schemeClr val="tx1"/>
              </a:solidFill>
            </a:endParaRPr>
          </a:p>
          <a:p>
            <a:pPr algn="l">
              <a:spcBef>
                <a:spcPts val="600"/>
              </a:spcBef>
            </a:pPr>
            <a:endParaRPr lang="en-US" sz="1400" dirty="0">
              <a:solidFill>
                <a:schemeClr val="tx1"/>
              </a:solidFill>
            </a:endParaRPr>
          </a:p>
        </p:txBody>
      </p:sp>
    </p:spTree>
    <p:extLst>
      <p:ext uri="{BB962C8B-B14F-4D97-AF65-F5344CB8AC3E}">
        <p14:creationId xmlns:p14="http://schemas.microsoft.com/office/powerpoint/2010/main" val="3456016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998"/>
            </a:lvl1pPr>
          </a:lstStyle>
          <a:p>
            <a:r>
              <a:rPr lang="de-DE"/>
              <a:t>Mastertitelformat bearbeiten</a:t>
            </a:r>
            <a:endParaRPr lang="en-US"/>
          </a:p>
        </p:txBody>
      </p:sp>
      <p:sp>
        <p:nvSpPr>
          <p:cNvPr id="3" name="Subtitle 2"/>
          <p:cNvSpPr>
            <a:spLocks noGrp="1"/>
          </p:cNvSpPr>
          <p:nvPr>
            <p:ph type="subTitle" idx="1"/>
          </p:nvPr>
        </p:nvSpPr>
        <p:spPr>
          <a:xfrm>
            <a:off x="1524001" y="3602038"/>
            <a:ext cx="9144000"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E1997FFD-ABDA-45CF-8A51-58C35CC6A23D}" type="datetimeFigureOut">
              <a:rPr lang="de-DE" smtClean="0"/>
              <a:t>29.11.2022</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57D3B8-0CE6-4660-8DF6-320B0FD4BCD2}" type="slidenum">
              <a:rPr lang="de-DE" smtClean="0"/>
              <a:t>‹#›</a:t>
            </a:fld>
            <a:endParaRPr lang="de-DE"/>
          </a:p>
        </p:txBody>
      </p:sp>
    </p:spTree>
    <p:extLst>
      <p:ext uri="{BB962C8B-B14F-4D97-AF65-F5344CB8AC3E}">
        <p14:creationId xmlns:p14="http://schemas.microsoft.com/office/powerpoint/2010/main" val="2622063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08097" y="4823619"/>
            <a:ext cx="8921212" cy="414338"/>
          </a:xfrm>
        </p:spPr>
        <p:txBody>
          <a:bodyPr anchor="t"/>
          <a:lstStyle>
            <a:lvl1pPr algn="l">
              <a:defRPr sz="2800">
                <a:latin typeface="Calibri" panose="020F0502020204030204" pitchFamily="34" charset="0"/>
                <a:cs typeface="Calibri" panose="020F0502020204030204" pitchFamily="34" charset="0"/>
              </a:defRPr>
            </a:lvl1pPr>
          </a:lstStyle>
          <a:p>
            <a:r>
              <a:rPr lang="de-DE" dirty="0"/>
              <a:t>Mastertitelformat bearbeiten</a:t>
            </a:r>
            <a:endParaRPr lang="en-US" dirty="0"/>
          </a:p>
        </p:txBody>
      </p:sp>
      <p:sp>
        <p:nvSpPr>
          <p:cNvPr id="3" name="Subtitle 2"/>
          <p:cNvSpPr>
            <a:spLocks noGrp="1"/>
          </p:cNvSpPr>
          <p:nvPr>
            <p:ph type="subTitle" idx="1"/>
          </p:nvPr>
        </p:nvSpPr>
        <p:spPr bwMode="gray">
          <a:xfrm>
            <a:off x="405715" y="5272087"/>
            <a:ext cx="8921212" cy="414338"/>
          </a:xfrm>
        </p:spPr>
        <p:txBody>
          <a:bodyPr/>
          <a:lstStyle>
            <a:lvl1pPr marL="0" indent="0" algn="l">
              <a:spcBef>
                <a:spcPts val="0"/>
              </a:spcBef>
              <a:buNone/>
              <a:defRPr sz="2800">
                <a:latin typeface="Calibri" panose="020F0502020204030204" pitchFamily="34" charset="0"/>
                <a:cs typeface="Calibri" panose="020F0502020204030204" pitchFamily="34" charset="0"/>
              </a:defRPr>
            </a:lvl1pPr>
            <a:lvl2pPr marL="0" indent="0" algn="l">
              <a:spcBef>
                <a:spcPts val="0"/>
              </a:spcBef>
              <a:buNone/>
              <a:defRPr sz="2800"/>
            </a:lvl2pPr>
            <a:lvl3pPr marL="0" indent="0" algn="l">
              <a:spcBef>
                <a:spcPts val="0"/>
              </a:spcBef>
              <a:buNone/>
              <a:defRPr sz="2800"/>
            </a:lvl3pPr>
            <a:lvl4pPr marL="0" indent="0" algn="l">
              <a:spcBef>
                <a:spcPts val="0"/>
              </a:spcBef>
              <a:buNone/>
              <a:defRPr sz="2800"/>
            </a:lvl4pPr>
            <a:lvl5pPr marL="0" indent="0" algn="l">
              <a:spcBef>
                <a:spcPts val="0"/>
              </a:spcBef>
              <a:buNone/>
              <a:defRPr sz="2800"/>
            </a:lvl5pPr>
            <a:lvl6pPr marL="0" indent="0" algn="l">
              <a:spcBef>
                <a:spcPts val="0"/>
              </a:spcBef>
              <a:buNone/>
              <a:defRPr sz="2800"/>
            </a:lvl6pPr>
            <a:lvl7pPr marL="0" indent="0" algn="l">
              <a:spcBef>
                <a:spcPts val="0"/>
              </a:spcBef>
              <a:buNone/>
              <a:defRPr sz="2800"/>
            </a:lvl7pPr>
            <a:lvl8pPr marL="0" indent="0" algn="l">
              <a:spcBef>
                <a:spcPts val="0"/>
              </a:spcBef>
              <a:buNone/>
              <a:defRPr sz="2800"/>
            </a:lvl8pPr>
            <a:lvl9pPr marL="0" indent="0" algn="l">
              <a:spcBef>
                <a:spcPts val="0"/>
              </a:spcBef>
              <a:buNone/>
              <a:defRPr sz="2800"/>
            </a:lvl9pPr>
          </a:lstStyle>
          <a:p>
            <a:pPr lvl="0"/>
            <a:r>
              <a:rPr lang="de-DE"/>
              <a:t>Master-Untertitelformat bearbeiten</a:t>
            </a:r>
            <a:endParaRPr lang="en-US" dirty="0"/>
          </a:p>
        </p:txBody>
      </p:sp>
      <p:sp>
        <p:nvSpPr>
          <p:cNvPr id="4" name="Date Placeholder 3"/>
          <p:cNvSpPr>
            <a:spLocks noGrp="1"/>
          </p:cNvSpPr>
          <p:nvPr>
            <p:ph type="dt" sz="half" idx="10"/>
          </p:nvPr>
        </p:nvSpPr>
        <p:spPr bwMode="gray"/>
        <p:txBody>
          <a:bodyPr/>
          <a:lstStyle/>
          <a:p>
            <a:fld id="{B5BB544D-367E-4EB9-B594-12E2948A8C6F}"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lvl1pPr>
              <a:defRPr>
                <a:noFill/>
              </a:defRPr>
            </a:lvl1pPr>
            <a:lvl2pPr>
              <a:defRPr>
                <a:noFill/>
              </a:defRPr>
            </a:lvl2pPr>
            <a:lvl3pPr>
              <a:defRPr>
                <a:noFill/>
              </a:defRPr>
            </a:lvl3pPr>
            <a:lvl4pPr>
              <a:defRPr>
                <a:noFill/>
              </a:defRPr>
            </a:lvl4pPr>
            <a:lvl5pPr>
              <a:defRPr>
                <a:noFill/>
              </a:defRPr>
            </a:lvl5pPr>
            <a:lvl6pPr>
              <a:defRPr>
                <a:noFill/>
              </a:defRPr>
            </a:lvl6pPr>
            <a:lvl7pPr>
              <a:defRPr>
                <a:noFill/>
              </a:defRPr>
            </a:lvl7pPr>
            <a:lvl8pPr>
              <a:defRPr>
                <a:noFill/>
              </a:defRPr>
            </a:lvl8pPr>
            <a:lvl9pPr>
              <a:defRPr>
                <a:noFill/>
              </a:defRPr>
            </a:lvl9pPr>
          </a:lstStyle>
          <a:p>
            <a:fld id="{66AA3846-8976-4D24-8224-CEE1235CE9F4}" type="slidenum">
              <a:rPr lang="en-US" smtClean="0"/>
              <a:pPr/>
              <a:t>‹#›</a:t>
            </a:fld>
            <a:endParaRPr lang="en-US" dirty="0"/>
          </a:p>
        </p:txBody>
      </p:sp>
      <p:sp>
        <p:nvSpPr>
          <p:cNvPr id="79" name="Text Placeholder 78">
            <a:extLst>
              <a:ext uri="{FF2B5EF4-FFF2-40B4-BE49-F238E27FC236}">
                <a16:creationId xmlns:a16="http://schemas.microsoft.com/office/drawing/2014/main" id="{D478C85D-0D76-47CB-8C7A-2CFA61ADBA85}"/>
              </a:ext>
            </a:extLst>
          </p:cNvPr>
          <p:cNvSpPr>
            <a:spLocks noGrp="1"/>
          </p:cNvSpPr>
          <p:nvPr>
            <p:ph type="body" sz="quarter" idx="14"/>
          </p:nvPr>
        </p:nvSpPr>
        <p:spPr bwMode="gray">
          <a:xfrm>
            <a:off x="416828" y="5946776"/>
            <a:ext cx="5321099" cy="238124"/>
          </a:xfrm>
        </p:spPr>
        <p:txBody>
          <a:bodyPr/>
          <a:lstStyle>
            <a:lvl1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1pPr>
            <a:lvl2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2pPr>
            <a:lvl3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3pPr>
            <a:lvl4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4pPr>
            <a:lvl5pPr marL="0" indent="0">
              <a:spcBef>
                <a:spcPts val="0"/>
              </a:spcBef>
              <a:buFont typeface="Arial" panose="020B0604020202020204" pitchFamily="34" charset="0"/>
              <a:buNone/>
              <a:defRPr sz="1600">
                <a:solidFill>
                  <a:schemeClr val="tx1"/>
                </a:solidFill>
                <a:latin typeface="Calibri" panose="020F0502020204030204" pitchFamily="34" charset="0"/>
                <a:cs typeface="Calibri" panose="020F0502020204030204" pitchFamily="34" charset="0"/>
              </a:defRPr>
            </a:lvl5pPr>
            <a:lvl6pPr marL="0" indent="0">
              <a:spcBef>
                <a:spcPts val="0"/>
              </a:spcBef>
              <a:buFont typeface="Arial" panose="020B0604020202020204" pitchFamily="34" charset="0"/>
              <a:buNone/>
              <a:defRPr sz="1600">
                <a:solidFill>
                  <a:schemeClr val="tx1"/>
                </a:solidFill>
              </a:defRPr>
            </a:lvl6pPr>
            <a:lvl7pPr marL="0" indent="0">
              <a:spcBef>
                <a:spcPts val="0"/>
              </a:spcBef>
              <a:buFont typeface="Arial" panose="020B0604020202020204" pitchFamily="34" charset="0"/>
              <a:buNone/>
              <a:defRPr sz="1600">
                <a:solidFill>
                  <a:schemeClr val="tx1"/>
                </a:solidFill>
              </a:defRPr>
            </a:lvl7pPr>
            <a:lvl8pPr marL="0" indent="0">
              <a:spcBef>
                <a:spcPts val="0"/>
              </a:spcBef>
              <a:buFont typeface="Arial" panose="020B0604020202020204" pitchFamily="34" charset="0"/>
              <a:buNone/>
              <a:defRPr sz="1600">
                <a:solidFill>
                  <a:schemeClr val="tx1"/>
                </a:solidFill>
              </a:defRPr>
            </a:lvl8pPr>
            <a:lvl9pPr marL="0" indent="0">
              <a:spcBef>
                <a:spcPts val="0"/>
              </a:spcBef>
              <a:buFont typeface="Arial" panose="020B0604020202020204" pitchFamily="34" charset="0"/>
              <a:buNone/>
              <a:defRPr sz="16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grpSp>
        <p:nvGrpSpPr>
          <p:cNvPr id="81" name="Group 80">
            <a:extLst>
              <a:ext uri="{FF2B5EF4-FFF2-40B4-BE49-F238E27FC236}">
                <a16:creationId xmlns:a16="http://schemas.microsoft.com/office/drawing/2014/main" id="{F6981068-6445-4488-BBE2-B96D48D0CB9E}"/>
              </a:ext>
            </a:extLst>
          </p:cNvPr>
          <p:cNvGrpSpPr/>
          <p:nvPr/>
        </p:nvGrpSpPr>
        <p:grpSpPr bwMode="gray">
          <a:xfrm>
            <a:off x="431912" y="-137594"/>
            <a:ext cx="11660843" cy="116162"/>
            <a:chOff x="431800" y="-137594"/>
            <a:chExt cx="11657806" cy="116162"/>
          </a:xfrm>
        </p:grpSpPr>
        <p:grpSp>
          <p:nvGrpSpPr>
            <p:cNvPr id="82" name="Group 81">
              <a:extLst>
                <a:ext uri="{FF2B5EF4-FFF2-40B4-BE49-F238E27FC236}">
                  <a16:creationId xmlns:a16="http://schemas.microsoft.com/office/drawing/2014/main" id="{413E4756-0ADA-40B4-BEBB-470B003B931F}"/>
                </a:ext>
              </a:extLst>
            </p:cNvPr>
            <p:cNvGrpSpPr/>
            <p:nvPr/>
          </p:nvGrpSpPr>
          <p:grpSpPr bwMode="gray">
            <a:xfrm>
              <a:off x="431800" y="-137594"/>
              <a:ext cx="332581" cy="116162"/>
              <a:chOff x="431800" y="-137594"/>
              <a:chExt cx="332581" cy="116162"/>
            </a:xfrm>
          </p:grpSpPr>
          <p:cxnSp>
            <p:nvCxnSpPr>
              <p:cNvPr id="92" name="Straight Connector 91">
                <a:extLst>
                  <a:ext uri="{FF2B5EF4-FFF2-40B4-BE49-F238E27FC236}">
                    <a16:creationId xmlns:a16="http://schemas.microsoft.com/office/drawing/2014/main" id="{2A0E65C9-4FCD-4DBC-B322-FEB5BE9023C7}"/>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78E6E0-A11E-4FB9-AAEE-4661D191105C}"/>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3" name="Group 82">
              <a:extLst>
                <a:ext uri="{FF2B5EF4-FFF2-40B4-BE49-F238E27FC236}">
                  <a16:creationId xmlns:a16="http://schemas.microsoft.com/office/drawing/2014/main" id="{07F3BE9F-7822-4420-B780-927F1DC4153C}"/>
                </a:ext>
              </a:extLst>
            </p:cNvPr>
            <p:cNvGrpSpPr/>
            <p:nvPr/>
          </p:nvGrpSpPr>
          <p:grpSpPr bwMode="gray">
            <a:xfrm>
              <a:off x="11757025" y="-137594"/>
              <a:ext cx="332581" cy="116162"/>
              <a:chOff x="431800" y="-137594"/>
              <a:chExt cx="332581" cy="116162"/>
            </a:xfrm>
          </p:grpSpPr>
          <p:cxnSp>
            <p:nvCxnSpPr>
              <p:cNvPr id="90" name="Straight Connector 89">
                <a:extLst>
                  <a:ext uri="{FF2B5EF4-FFF2-40B4-BE49-F238E27FC236}">
                    <a16:creationId xmlns:a16="http://schemas.microsoft.com/office/drawing/2014/main" id="{10B67863-4397-4773-B7BC-4453C6D11222}"/>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FAF1407-D87E-488B-A3E6-6B230F555C55}"/>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15,73</a:t>
                </a:r>
              </a:p>
            </p:txBody>
          </p:sp>
        </p:grpSp>
        <p:grpSp>
          <p:nvGrpSpPr>
            <p:cNvPr id="84" name="Group 83">
              <a:extLst>
                <a:ext uri="{FF2B5EF4-FFF2-40B4-BE49-F238E27FC236}">
                  <a16:creationId xmlns:a16="http://schemas.microsoft.com/office/drawing/2014/main" id="{64176752-F0B2-4AFE-A58A-BBE3990372BC}"/>
                </a:ext>
              </a:extLst>
            </p:cNvPr>
            <p:cNvGrpSpPr/>
            <p:nvPr/>
          </p:nvGrpSpPr>
          <p:grpSpPr bwMode="gray">
            <a:xfrm>
              <a:off x="6451600" y="-137594"/>
              <a:ext cx="332581" cy="116162"/>
              <a:chOff x="431800" y="-137594"/>
              <a:chExt cx="332581" cy="116162"/>
            </a:xfrm>
          </p:grpSpPr>
          <p:cxnSp>
            <p:nvCxnSpPr>
              <p:cNvPr id="88" name="Straight Connector 87">
                <a:extLst>
                  <a:ext uri="{FF2B5EF4-FFF2-40B4-BE49-F238E27FC236}">
                    <a16:creationId xmlns:a16="http://schemas.microsoft.com/office/drawing/2014/main" id="{84FCAC45-CF9B-4259-BB07-9A634D7287C9}"/>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703D4E4E-1843-4E32-867F-B7AFF6DF6C89}"/>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nvGrpSpPr>
            <p:cNvPr id="85" name="Group 84">
              <a:extLst>
                <a:ext uri="{FF2B5EF4-FFF2-40B4-BE49-F238E27FC236}">
                  <a16:creationId xmlns:a16="http://schemas.microsoft.com/office/drawing/2014/main" id="{AD293070-1C40-48AB-B804-FF2E0ABCEF21}"/>
                </a:ext>
              </a:extLst>
            </p:cNvPr>
            <p:cNvGrpSpPr/>
            <p:nvPr/>
          </p:nvGrpSpPr>
          <p:grpSpPr bwMode="gray">
            <a:xfrm>
              <a:off x="5738813" y="-137594"/>
              <a:ext cx="332581" cy="116162"/>
              <a:chOff x="431800" y="-137594"/>
              <a:chExt cx="332581" cy="116162"/>
            </a:xfrm>
          </p:grpSpPr>
          <p:cxnSp>
            <p:nvCxnSpPr>
              <p:cNvPr id="86" name="Straight Connector 85">
                <a:extLst>
                  <a:ext uri="{FF2B5EF4-FFF2-40B4-BE49-F238E27FC236}">
                    <a16:creationId xmlns:a16="http://schemas.microsoft.com/office/drawing/2014/main" id="{2A693FAF-B077-4418-9799-264DA5789E1B}"/>
                  </a:ext>
                </a:extLst>
              </p:cNvPr>
              <p:cNvCxnSpPr>
                <a:cxnSpLocks/>
              </p:cNvCxnSpPr>
              <p:nvPr/>
            </p:nvCxnSpPr>
            <p:spPr bwMode="gray">
              <a:xfrm flipV="1">
                <a:off x="431800" y="-137594"/>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A3F51940-E5C8-488D-93D6-9709024BC1D7}"/>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0,99</a:t>
                </a:r>
              </a:p>
            </p:txBody>
          </p:sp>
        </p:grpSp>
      </p:grpSp>
      <p:sp>
        <p:nvSpPr>
          <p:cNvPr id="41" name="Rectangle 40">
            <a:extLst>
              <a:ext uri="{FF2B5EF4-FFF2-40B4-BE49-F238E27FC236}">
                <a16:creationId xmlns:a16="http://schemas.microsoft.com/office/drawing/2014/main" id="{75790976-4CFB-4E69-A1A1-1AD5ADDFB4D9}"/>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42" name="Rectangle 41">
            <a:extLst>
              <a:ext uri="{FF2B5EF4-FFF2-40B4-BE49-F238E27FC236}">
                <a16:creationId xmlns:a16="http://schemas.microsoft.com/office/drawing/2014/main" id="{6A41C8F3-0D32-417D-9938-56FB4251857D}"/>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43" name="Rectangle 42">
            <a:extLst>
              <a:ext uri="{FF2B5EF4-FFF2-40B4-BE49-F238E27FC236}">
                <a16:creationId xmlns:a16="http://schemas.microsoft.com/office/drawing/2014/main" id="{537D71B4-D577-418A-B4B0-775491198353}"/>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44" name="Rectangle 43">
            <a:extLst>
              <a:ext uri="{FF2B5EF4-FFF2-40B4-BE49-F238E27FC236}">
                <a16:creationId xmlns:a16="http://schemas.microsoft.com/office/drawing/2014/main" id="{60CBAFA1-5D3C-43E1-9E4F-623534082290}"/>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45" name="Rectangle 44">
            <a:extLst>
              <a:ext uri="{FF2B5EF4-FFF2-40B4-BE49-F238E27FC236}">
                <a16:creationId xmlns:a16="http://schemas.microsoft.com/office/drawing/2014/main" id="{096D1BBF-FE7A-42ED-B200-3333F1C60BAE}"/>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46" name="Rectangle 45">
            <a:extLst>
              <a:ext uri="{FF2B5EF4-FFF2-40B4-BE49-F238E27FC236}">
                <a16:creationId xmlns:a16="http://schemas.microsoft.com/office/drawing/2014/main" id="{5DD60B4B-676B-4179-BBCE-00C78BD383EE}"/>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47" name="Rectangle 46">
            <a:extLst>
              <a:ext uri="{FF2B5EF4-FFF2-40B4-BE49-F238E27FC236}">
                <a16:creationId xmlns:a16="http://schemas.microsoft.com/office/drawing/2014/main" id="{90C3B9D2-8103-4BC5-A251-B3ABA10D41F4}"/>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48" name="Rectangle 47">
            <a:extLst>
              <a:ext uri="{FF2B5EF4-FFF2-40B4-BE49-F238E27FC236}">
                <a16:creationId xmlns:a16="http://schemas.microsoft.com/office/drawing/2014/main" id="{6F0AF73A-B048-47B7-BEEC-A145391EA1A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49" name="Rectangle 48">
            <a:extLst>
              <a:ext uri="{FF2B5EF4-FFF2-40B4-BE49-F238E27FC236}">
                <a16:creationId xmlns:a16="http://schemas.microsoft.com/office/drawing/2014/main" id="{6C54A74B-20E3-482A-9FD4-56C26A063038}"/>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50" name="Rectangle 49">
            <a:extLst>
              <a:ext uri="{FF2B5EF4-FFF2-40B4-BE49-F238E27FC236}">
                <a16:creationId xmlns:a16="http://schemas.microsoft.com/office/drawing/2014/main" id="{DBDBD4CD-FA3A-4B0C-A1DB-4DB8B71959F7}"/>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grpSp>
        <p:nvGrpSpPr>
          <p:cNvPr id="33" name="Group 32">
            <a:extLst>
              <a:ext uri="{FF2B5EF4-FFF2-40B4-BE49-F238E27FC236}">
                <a16:creationId xmlns:a16="http://schemas.microsoft.com/office/drawing/2014/main" id="{706F37D2-C569-4CA3-9227-7AAC0E78DFCC}"/>
              </a:ext>
            </a:extLst>
          </p:cNvPr>
          <p:cNvGrpSpPr/>
          <p:nvPr/>
        </p:nvGrpSpPr>
        <p:grpSpPr>
          <a:xfrm>
            <a:off x="12231953" y="1743075"/>
            <a:ext cx="312025" cy="133088"/>
            <a:chOff x="452437" y="-154520"/>
            <a:chExt cx="311944" cy="133088"/>
          </a:xfrm>
        </p:grpSpPr>
        <p:cxnSp>
          <p:nvCxnSpPr>
            <p:cNvPr id="35" name="Straight Connector 34">
              <a:extLst>
                <a:ext uri="{FF2B5EF4-FFF2-40B4-BE49-F238E27FC236}">
                  <a16:creationId xmlns:a16="http://schemas.microsoft.com/office/drawing/2014/main" id="{2170F204-9B0E-48BC-955D-D1CF85871428}"/>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639D74-7C38-4842-9867-776EE81AA48F}"/>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4,68</a:t>
              </a:r>
            </a:p>
          </p:txBody>
        </p:sp>
      </p:grpSp>
      <p:grpSp>
        <p:nvGrpSpPr>
          <p:cNvPr id="37" name="Group 36">
            <a:extLst>
              <a:ext uri="{FF2B5EF4-FFF2-40B4-BE49-F238E27FC236}">
                <a16:creationId xmlns:a16="http://schemas.microsoft.com/office/drawing/2014/main" id="{E71B59BE-5D9D-426A-8EBB-7A039B86FF2A}"/>
              </a:ext>
            </a:extLst>
          </p:cNvPr>
          <p:cNvGrpSpPr/>
          <p:nvPr/>
        </p:nvGrpSpPr>
        <p:grpSpPr>
          <a:xfrm>
            <a:off x="12231953" y="6323013"/>
            <a:ext cx="312025" cy="133088"/>
            <a:chOff x="452437" y="-154520"/>
            <a:chExt cx="311944" cy="133088"/>
          </a:xfrm>
        </p:grpSpPr>
        <p:cxnSp>
          <p:nvCxnSpPr>
            <p:cNvPr id="38" name="Straight Connector 37">
              <a:extLst>
                <a:ext uri="{FF2B5EF4-FFF2-40B4-BE49-F238E27FC236}">
                  <a16:creationId xmlns:a16="http://schemas.microsoft.com/office/drawing/2014/main" id="{CBC922FF-2F5B-4175-84A8-DD7CE547C83E}"/>
                </a:ext>
              </a:extLst>
            </p:cNvPr>
            <p:cNvCxnSpPr>
              <a:cxnSpLocks/>
            </p:cNvCxnSpPr>
            <p:nvPr/>
          </p:nvCxnSpPr>
          <p:spPr bwMode="gray">
            <a:xfrm rot="5400000" flipV="1">
              <a:off x="504566" y="-206649"/>
              <a:ext cx="0" cy="104257"/>
            </a:xfrm>
            <a:prstGeom prst="line">
              <a:avLst/>
            </a:prstGeom>
            <a:ln w="635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6057258-12F6-489F-8AB2-A11ED7E8A9AD}"/>
                </a:ext>
              </a:extLst>
            </p:cNvPr>
            <p:cNvSpPr txBox="1"/>
            <p:nvPr/>
          </p:nvSpPr>
          <p:spPr bwMode="gray">
            <a:xfrm>
              <a:off x="452437" y="-119063"/>
              <a:ext cx="311944" cy="97631"/>
            </a:xfrm>
            <a:prstGeom prst="rect">
              <a:avLst/>
            </a:prstGeom>
            <a:noFill/>
          </p:spPr>
          <p:txBody>
            <a:bodyPr wrap="square" lIns="0" tIns="0" rIns="0" bIns="0" rtlCol="0">
              <a:noAutofit/>
            </a:bodyPr>
            <a:lstStyle/>
            <a:p>
              <a:pPr algn="l"/>
              <a:r>
                <a:rPr lang="en-US" sz="600" dirty="0">
                  <a:solidFill>
                    <a:schemeClr val="accent2"/>
                  </a:solidFill>
                </a:rPr>
                <a:t>8,04</a:t>
              </a:r>
            </a:p>
          </p:txBody>
        </p:sp>
      </p:grpSp>
      <p:sp>
        <p:nvSpPr>
          <p:cNvPr id="53" name="Titel 1">
            <a:extLst>
              <a:ext uri="{FF2B5EF4-FFF2-40B4-BE49-F238E27FC236}">
                <a16:creationId xmlns:a16="http://schemas.microsoft.com/office/drawing/2014/main" id="{CB060D37-875C-4455-9200-E41FAE7B588E}"/>
              </a:ext>
            </a:extLst>
          </p:cNvPr>
          <p:cNvSpPr txBox="1">
            <a:spLocks/>
          </p:cNvSpPr>
          <p:nvPr userDrawn="1"/>
        </p:nvSpPr>
        <p:spPr>
          <a:xfrm>
            <a:off x="1524397" y="1122363"/>
            <a:ext cx="9146382"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HelveticaRounded LT Std Bd" panose="020F0804030503020204" pitchFamily="34"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de-DE" sz="6000" b="0" i="0" u="none" strike="noStrike" kern="1200" cap="none" spc="0" normalizeH="0" baseline="0" noProof="0" dirty="0">
              <a:ln>
                <a:noFill/>
              </a:ln>
              <a:solidFill>
                <a:srgbClr val="014156"/>
              </a:solidFill>
              <a:effectLst/>
              <a:uLnTx/>
              <a:uFillTx/>
              <a:latin typeface="HelveticaRounded LT Std Bd" panose="020F0804030503020204" pitchFamily="34" charset="0"/>
              <a:ea typeface="+mj-ea"/>
              <a:cs typeface="+mj-cs"/>
            </a:endParaRPr>
          </a:p>
        </p:txBody>
      </p:sp>
      <p:pic>
        <p:nvPicPr>
          <p:cNvPr id="55" name="Image 7">
            <a:extLst>
              <a:ext uri="{FF2B5EF4-FFF2-40B4-BE49-F238E27FC236}">
                <a16:creationId xmlns:a16="http://schemas.microsoft.com/office/drawing/2014/main" id="{41CF99E7-CAB2-4CC7-A4FE-8897FC962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187215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7" name="Text Placeholder 78">
            <a:extLst>
              <a:ext uri="{FF2B5EF4-FFF2-40B4-BE49-F238E27FC236}">
                <a16:creationId xmlns:a16="http://schemas.microsoft.com/office/drawing/2014/main" id="{2D8AB393-B60E-41D0-A906-6EB582889535}"/>
              </a:ext>
            </a:extLst>
          </p:cNvPr>
          <p:cNvSpPr>
            <a:spLocks noGrp="1"/>
          </p:cNvSpPr>
          <p:nvPr>
            <p:ph type="body" sz="quarter" idx="22"/>
          </p:nvPr>
        </p:nvSpPr>
        <p:spPr bwMode="gray">
          <a:xfrm>
            <a:off x="431912" y="464019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6" name="Text Placeholder 78">
            <a:extLst>
              <a:ext uri="{FF2B5EF4-FFF2-40B4-BE49-F238E27FC236}">
                <a16:creationId xmlns:a16="http://schemas.microsoft.com/office/drawing/2014/main" id="{A5851E46-AAEF-44B6-8D26-B7430D3DD438}"/>
              </a:ext>
            </a:extLst>
          </p:cNvPr>
          <p:cNvSpPr>
            <a:spLocks noGrp="1"/>
          </p:cNvSpPr>
          <p:nvPr>
            <p:ph type="body" sz="quarter" idx="21"/>
          </p:nvPr>
        </p:nvSpPr>
        <p:spPr bwMode="gray">
          <a:xfrm>
            <a:off x="431912" y="3942349"/>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5" name="Text Placeholder 78">
            <a:extLst>
              <a:ext uri="{FF2B5EF4-FFF2-40B4-BE49-F238E27FC236}">
                <a16:creationId xmlns:a16="http://schemas.microsoft.com/office/drawing/2014/main" id="{00DA6AFB-02DA-495D-B7D5-1BFDA17F11EA}"/>
              </a:ext>
            </a:extLst>
          </p:cNvPr>
          <p:cNvSpPr>
            <a:spLocks noGrp="1"/>
          </p:cNvSpPr>
          <p:nvPr>
            <p:ph type="body" sz="quarter" idx="20"/>
          </p:nvPr>
        </p:nvSpPr>
        <p:spPr bwMode="gray">
          <a:xfrm>
            <a:off x="431912" y="3244502"/>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4" name="Text Placeholder 78">
            <a:extLst>
              <a:ext uri="{FF2B5EF4-FFF2-40B4-BE49-F238E27FC236}">
                <a16:creationId xmlns:a16="http://schemas.microsoft.com/office/drawing/2014/main" id="{361F8330-70C6-43B9-9363-BB4C67171EE3}"/>
              </a:ext>
            </a:extLst>
          </p:cNvPr>
          <p:cNvSpPr>
            <a:spLocks noGrp="1"/>
          </p:cNvSpPr>
          <p:nvPr>
            <p:ph type="body" sz="quarter" idx="19"/>
          </p:nvPr>
        </p:nvSpPr>
        <p:spPr bwMode="gray">
          <a:xfrm>
            <a:off x="431912" y="2546655"/>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defRPr>
            </a:lvl1pPr>
            <a:lvl2pPr marL="0" indent="0" algn="ctr">
              <a:spcBef>
                <a:spcPts val="0"/>
              </a:spcBef>
              <a:buFont typeface="Arial" panose="020B0604020202020204" pitchFamily="34" charset="0"/>
              <a:buNone/>
              <a:defRPr sz="1400" b="1">
                <a:solidFill>
                  <a:schemeClr val="bg1"/>
                </a:solidFill>
              </a:defRPr>
            </a:lvl2pPr>
            <a:lvl3pPr marL="0" indent="0" algn="ctr">
              <a:spcBef>
                <a:spcPts val="0"/>
              </a:spcBef>
              <a:buFont typeface="Arial" panose="020B0604020202020204" pitchFamily="34" charset="0"/>
              <a:buNone/>
              <a:defRPr sz="1400" b="1">
                <a:solidFill>
                  <a:schemeClr val="bg1"/>
                </a:solidFill>
              </a:defRPr>
            </a:lvl3pPr>
            <a:lvl4pPr marL="0" indent="0" algn="ctr">
              <a:spcBef>
                <a:spcPts val="0"/>
              </a:spcBef>
              <a:buFont typeface="Arial" panose="020B0604020202020204" pitchFamily="34" charset="0"/>
              <a:buNone/>
              <a:defRPr sz="1400" b="1">
                <a:solidFill>
                  <a:schemeClr val="bg1"/>
                </a:solidFill>
              </a:defRPr>
            </a:lvl4pPr>
            <a:lvl5pPr marL="0" indent="0" algn="ctr">
              <a:spcBef>
                <a:spcPts val="0"/>
              </a:spcBef>
              <a:buFont typeface="Arial" panose="020B0604020202020204" pitchFamily="34" charset="0"/>
              <a:buNone/>
              <a:defRPr sz="1400" b="1">
                <a:solidFill>
                  <a:schemeClr val="bg1"/>
                </a:solidFill>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3" name="Text Placeholder 78">
            <a:extLst>
              <a:ext uri="{FF2B5EF4-FFF2-40B4-BE49-F238E27FC236}">
                <a16:creationId xmlns:a16="http://schemas.microsoft.com/office/drawing/2014/main" id="{3E44FB15-E1CC-4448-8A9D-8FD59F42D029}"/>
              </a:ext>
            </a:extLst>
          </p:cNvPr>
          <p:cNvSpPr>
            <a:spLocks noGrp="1"/>
          </p:cNvSpPr>
          <p:nvPr>
            <p:ph type="body" sz="quarter" idx="18"/>
          </p:nvPr>
        </p:nvSpPr>
        <p:spPr bwMode="gray">
          <a:xfrm>
            <a:off x="431912" y="1848808"/>
            <a:ext cx="252066" cy="252000"/>
          </a:xfrm>
          <a:solidFill>
            <a:schemeClr val="tx1"/>
          </a:solidFill>
        </p:spPr>
        <p:txBody>
          <a:bodyPr anchor="ctr"/>
          <a:lstStyle>
            <a:lvl1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1pPr>
            <a:lvl2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2pPr>
            <a:lvl3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3pPr>
            <a:lvl4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4pPr>
            <a:lvl5pPr marL="0" indent="0" algn="ctr">
              <a:spcBef>
                <a:spcPts val="0"/>
              </a:spcBef>
              <a:buFont typeface="Arial" panose="020B0604020202020204" pitchFamily="34" charset="0"/>
              <a:buNone/>
              <a:defRPr sz="1400" b="1">
                <a:solidFill>
                  <a:schemeClr val="bg1"/>
                </a:solidFill>
                <a:latin typeface="Calibri" panose="020F0502020204030204" pitchFamily="34" charset="0"/>
                <a:cs typeface="Calibri" panose="020F0502020204030204" pitchFamily="34" charset="0"/>
              </a:defRPr>
            </a:lvl5pPr>
            <a:lvl6pPr marL="0" indent="0" algn="ctr">
              <a:spcBef>
                <a:spcPts val="0"/>
              </a:spcBef>
              <a:buFont typeface="Arial" panose="020B0604020202020204" pitchFamily="34" charset="0"/>
              <a:buNone/>
              <a:defRPr sz="1400" b="1">
                <a:solidFill>
                  <a:schemeClr val="bg1"/>
                </a:solidFill>
              </a:defRPr>
            </a:lvl6pPr>
            <a:lvl7pPr marL="0" indent="0" algn="ctr">
              <a:spcBef>
                <a:spcPts val="0"/>
              </a:spcBef>
              <a:buFont typeface="Arial" panose="020B0604020202020204" pitchFamily="34" charset="0"/>
              <a:buNone/>
              <a:defRPr sz="1400" b="1">
                <a:solidFill>
                  <a:schemeClr val="bg1"/>
                </a:solidFill>
              </a:defRPr>
            </a:lvl7pPr>
            <a:lvl8pPr marL="0" indent="0" algn="ctr">
              <a:spcBef>
                <a:spcPts val="0"/>
              </a:spcBef>
              <a:buFont typeface="Arial" panose="020B0604020202020204" pitchFamily="34" charset="0"/>
              <a:buNone/>
              <a:defRPr sz="1400" b="1">
                <a:solidFill>
                  <a:schemeClr val="bg1"/>
                </a:solidFill>
              </a:defRPr>
            </a:lvl8pPr>
            <a:lvl9pPr marL="0" indent="0" algn="ctr">
              <a:spcBef>
                <a:spcPts val="0"/>
              </a:spcBef>
              <a:buFont typeface="Arial" panose="020B0604020202020204" pitchFamily="34" charset="0"/>
              <a:buNone/>
              <a:defRPr sz="1400" b="1">
                <a:solidFill>
                  <a:schemeClr val="bg1"/>
                </a:solidFill>
              </a:defRPr>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824080" y="1689101"/>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lvl1pPr>
              <a:defRPr>
                <a:latin typeface="Calibri" panose="020F0502020204030204" pitchFamily="34" charset="0"/>
                <a:cs typeface="Calibri" panose="020F0502020204030204" pitchFamily="34" charset="0"/>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lvl1pPr>
              <a:defRPr>
                <a:latin typeface="Calibri" panose="020F0502020204030204" pitchFamily="34" charset="0"/>
                <a:cs typeface="Calibri" panose="020F0502020204030204" pitchFamily="34" charset="0"/>
              </a:defRPr>
            </a:lvl1pPr>
          </a:lstStyle>
          <a:p>
            <a:fld id="{8A4065F3-0B89-4DCA-811B-B0642510D177}" type="datetime1">
              <a:rPr lang="en-US" smtClean="0"/>
              <a:pPr/>
              <a:t>11/29/2022</a:t>
            </a:fld>
            <a:endParaRPr lang="en-US" dirty="0"/>
          </a:p>
        </p:txBody>
      </p:sp>
      <p:sp>
        <p:nvSpPr>
          <p:cNvPr id="5" name="Footer Placeholder 4"/>
          <p:cNvSpPr>
            <a:spLocks noGrp="1"/>
          </p:cNvSpPr>
          <p:nvPr>
            <p:ph type="ftr" sz="quarter" idx="11"/>
          </p:nvPr>
        </p:nvSpPr>
        <p:spPr bwMode="gray"/>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atin typeface="Calibri" panose="020F0502020204030204" pitchFamily="34" charset="0"/>
                <a:cs typeface="Calibri" panose="020F0502020204030204" pitchFamily="34" charset="0"/>
              </a:defRPr>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9" name="Text Placeholder 7">
            <a:extLst>
              <a:ext uri="{FF2B5EF4-FFF2-40B4-BE49-F238E27FC236}">
                <a16:creationId xmlns:a16="http://schemas.microsoft.com/office/drawing/2014/main" id="{EB06762B-9338-490E-A51A-86178D17E4AF}"/>
              </a:ext>
            </a:extLst>
          </p:cNvPr>
          <p:cNvSpPr>
            <a:spLocks noGrp="1"/>
          </p:cNvSpPr>
          <p:nvPr>
            <p:ph type="body" sz="quarter" idx="14"/>
          </p:nvPr>
        </p:nvSpPr>
        <p:spPr bwMode="gray">
          <a:xfrm>
            <a:off x="824080" y="238694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0" name="Text Placeholder 7">
            <a:extLst>
              <a:ext uri="{FF2B5EF4-FFF2-40B4-BE49-F238E27FC236}">
                <a16:creationId xmlns:a16="http://schemas.microsoft.com/office/drawing/2014/main" id="{17A05CAE-6C1F-4478-A298-68483FDDB387}"/>
              </a:ext>
            </a:extLst>
          </p:cNvPr>
          <p:cNvSpPr>
            <a:spLocks noGrp="1"/>
          </p:cNvSpPr>
          <p:nvPr>
            <p:ph type="body" sz="quarter" idx="15"/>
          </p:nvPr>
        </p:nvSpPr>
        <p:spPr bwMode="gray">
          <a:xfrm>
            <a:off x="824080" y="3084795"/>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1" name="Text Placeholder 7">
            <a:extLst>
              <a:ext uri="{FF2B5EF4-FFF2-40B4-BE49-F238E27FC236}">
                <a16:creationId xmlns:a16="http://schemas.microsoft.com/office/drawing/2014/main" id="{1F73A826-EA84-46CA-A188-B6B782DCF9D7}"/>
              </a:ext>
            </a:extLst>
          </p:cNvPr>
          <p:cNvSpPr>
            <a:spLocks noGrp="1"/>
          </p:cNvSpPr>
          <p:nvPr>
            <p:ph type="body" sz="quarter" idx="16"/>
          </p:nvPr>
        </p:nvSpPr>
        <p:spPr bwMode="gray">
          <a:xfrm>
            <a:off x="824080" y="3782642"/>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
            <a:extLst>
              <a:ext uri="{FF2B5EF4-FFF2-40B4-BE49-F238E27FC236}">
                <a16:creationId xmlns:a16="http://schemas.microsoft.com/office/drawing/2014/main" id="{096E7866-DDAF-4CED-822B-608E7473BB5F}"/>
              </a:ext>
            </a:extLst>
          </p:cNvPr>
          <p:cNvSpPr>
            <a:spLocks noGrp="1"/>
          </p:cNvSpPr>
          <p:nvPr>
            <p:ph type="body" sz="quarter" idx="17"/>
          </p:nvPr>
        </p:nvSpPr>
        <p:spPr bwMode="gray">
          <a:xfrm>
            <a:off x="824080" y="4480488"/>
            <a:ext cx="7475825" cy="571414"/>
          </a:xfrm>
        </p:spPr>
        <p:txBody>
          <a:bodyPr anchor="ctr"/>
          <a:lstStyle>
            <a:lvl1pPr marL="0" indent="0">
              <a:spcBef>
                <a:spcPts val="0"/>
              </a:spcBef>
              <a:buFont typeface="Arial" panose="020B0604020202020204" pitchFamily="34" charset="0"/>
              <a:buNone/>
              <a:defRPr sz="1800">
                <a:latin typeface="Calibri" panose="020F0502020204030204" pitchFamily="34" charset="0"/>
                <a:cs typeface="Calibri" panose="020F0502020204030204" pitchFamily="34" charset="0"/>
              </a:defRPr>
            </a:lvl1pPr>
            <a:lvl2pPr marL="0" indent="0">
              <a:spcBef>
                <a:spcPts val="0"/>
              </a:spcBef>
              <a:buNone/>
              <a:defRPr sz="1800">
                <a:latin typeface="Calibri" panose="020F0502020204030204" pitchFamily="34" charset="0"/>
                <a:cs typeface="Calibri" panose="020F0502020204030204" pitchFamily="34" charset="0"/>
              </a:defRPr>
            </a:lvl2pPr>
            <a:lvl3pPr marL="0" indent="0">
              <a:spcBef>
                <a:spcPts val="0"/>
              </a:spcBef>
              <a:buNone/>
              <a:defRPr sz="1800">
                <a:latin typeface="Calibri" panose="020F0502020204030204" pitchFamily="34" charset="0"/>
                <a:cs typeface="Calibri" panose="020F0502020204030204" pitchFamily="34" charset="0"/>
              </a:defRPr>
            </a:lvl3pPr>
            <a:lvl4pPr marL="0" indent="0">
              <a:spcBef>
                <a:spcPts val="0"/>
              </a:spcBef>
              <a:buNone/>
              <a:defRPr sz="1800">
                <a:latin typeface="Calibri" panose="020F0502020204030204" pitchFamily="34" charset="0"/>
                <a:cs typeface="Calibri" panose="020F0502020204030204" pitchFamily="34" charset="0"/>
              </a:defRPr>
            </a:lvl4pPr>
            <a:lvl5pPr marL="0" indent="0">
              <a:spcBef>
                <a:spcPts val="0"/>
              </a:spcBef>
              <a:buNone/>
              <a:defRPr sz="1800">
                <a:latin typeface="Calibri" panose="020F0502020204030204" pitchFamily="34" charset="0"/>
                <a:cs typeface="Calibri" panose="020F0502020204030204" pitchFamily="34" charset="0"/>
              </a:defRPr>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11150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11337704"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158987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0" name="Text Placeholder 78">
            <a:extLst>
              <a:ext uri="{FF2B5EF4-FFF2-40B4-BE49-F238E27FC236}">
                <a16:creationId xmlns:a16="http://schemas.microsoft.com/office/drawing/2014/main" id="{F7099330-976A-47A5-84BF-B5C6D9C36066}"/>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9" name="Text Placeholder 78">
            <a:extLst>
              <a:ext uri="{FF2B5EF4-FFF2-40B4-BE49-F238E27FC236}">
                <a16:creationId xmlns:a16="http://schemas.microsoft.com/office/drawing/2014/main" id="{F6C62C21-2457-4A78-9B3F-8F1F4EB789B1}"/>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DC36867-AF14-4F21-B2D1-C8EBB7CFCFDD}"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pPr/>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2"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3" name="Text Placeholder 7">
            <a:extLst>
              <a:ext uri="{FF2B5EF4-FFF2-40B4-BE49-F238E27FC236}">
                <a16:creationId xmlns:a16="http://schemas.microsoft.com/office/drawing/2014/main" id="{11B0FC3E-7EAF-463D-BA75-7EF754B688A5}"/>
              </a:ext>
            </a:extLst>
          </p:cNvPr>
          <p:cNvSpPr>
            <a:spLocks noGrp="1"/>
          </p:cNvSpPr>
          <p:nvPr>
            <p:ph type="body" sz="quarter" idx="16"/>
          </p:nvPr>
        </p:nvSpPr>
        <p:spPr bwMode="gray">
          <a:xfrm>
            <a:off x="6439780" y="1701005"/>
            <a:ext cx="5317925" cy="4619627"/>
          </a:xfrm>
        </p:spPr>
        <p:txBody>
          <a:bodyPr/>
          <a:lstStyle>
            <a:lvl1pPr>
              <a:spcAft>
                <a:spcPts val="600"/>
              </a:spcAft>
              <a:defRPr sz="1600">
                <a:solidFill>
                  <a:schemeClr val="bg2"/>
                </a:solidFill>
                <a:latin typeface="Arial Black" panose="020B0A04020102020204" pitchFamily="34" charset="0"/>
              </a:defRPr>
            </a:lvl1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28046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amp; Picture">
    <p:spTree>
      <p:nvGrpSpPr>
        <p:cNvPr id="1" name=""/>
        <p:cNvGrpSpPr/>
        <p:nvPr/>
      </p:nvGrpSpPr>
      <p:grpSpPr>
        <a:xfrm>
          <a:off x="0" y="0"/>
          <a:ext cx="0" cy="0"/>
          <a:chOff x="0" y="0"/>
          <a:chExt cx="0" cy="0"/>
        </a:xfrm>
      </p:grpSpPr>
      <p:sp>
        <p:nvSpPr>
          <p:cNvPr id="23" name="Text Placeholder 78">
            <a:extLst>
              <a:ext uri="{FF2B5EF4-FFF2-40B4-BE49-F238E27FC236}">
                <a16:creationId xmlns:a16="http://schemas.microsoft.com/office/drawing/2014/main" id="{120556BE-D7B5-4C3F-B270-1F39E006AB7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2" name="Text Placeholder 78">
            <a:extLst>
              <a:ext uri="{FF2B5EF4-FFF2-40B4-BE49-F238E27FC236}">
                <a16:creationId xmlns:a16="http://schemas.microsoft.com/office/drawing/2014/main" id="{DC30A21F-69AB-41BB-B892-4EFBC7626059}"/>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B08FB2D3-05D4-4B98-9AF1-9022C0492E12}"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8" name="Text Placeholder 7">
            <a:extLst>
              <a:ext uri="{FF2B5EF4-FFF2-40B4-BE49-F238E27FC236}">
                <a16:creationId xmlns:a16="http://schemas.microsoft.com/office/drawing/2014/main" id="{AED67736-538E-4EDC-A684-6255A1612E97}"/>
              </a:ext>
            </a:extLst>
          </p:cNvPr>
          <p:cNvSpPr>
            <a:spLocks noGrp="1"/>
          </p:cNvSpPr>
          <p:nvPr>
            <p:ph type="body" sz="quarter" idx="13"/>
          </p:nvPr>
        </p:nvSpPr>
        <p:spPr bwMode="gray">
          <a:xfrm>
            <a:off x="420001" y="1701005"/>
            <a:ext cx="5318585" cy="461962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12" name="Picture Placeholder 6">
            <a:extLst>
              <a:ext uri="{FF2B5EF4-FFF2-40B4-BE49-F238E27FC236}">
                <a16:creationId xmlns:a16="http://schemas.microsoft.com/office/drawing/2014/main" id="{77D2F209-159E-43E4-9755-3283E551A9E5}"/>
              </a:ext>
            </a:extLst>
          </p:cNvPr>
          <p:cNvSpPr>
            <a:spLocks noGrp="1"/>
          </p:cNvSpPr>
          <p:nvPr>
            <p:ph type="pic" sz="quarter" idx="16"/>
          </p:nvPr>
        </p:nvSpPr>
        <p:spPr bwMode="gray">
          <a:xfrm>
            <a:off x="6454075" y="1743076"/>
            <a:ext cx="5303630" cy="4577557"/>
          </a:xfrm>
        </p:spPr>
        <p:txBody>
          <a:bodyPr bIns="720000" anchor="ctr"/>
          <a:lstStyle>
            <a:lvl1pPr algn="ctr">
              <a:defRPr/>
            </a:lvl1pPr>
          </a:lstStyle>
          <a:p>
            <a:r>
              <a:rPr lang="de-DE" dirty="0"/>
              <a:t>Bild auf Platzhalter ziehen oder durch Klicken auf Symbol hinzufügen</a:t>
            </a:r>
            <a:endParaRPr lang="en-US" dirty="0"/>
          </a:p>
        </p:txBody>
      </p:sp>
    </p:spTree>
    <p:extLst>
      <p:ext uri="{BB962C8B-B14F-4D97-AF65-F5344CB8AC3E}">
        <p14:creationId xmlns:p14="http://schemas.microsoft.com/office/powerpoint/2010/main" val="4077125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18" name="Text Placeholder 78">
            <a:extLst>
              <a:ext uri="{FF2B5EF4-FFF2-40B4-BE49-F238E27FC236}">
                <a16:creationId xmlns:a16="http://schemas.microsoft.com/office/drawing/2014/main" id="{6727F450-27F4-421A-9343-55FE3170DDCF}"/>
              </a:ext>
            </a:extLst>
          </p:cNvPr>
          <p:cNvSpPr>
            <a:spLocks noGrp="1"/>
          </p:cNvSpPr>
          <p:nvPr>
            <p:ph type="body" sz="quarter" idx="14"/>
          </p:nvPr>
        </p:nvSpPr>
        <p:spPr bwMode="gray">
          <a:xfrm>
            <a:off x="431912" y="506707"/>
            <a:ext cx="115230" cy="115200"/>
          </a:xfrm>
          <a:solidFill>
            <a:schemeClr val="tx1"/>
          </a:solidFill>
        </p:spPr>
        <p:txBody>
          <a:bodyPr anchor="ctr"/>
          <a:lstStyle>
            <a:lvl1pPr marL="0" indent="0" algn="ctr">
              <a:spcBef>
                <a:spcPts val="0"/>
              </a:spcBef>
              <a:buFont typeface="Arial" panose="020B0604020202020204" pitchFamily="34" charset="0"/>
              <a:buNone/>
              <a:defRPr sz="800">
                <a:solidFill>
                  <a:schemeClr val="bg1"/>
                </a:solidFill>
              </a:defRPr>
            </a:lvl1pPr>
            <a:lvl2pPr marL="0" indent="0" algn="ctr">
              <a:spcBef>
                <a:spcPts val="0"/>
              </a:spcBef>
              <a:buFont typeface="Arial" panose="020B0604020202020204" pitchFamily="34" charset="0"/>
              <a:buNone/>
              <a:defRPr sz="800">
                <a:solidFill>
                  <a:schemeClr val="bg1"/>
                </a:solidFill>
              </a:defRPr>
            </a:lvl2pPr>
            <a:lvl3pPr marL="0" indent="0" algn="ctr">
              <a:spcBef>
                <a:spcPts val="0"/>
              </a:spcBef>
              <a:buFont typeface="Arial" panose="020B0604020202020204" pitchFamily="34" charset="0"/>
              <a:buNone/>
              <a:defRPr sz="800">
                <a:solidFill>
                  <a:schemeClr val="bg1"/>
                </a:solidFill>
              </a:defRPr>
            </a:lvl3pPr>
            <a:lvl4pPr marL="0" indent="0" algn="ctr">
              <a:spcBef>
                <a:spcPts val="0"/>
              </a:spcBef>
              <a:buFont typeface="Arial" panose="020B0604020202020204" pitchFamily="34" charset="0"/>
              <a:buNone/>
              <a:defRPr sz="800">
                <a:solidFill>
                  <a:schemeClr val="bg1"/>
                </a:solidFill>
              </a:defRPr>
            </a:lvl4pPr>
            <a:lvl5pPr marL="0" indent="0" algn="ctr">
              <a:spcBef>
                <a:spcPts val="0"/>
              </a:spcBef>
              <a:buFont typeface="Arial" panose="020B0604020202020204" pitchFamily="34" charset="0"/>
              <a:buNone/>
              <a:defRPr sz="800">
                <a:solidFill>
                  <a:schemeClr val="bg1"/>
                </a:solidFill>
              </a:defRPr>
            </a:lvl5pPr>
            <a:lvl6pPr marL="0" indent="0" algn="ctr">
              <a:spcBef>
                <a:spcPts val="0"/>
              </a:spcBef>
              <a:buFont typeface="Arial" panose="020B0604020202020204" pitchFamily="34" charset="0"/>
              <a:buNone/>
              <a:defRPr sz="800">
                <a:solidFill>
                  <a:schemeClr val="bg1"/>
                </a:solidFill>
              </a:defRPr>
            </a:lvl6pPr>
            <a:lvl7pPr marL="0" indent="0" algn="ctr">
              <a:spcBef>
                <a:spcPts val="0"/>
              </a:spcBef>
              <a:buFont typeface="Arial" panose="020B0604020202020204" pitchFamily="34" charset="0"/>
              <a:buNone/>
              <a:defRPr sz="800">
                <a:solidFill>
                  <a:schemeClr val="bg1"/>
                </a:solidFill>
              </a:defRPr>
            </a:lvl7pPr>
            <a:lvl8pPr marL="0" indent="0" algn="ctr">
              <a:spcBef>
                <a:spcPts val="0"/>
              </a:spcBef>
              <a:buFont typeface="Arial" panose="020B0604020202020204" pitchFamily="34" charset="0"/>
              <a:buNone/>
              <a:defRPr sz="800">
                <a:solidFill>
                  <a:schemeClr val="bg1"/>
                </a:solidFill>
              </a:defRPr>
            </a:lvl8pPr>
            <a:lvl9pPr marL="0" indent="0" algn="ctr">
              <a:spcBef>
                <a:spcPts val="0"/>
              </a:spcBef>
              <a:buFont typeface="Arial" panose="020B0604020202020204" pitchFamily="34" charset="0"/>
              <a:buNone/>
              <a:defRPr sz="800">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4" name="Text Placeholder 78">
            <a:extLst>
              <a:ext uri="{FF2B5EF4-FFF2-40B4-BE49-F238E27FC236}">
                <a16:creationId xmlns:a16="http://schemas.microsoft.com/office/drawing/2014/main" id="{455D7302-E89E-4AA2-BB58-40F97AA60D27}"/>
              </a:ext>
            </a:extLst>
          </p:cNvPr>
          <p:cNvSpPr>
            <a:spLocks noGrp="1"/>
          </p:cNvSpPr>
          <p:nvPr>
            <p:ph type="body" sz="quarter" idx="15"/>
          </p:nvPr>
        </p:nvSpPr>
        <p:spPr bwMode="gray">
          <a:xfrm>
            <a:off x="592401" y="488810"/>
            <a:ext cx="5858499" cy="155180"/>
          </a:xfrm>
          <a:noFill/>
          <a:ln>
            <a:noFill/>
          </a:ln>
        </p:spPr>
        <p:txBody>
          <a:bodyPr anchor="t"/>
          <a:lstStyle>
            <a:lvl1pPr marL="0" indent="0" algn="l">
              <a:spcBef>
                <a:spcPts val="0"/>
              </a:spcBef>
              <a:buFont typeface="Arial" panose="020B0604020202020204" pitchFamily="34" charset="0"/>
              <a:buNone/>
              <a:defRPr sz="1000">
                <a:solidFill>
                  <a:schemeClr val="tx1"/>
                </a:solidFill>
              </a:defRPr>
            </a:lvl1pPr>
            <a:lvl2pPr marL="0" indent="0" algn="l">
              <a:spcBef>
                <a:spcPts val="0"/>
              </a:spcBef>
              <a:buFont typeface="Arial" panose="020B0604020202020204" pitchFamily="34" charset="0"/>
              <a:buNone/>
              <a:defRPr sz="1000">
                <a:solidFill>
                  <a:schemeClr val="tx1"/>
                </a:solidFill>
              </a:defRPr>
            </a:lvl2pPr>
            <a:lvl3pPr marL="0" indent="0" algn="l">
              <a:spcBef>
                <a:spcPts val="0"/>
              </a:spcBef>
              <a:buFont typeface="Arial" panose="020B0604020202020204" pitchFamily="34" charset="0"/>
              <a:buNone/>
              <a:defRPr sz="1000">
                <a:solidFill>
                  <a:schemeClr val="tx1"/>
                </a:solidFill>
              </a:defRPr>
            </a:lvl3pPr>
            <a:lvl4pPr marL="0" indent="0" algn="l">
              <a:spcBef>
                <a:spcPts val="0"/>
              </a:spcBef>
              <a:buFont typeface="Arial" panose="020B0604020202020204" pitchFamily="34" charset="0"/>
              <a:buNone/>
              <a:defRPr sz="1000">
                <a:solidFill>
                  <a:schemeClr val="tx1"/>
                </a:solidFill>
              </a:defRPr>
            </a:lvl4pPr>
            <a:lvl5pPr marL="0" indent="0" algn="l">
              <a:spcBef>
                <a:spcPts val="0"/>
              </a:spcBef>
              <a:buFont typeface="Arial" panose="020B0604020202020204" pitchFamily="34" charset="0"/>
              <a:buNone/>
              <a:defRPr sz="1000">
                <a:solidFill>
                  <a:schemeClr val="tx1"/>
                </a:solidFill>
              </a:defRPr>
            </a:lvl5pPr>
            <a:lvl6pPr marL="0" indent="0" algn="l">
              <a:spcBef>
                <a:spcPts val="0"/>
              </a:spcBef>
              <a:buFont typeface="Arial" panose="020B0604020202020204" pitchFamily="34" charset="0"/>
              <a:buNone/>
              <a:defRPr sz="1000">
                <a:solidFill>
                  <a:schemeClr val="tx1"/>
                </a:solidFill>
              </a:defRPr>
            </a:lvl6pPr>
            <a:lvl7pPr marL="0" indent="0" algn="l">
              <a:spcBef>
                <a:spcPts val="0"/>
              </a:spcBef>
              <a:buFont typeface="Arial" panose="020B0604020202020204" pitchFamily="34" charset="0"/>
              <a:buNone/>
              <a:defRPr sz="1000">
                <a:solidFill>
                  <a:schemeClr val="tx1"/>
                </a:solidFill>
              </a:defRPr>
            </a:lvl7pPr>
            <a:lvl8pPr marL="0" indent="0" algn="l">
              <a:spcBef>
                <a:spcPts val="0"/>
              </a:spcBef>
              <a:buFont typeface="Arial" panose="020B0604020202020204" pitchFamily="34" charset="0"/>
              <a:buNone/>
              <a:defRPr sz="1000">
                <a:solidFill>
                  <a:schemeClr val="tx1"/>
                </a:solidFill>
              </a:defRPr>
            </a:lvl8pPr>
            <a:lvl9pPr marL="0" indent="0" algn="l">
              <a:spcBef>
                <a:spcPts val="0"/>
              </a:spcBef>
              <a:buFont typeface="Arial" panose="020B0604020202020204" pitchFamily="34" charset="0"/>
              <a:buNone/>
              <a:defRPr sz="100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2" name="Title 1"/>
          <p:cNvSpPr>
            <a:spLocks noGrp="1"/>
          </p:cNvSpPr>
          <p:nvPr>
            <p:ph type="title"/>
          </p:nvPr>
        </p:nvSpPr>
        <p:spPr bwMode="gray"/>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A7BEF516-237C-450E-A29D-1D50FE4CBCE4}"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Tree>
    <p:extLst>
      <p:ext uri="{BB962C8B-B14F-4D97-AF65-F5344CB8AC3E}">
        <p14:creationId xmlns:p14="http://schemas.microsoft.com/office/powerpoint/2010/main" val="2778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5240" y="773320"/>
            <a:ext cx="11342467" cy="255587"/>
          </a:xfrm>
        </p:spPr>
        <p:txBody>
          <a:body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F13384CC-DD61-41F4-9EB5-B239E894AB50}"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11" name="Subtitle 2">
            <a:extLst>
              <a:ext uri="{FF2B5EF4-FFF2-40B4-BE49-F238E27FC236}">
                <a16:creationId xmlns:a16="http://schemas.microsoft.com/office/drawing/2014/main" id="{27D97A63-DA12-4A04-BBC9-D7F458EA1CB3}"/>
              </a:ext>
            </a:extLst>
          </p:cNvPr>
          <p:cNvSpPr>
            <a:spLocks noGrp="1"/>
          </p:cNvSpPr>
          <p:nvPr>
            <p:ph type="subTitle" idx="1"/>
          </p:nvPr>
        </p:nvSpPr>
        <p:spPr bwMode="gray">
          <a:xfrm>
            <a:off x="420004" y="1106489"/>
            <a:ext cx="11337702" cy="255587"/>
          </a:xfrm>
        </p:spPr>
        <p:txBody>
          <a:bodyPr/>
          <a:lstStyle>
            <a:lvl1pPr marL="0" indent="0" algn="l">
              <a:spcBef>
                <a:spcPts val="0"/>
              </a:spcBef>
              <a:buNone/>
              <a:defRPr sz="1600" b="1"/>
            </a:lvl1pPr>
            <a:lvl2pPr marL="0" indent="0" algn="l">
              <a:spcBef>
                <a:spcPts val="0"/>
              </a:spcBef>
              <a:buNone/>
              <a:defRPr sz="1600" b="1"/>
            </a:lvl2pPr>
            <a:lvl3pPr marL="0" indent="0" algn="l">
              <a:spcBef>
                <a:spcPts val="0"/>
              </a:spcBef>
              <a:buNone/>
              <a:defRPr sz="1600" b="1"/>
            </a:lvl3pPr>
            <a:lvl4pPr marL="0" indent="0" algn="l">
              <a:spcBef>
                <a:spcPts val="0"/>
              </a:spcBef>
              <a:buNone/>
              <a:defRPr sz="1600" b="1"/>
            </a:lvl4pPr>
            <a:lvl5pPr marL="0" indent="0" algn="l">
              <a:spcBef>
                <a:spcPts val="0"/>
              </a:spcBef>
              <a:buNone/>
              <a:defRPr sz="1600" b="1"/>
            </a:lvl5pPr>
            <a:lvl6pPr marL="0" indent="0" algn="l">
              <a:spcBef>
                <a:spcPts val="0"/>
              </a:spcBef>
              <a:buNone/>
              <a:defRPr sz="1600" b="1"/>
            </a:lvl6pPr>
            <a:lvl7pPr marL="0" indent="0" algn="l">
              <a:spcBef>
                <a:spcPts val="0"/>
              </a:spcBef>
              <a:buNone/>
              <a:defRPr sz="1600" b="1"/>
            </a:lvl7pPr>
            <a:lvl8pPr marL="0" indent="0" algn="l">
              <a:spcBef>
                <a:spcPts val="0"/>
              </a:spcBef>
              <a:buNone/>
              <a:defRPr sz="1600" b="1"/>
            </a:lvl8pPr>
            <a:lvl9pPr marL="0" indent="0" algn="l">
              <a:spcBef>
                <a:spcPts val="0"/>
              </a:spcBef>
              <a:buNone/>
              <a:defRPr sz="1600" b="1"/>
            </a:lvl9pPr>
          </a:lstStyle>
          <a:p>
            <a:pPr lvl="0"/>
            <a:r>
              <a:rPr lang="de-DE"/>
              <a:t>Master-Untertitelformat bearbeiten</a:t>
            </a:r>
            <a:endParaRPr lang="en-US" dirty="0"/>
          </a:p>
        </p:txBody>
      </p:sp>
      <p:sp>
        <p:nvSpPr>
          <p:cNvPr id="9" name="Picture Placeholder 6">
            <a:extLst>
              <a:ext uri="{FF2B5EF4-FFF2-40B4-BE49-F238E27FC236}">
                <a16:creationId xmlns:a16="http://schemas.microsoft.com/office/drawing/2014/main" id="{3939E246-4969-434D-9EC1-4524ED82AAEF}"/>
              </a:ext>
            </a:extLst>
          </p:cNvPr>
          <p:cNvSpPr>
            <a:spLocks noGrp="1"/>
          </p:cNvSpPr>
          <p:nvPr>
            <p:ph type="pic" sz="quarter" idx="16"/>
          </p:nvPr>
        </p:nvSpPr>
        <p:spPr bwMode="gray">
          <a:xfrm>
            <a:off x="3896858" y="1743076"/>
            <a:ext cx="7860847" cy="4577557"/>
          </a:xfrm>
        </p:spPr>
        <p:txBody>
          <a:bodyPr bIns="720000" anchor="ctr"/>
          <a:lstStyle>
            <a:lvl1pPr algn="ctr">
              <a:defRPr/>
            </a:lvl1pPr>
          </a:lstStyle>
          <a:p>
            <a:r>
              <a:rPr lang="de-DE" dirty="0"/>
              <a:t>Bild auf Platzhalter ziehen oder durch Klicken auf Symbol hinzufügen</a:t>
            </a:r>
            <a:endParaRPr lang="en-US" dirty="0"/>
          </a:p>
        </p:txBody>
      </p:sp>
      <p:sp>
        <p:nvSpPr>
          <p:cNvPr id="12" name="Picture Placeholder 6">
            <a:extLst>
              <a:ext uri="{FF2B5EF4-FFF2-40B4-BE49-F238E27FC236}">
                <a16:creationId xmlns:a16="http://schemas.microsoft.com/office/drawing/2014/main" id="{36EEB672-69FA-4314-9DD4-9F9BEF65044A}"/>
              </a:ext>
            </a:extLst>
          </p:cNvPr>
          <p:cNvSpPr>
            <a:spLocks noGrp="1"/>
          </p:cNvSpPr>
          <p:nvPr>
            <p:ph type="pic" sz="quarter" idx="17"/>
          </p:nvPr>
        </p:nvSpPr>
        <p:spPr bwMode="gray">
          <a:xfrm>
            <a:off x="431912" y="1743075"/>
            <a:ext cx="1299939" cy="1299600"/>
          </a:xfrm>
        </p:spPr>
        <p:txBody>
          <a:bodyPr bIns="504000" anchor="ctr"/>
          <a:lstStyle>
            <a:lvl1pPr algn="ctr">
              <a:defRPr/>
            </a:lvl1pPr>
          </a:lstStyle>
          <a:p>
            <a:r>
              <a:rPr lang="de-DE" dirty="0"/>
              <a:t>Bild auf Platzhalter ziehen oder durch Klicken auf Symbol hinzufügen</a:t>
            </a:r>
            <a:endParaRPr lang="en-US" dirty="0"/>
          </a:p>
        </p:txBody>
      </p:sp>
      <p:sp>
        <p:nvSpPr>
          <p:cNvPr id="8" name="Text Placeholder 7">
            <a:extLst>
              <a:ext uri="{FF2B5EF4-FFF2-40B4-BE49-F238E27FC236}">
                <a16:creationId xmlns:a16="http://schemas.microsoft.com/office/drawing/2014/main" id="{B6BA3954-C051-48F0-9E68-285973BA9380}"/>
              </a:ext>
            </a:extLst>
          </p:cNvPr>
          <p:cNvSpPr>
            <a:spLocks noGrp="1"/>
          </p:cNvSpPr>
          <p:nvPr>
            <p:ph type="body" sz="quarter" idx="18"/>
          </p:nvPr>
        </p:nvSpPr>
        <p:spPr bwMode="gray">
          <a:xfrm>
            <a:off x="420004" y="3201489"/>
            <a:ext cx="2964022" cy="867591"/>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7" name="Text Placeholder 7">
            <a:extLst>
              <a:ext uri="{FF2B5EF4-FFF2-40B4-BE49-F238E27FC236}">
                <a16:creationId xmlns:a16="http://schemas.microsoft.com/office/drawing/2014/main" id="{BB26D565-8616-4ACA-93C1-C79CC94BC8A9}"/>
              </a:ext>
            </a:extLst>
          </p:cNvPr>
          <p:cNvSpPr>
            <a:spLocks noGrp="1"/>
          </p:cNvSpPr>
          <p:nvPr>
            <p:ph type="body" sz="quarter" idx="19"/>
          </p:nvPr>
        </p:nvSpPr>
        <p:spPr bwMode="gray">
          <a:xfrm>
            <a:off x="420004" y="4493372"/>
            <a:ext cx="2964022" cy="1827260"/>
          </a:xfrm>
        </p:spPr>
        <p:txBody>
          <a:bodyPr/>
          <a:lstStyle>
            <a:lvl1pPr>
              <a:spcAft>
                <a:spcPts val="600"/>
              </a:spcAft>
              <a:defRPr sz="1600" b="1"/>
            </a:lvl1pPr>
            <a:lvl2pPr marL="0" indent="0">
              <a:spcBef>
                <a:spcPts val="600"/>
              </a:spcBef>
              <a:buNone/>
              <a:defRPr sz="1400" b="0"/>
            </a:lvl2pPr>
            <a:lvl3pPr marL="0" indent="0">
              <a:spcBef>
                <a:spcPts val="600"/>
              </a:spcBef>
              <a:buNone/>
              <a:defRPr sz="1400" b="0"/>
            </a:lvl3pPr>
            <a:lvl4pPr marL="0" indent="0">
              <a:spcBef>
                <a:spcPts val="600"/>
              </a:spcBef>
              <a:buNone/>
              <a:defRPr sz="1400" b="0"/>
            </a:lvl4pPr>
            <a:lvl5pPr marL="0" indent="0">
              <a:spcBef>
                <a:spcPts val="600"/>
              </a:spcBef>
              <a:buNone/>
              <a:defRPr sz="1400" b="0"/>
            </a:lvl5pPr>
            <a:lvl6pPr marL="0" indent="0">
              <a:spcBef>
                <a:spcPts val="600"/>
              </a:spcBef>
              <a:buNone/>
              <a:defRPr sz="1400" b="0"/>
            </a:lvl6pPr>
            <a:lvl7pPr marL="0" indent="0">
              <a:spcBef>
                <a:spcPts val="600"/>
              </a:spcBef>
              <a:buNone/>
              <a:defRPr sz="1400" b="0"/>
            </a:lvl7pPr>
            <a:lvl8pPr marL="0" indent="0">
              <a:spcBef>
                <a:spcPts val="600"/>
              </a:spcBef>
              <a:buNone/>
              <a:defRPr sz="1400" b="0"/>
            </a:lvl8pPr>
            <a:lvl9pPr marL="0" indent="0">
              <a:spcBef>
                <a:spcPts val="600"/>
              </a:spcBef>
              <a:buNone/>
              <a:defRPr sz="1400" b="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44697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bwMode="gray">
          <a:xfrm>
            <a:off x="0" y="1"/>
            <a:ext cx="45731" cy="45719"/>
          </a:xfrm>
        </p:spPr>
        <p:txBody>
          <a:bodyPr/>
          <a:lstStyle>
            <a:lvl1pPr>
              <a:defRPr sz="100">
                <a:noFill/>
              </a:defRPr>
            </a:lvl1pPr>
          </a:lstStyle>
          <a:p>
            <a:r>
              <a:rPr lang="de-DE"/>
              <a:t>Mastertitelformat bearbeiten</a:t>
            </a:r>
            <a:endParaRPr lang="en-US" dirty="0"/>
          </a:p>
        </p:txBody>
      </p:sp>
      <p:sp>
        <p:nvSpPr>
          <p:cNvPr id="4" name="Date Placeholder 3"/>
          <p:cNvSpPr>
            <a:spLocks noGrp="1"/>
          </p:cNvSpPr>
          <p:nvPr>
            <p:ph type="dt" sz="half" idx="10"/>
          </p:nvPr>
        </p:nvSpPr>
        <p:spPr bwMode="gray"/>
        <p:txBody>
          <a:bodyPr/>
          <a:lstStyle/>
          <a:p>
            <a:fld id="{EDDFF34D-C9AF-41F4-833A-180F294D802D}" type="datetime1">
              <a:rPr lang="en-US" smtClean="0"/>
              <a:t>11/29/2022</a:t>
            </a:fld>
            <a:endParaRPr lang="en-US" dirty="0"/>
          </a:p>
        </p:txBody>
      </p:sp>
      <p:sp>
        <p:nvSpPr>
          <p:cNvPr id="5" name="Footer Placeholder 4"/>
          <p:cNvSpPr>
            <a:spLocks noGrp="1"/>
          </p:cNvSpPr>
          <p:nvPr>
            <p:ph type="ftr" sz="quarter" idx="11"/>
          </p:nvPr>
        </p:nvSpPr>
        <p:spPr bwMode="gray"/>
        <p:txBody>
          <a:bodyPr/>
          <a:lstStyle/>
          <a:p>
            <a:endParaRPr lang="en-US" dirty="0"/>
          </a:p>
        </p:txBody>
      </p:sp>
      <p:sp>
        <p:nvSpPr>
          <p:cNvPr id="6" name="Slide Number Placeholder 5"/>
          <p:cNvSpPr>
            <a:spLocks noGrp="1"/>
          </p:cNvSpPr>
          <p:nvPr>
            <p:ph type="sldNum" sz="quarter" idx="12"/>
          </p:nvPr>
        </p:nvSpPr>
        <p:spPr bwMode="gray"/>
        <p:txBody>
          <a:bodyPr/>
          <a:lstStyle/>
          <a:p>
            <a:fld id="{66AA3846-8976-4D24-8224-CEE1235CE9F4}" type="slidenum">
              <a:rPr lang="en-US" smtClean="0"/>
              <a:t>‹#›</a:t>
            </a:fld>
            <a:endParaRPr lang="en-US" dirty="0"/>
          </a:p>
        </p:txBody>
      </p:sp>
      <p:sp>
        <p:nvSpPr>
          <p:cNvPr id="3" name="TextBox 2">
            <a:extLst>
              <a:ext uri="{FF2B5EF4-FFF2-40B4-BE49-F238E27FC236}">
                <a16:creationId xmlns:a16="http://schemas.microsoft.com/office/drawing/2014/main" id="{3D085CB1-5363-47B5-B07B-683F1C95DD95}"/>
              </a:ext>
            </a:extLst>
          </p:cNvPr>
          <p:cNvSpPr txBox="1"/>
          <p:nvPr/>
        </p:nvSpPr>
        <p:spPr bwMode="gray">
          <a:xfrm>
            <a:off x="415239" y="773319"/>
            <a:ext cx="11342954" cy="255600"/>
          </a:xfrm>
          <a:prstGeom prst="rect">
            <a:avLst/>
          </a:prstGeom>
          <a:noFill/>
        </p:spPr>
        <p:txBody>
          <a:bodyPr wrap="square" lIns="0" tIns="0" rIns="0" bIns="0" rtlCol="0">
            <a:noAutofit/>
          </a:bodyPr>
          <a:lstStyle/>
          <a:p>
            <a:pPr algn="l"/>
            <a:r>
              <a:rPr lang="en-US" sz="2000" b="1" dirty="0">
                <a:solidFill>
                  <a:schemeClr val="tx1"/>
                </a:solidFill>
              </a:rPr>
              <a:t>Disclaimer</a:t>
            </a:r>
          </a:p>
        </p:txBody>
      </p:sp>
      <p:sp>
        <p:nvSpPr>
          <p:cNvPr id="7" name="TextBox 6">
            <a:extLst>
              <a:ext uri="{FF2B5EF4-FFF2-40B4-BE49-F238E27FC236}">
                <a16:creationId xmlns:a16="http://schemas.microsoft.com/office/drawing/2014/main" id="{24F603ED-0326-47DF-86AD-48AD87DC4B25}"/>
              </a:ext>
            </a:extLst>
          </p:cNvPr>
          <p:cNvSpPr txBox="1"/>
          <p:nvPr/>
        </p:nvSpPr>
        <p:spPr bwMode="gray">
          <a:xfrm>
            <a:off x="420000" y="1701006"/>
            <a:ext cx="11339353" cy="4618800"/>
          </a:xfrm>
          <a:prstGeom prst="rect">
            <a:avLst/>
          </a:prstGeom>
          <a:noFill/>
        </p:spPr>
        <p:txBody>
          <a:bodyPr wrap="square" lIns="0" tIns="0" rIns="0" bIns="0" rtlCol="0">
            <a:noAutofit/>
          </a:bodyPr>
          <a:lstStyle/>
          <a:p>
            <a:pPr algn="l">
              <a:spcBef>
                <a:spcPts val="600"/>
              </a:spcBef>
            </a:pPr>
            <a:r>
              <a:rPr lang="en-US" sz="1400" dirty="0">
                <a:solidFill>
                  <a:schemeClr val="tx1"/>
                </a:solidFill>
              </a:rPr>
              <a:t>This document has been prepared by Mutares AG solely for the use in this presentation.</a:t>
            </a:r>
          </a:p>
          <a:p>
            <a:pPr algn="l">
              <a:spcBef>
                <a:spcPts val="600"/>
              </a:spcBef>
            </a:pPr>
            <a:r>
              <a:rPr lang="en-US" sz="1400" dirty="0">
                <a:solidFill>
                  <a:schemeClr val="tx1"/>
                </a:solidFill>
              </a:rPr>
              <a:t>The information contained in this document has not been independently verified. No representation or warranty - whether expressed or implied – is made as to, and no reliance should be placed on, the fairness, accuracy, completeness or correctness of the information or opinions contained therein. Neither the company nor any of its affiliates, advisors or representatives shall have any liability whatsoever (in negligence or otherwise) for any loss arising from any use of this document or its content or otherwise arising in connection with this document.</a:t>
            </a:r>
          </a:p>
          <a:p>
            <a:pPr algn="l">
              <a:spcBef>
                <a:spcPts val="600"/>
              </a:spcBef>
            </a:pPr>
            <a:r>
              <a:rPr lang="en-US" sz="1400" dirty="0">
                <a:solidFill>
                  <a:schemeClr val="tx1"/>
                </a:solidFill>
              </a:rPr>
              <a:t>This document does not constitute an offer or invitation to purchase or subscribe for any shares and neither this document nor any part of it shall form the basis of, or be relied upon in connection with, any contract or commitment whatsoever.</a:t>
            </a:r>
          </a:p>
          <a:p>
            <a:pPr algn="l">
              <a:spcBef>
                <a:spcPts val="600"/>
              </a:spcBef>
            </a:pPr>
            <a:r>
              <a:rPr lang="en-US" sz="1400" dirty="0">
                <a:solidFill>
                  <a:schemeClr val="tx1"/>
                </a:solidFill>
              </a:rPr>
              <a:t>This document contains forward-looking statements that are based on current estimates and assumptions made by the management of Mutares AG, and other information currently available to them. The words “anticipate,” “assume,” “believe,” “estimate,” “expect,” “intend,” “may,” “plan,” “project,” “should” and similar expressions are used to identify forward-looking statements. Various known and unknown risks, uncertainties and other factors could cause actual results to differ materially from those contained in the forward-looking statements. Mutares AG does not intend or assume any obligation to update any forward-looking statements. Any forward-looking statement speaks only as of the date on which it is made and is based on numerous assumptions which may or may not prove to be correct.</a:t>
            </a:r>
          </a:p>
          <a:p>
            <a:pPr algn="l">
              <a:spcBef>
                <a:spcPts val="600"/>
              </a:spcBef>
            </a:pPr>
            <a:r>
              <a:rPr lang="en-US" sz="1400" dirty="0">
                <a:solidFill>
                  <a:schemeClr val="tx1"/>
                </a:solidFill>
              </a:rPr>
              <a:t>This presentation and its contents are confidential and are not for release, reproduction, publication or distribution, in whole or in part, directly</a:t>
            </a:r>
            <a:br>
              <a:rPr lang="en-US" sz="1400" dirty="0">
                <a:solidFill>
                  <a:schemeClr val="tx1"/>
                </a:solidFill>
              </a:rPr>
            </a:br>
            <a:r>
              <a:rPr lang="en-US" sz="1400" dirty="0">
                <a:solidFill>
                  <a:schemeClr val="tx1"/>
                </a:solidFill>
              </a:rPr>
              <a:t>or indirectly, in or into or from the United States of America, Canada, Australia, Japan or any jurisdiction where such distribution is unlawful. This presentation is not an offer or invitation to buy or sell securities in any jurisdiction.</a:t>
            </a:r>
          </a:p>
          <a:p>
            <a:pPr algn="l">
              <a:spcBef>
                <a:spcPts val="600"/>
              </a:spcBef>
            </a:pPr>
            <a:r>
              <a:rPr lang="en-US" sz="1400" dirty="0">
                <a:solidFill>
                  <a:schemeClr val="tx1"/>
                </a:solidFill>
              </a:rPr>
              <a:t>By accepting this document, you agree with the foregoing. </a:t>
            </a:r>
          </a:p>
          <a:p>
            <a:pPr algn="l">
              <a:spcBef>
                <a:spcPts val="600"/>
              </a:spcBef>
            </a:pPr>
            <a:endParaRPr lang="en-US" sz="1400" dirty="0">
              <a:solidFill>
                <a:schemeClr val="tx1"/>
              </a:solidFill>
            </a:endParaRPr>
          </a:p>
          <a:p>
            <a:pPr algn="l">
              <a:spcBef>
                <a:spcPts val="600"/>
              </a:spcBef>
            </a:pPr>
            <a:endParaRPr lang="en-US" sz="1400" dirty="0">
              <a:solidFill>
                <a:schemeClr val="tx1"/>
              </a:solidFill>
            </a:endParaRPr>
          </a:p>
        </p:txBody>
      </p:sp>
    </p:spTree>
    <p:extLst>
      <p:ext uri="{BB962C8B-B14F-4D97-AF65-F5344CB8AC3E}">
        <p14:creationId xmlns:p14="http://schemas.microsoft.com/office/powerpoint/2010/main" val="366966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p:spPr>
        <p:txBody>
          <a:bodyPr anchor="b"/>
          <a:lstStyle>
            <a:lvl1pPr algn="ctr">
              <a:defRPr sz="5998"/>
            </a:lvl1pPr>
          </a:lstStyle>
          <a:p>
            <a:r>
              <a:rPr lang="de-DE"/>
              <a:t>Mastertitelformat bearbeiten</a:t>
            </a:r>
            <a:endParaRPr lang="en-US"/>
          </a:p>
        </p:txBody>
      </p:sp>
      <p:sp>
        <p:nvSpPr>
          <p:cNvPr id="3" name="Subtitle 2"/>
          <p:cNvSpPr>
            <a:spLocks noGrp="1"/>
          </p:cNvSpPr>
          <p:nvPr>
            <p:ph type="subTitle" idx="1"/>
          </p:nvPr>
        </p:nvSpPr>
        <p:spPr>
          <a:xfrm>
            <a:off x="1524001" y="3602038"/>
            <a:ext cx="9144000"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E1997FFD-ABDA-45CF-8A51-58C35CC6A23D}" type="datetimeFigureOut">
              <a:rPr lang="de-DE" smtClean="0"/>
              <a:t>29.11.2022</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057D3B8-0CE6-4660-8DF6-320B0FD4BCD2}" type="slidenum">
              <a:rPr lang="de-DE" smtClean="0"/>
              <a:t>‹#›</a:t>
            </a:fld>
            <a:endParaRPr lang="de-DE"/>
          </a:p>
        </p:txBody>
      </p:sp>
    </p:spTree>
    <p:extLst>
      <p:ext uri="{BB962C8B-B14F-4D97-AF65-F5344CB8AC3E}">
        <p14:creationId xmlns:p14="http://schemas.microsoft.com/office/powerpoint/2010/main" val="2092625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vmlDrawing" Target="../drawings/vmlDrawing1.v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ags" Target="../tags/tag5.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ags" Target="../tags/tag4.xml"/><Relationship Id="rId2" Type="http://schemas.openxmlformats.org/officeDocument/2006/relationships/slideLayout" Target="../slideLayouts/slideLayout11.xml"/><Relationship Id="rId16" Type="http://schemas.openxmlformats.org/officeDocument/2006/relationships/image" Target="../media/image2.jp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vmlDrawing" Target="../drawings/vmlDrawing2.vml"/><Relationship Id="rId5" Type="http://schemas.openxmlformats.org/officeDocument/2006/relationships/slideLayout" Target="../slideLayouts/slideLayout14.xml"/><Relationship Id="rId15" Type="http://schemas.openxmlformats.org/officeDocument/2006/relationships/image" Target="../media/image1.emf"/><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5A7F1146-BFBD-4A5F-A43C-7E486C2C9E8E}"/>
              </a:ext>
            </a:extLst>
          </p:cNvPr>
          <p:cNvGraphicFramePr>
            <a:graphicFrameLocks noChangeAspect="1"/>
          </p:cNvGraphicFramePr>
          <p:nvPr>
            <p:custDataLst>
              <p:tags r:id="rId12"/>
            </p:custDataLst>
            <p:extLst>
              <p:ext uri="{D42A27DB-BD31-4B8C-83A1-F6EECF244321}">
                <p14:modId xmlns:p14="http://schemas.microsoft.com/office/powerpoint/2010/main" val="249148982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1160" name="think-cell Slide" r:id="rId14" imgW="395" imgH="394" progId="TCLayout.ActiveDocument.1">
                  <p:embed/>
                </p:oleObj>
              </mc:Choice>
              <mc:Fallback>
                <p:oleObj name="think-cell Slide" r:id="rId14" imgW="395" imgH="394" progId="TCLayout.ActiveDocument.1">
                  <p:embed/>
                  <p:pic>
                    <p:nvPicPr>
                      <p:cNvPr id="9" name="Objekt 8" hidden="1">
                        <a:extLst>
                          <a:ext uri="{FF2B5EF4-FFF2-40B4-BE49-F238E27FC236}">
                            <a16:creationId xmlns:a16="http://schemas.microsoft.com/office/drawing/2014/main" id="{5A7F1146-BFBD-4A5F-A43C-7E486C2C9E8E}"/>
                          </a:ext>
                        </a:extLst>
                      </p:cNvPr>
                      <p:cNvPicPr/>
                      <p:nvPr/>
                    </p:nvPicPr>
                    <p:blipFill>
                      <a:blip r:embed="rId15"/>
                      <a:stretch>
                        <a:fillRect/>
                      </a:stretch>
                    </p:blipFill>
                    <p:spPr>
                      <a:xfrm>
                        <a:off x="1589"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A1E9C2A0-D436-4474-BD46-656E00D03244}"/>
              </a:ext>
            </a:extLst>
          </p:cNvPr>
          <p:cNvSpPr/>
          <p:nvPr>
            <p:custDataLst>
              <p:tags r:id="rId13"/>
            </p:custDataLst>
          </p:nvPr>
        </p:nvSpPr>
        <p:spPr bwMode="gray">
          <a:xfrm>
            <a:off x="0" y="0"/>
            <a:ext cx="158791" cy="15875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20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bwMode="gray">
          <a:xfrm>
            <a:off x="415240" y="773320"/>
            <a:ext cx="11342467" cy="255587"/>
          </a:xfrm>
          <a:prstGeom prst="rect">
            <a:avLst/>
          </a:prstGeom>
        </p:spPr>
        <p:txBody>
          <a:bodyPr vert="horz" lIns="0" tIns="0" rIns="0" bIns="0" rtlCol="0" anchor="t">
            <a:noAutofit/>
          </a:bodyPr>
          <a:lstStyle/>
          <a:p>
            <a:r>
              <a:rPr lang="de-DE" dirty="0"/>
              <a:t>Mastertitelformat bearbeiten</a:t>
            </a:r>
            <a:endParaRPr lang="en-US" dirty="0"/>
          </a:p>
        </p:txBody>
      </p:sp>
      <p:sp>
        <p:nvSpPr>
          <p:cNvPr id="3" name="Text Placeholder 2"/>
          <p:cNvSpPr>
            <a:spLocks noGrp="1"/>
          </p:cNvSpPr>
          <p:nvPr>
            <p:ph type="body" idx="1"/>
          </p:nvPr>
        </p:nvSpPr>
        <p:spPr bwMode="gray">
          <a:xfrm>
            <a:off x="420002" y="1701005"/>
            <a:ext cx="11337704" cy="4619627"/>
          </a:xfrm>
          <a:prstGeom prst="rect">
            <a:avLst/>
          </a:prstGeom>
        </p:spPr>
        <p:txBody>
          <a:bodyPr vert="horz" lIns="0" tIns="0" rIns="0" bIns="0" rtlCol="0" anchor="t">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bwMode="gray">
          <a:xfrm>
            <a:off x="431913" y="6479919"/>
            <a:ext cx="53852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fld id="{BDC36867-AF14-4F21-B2D1-C8EBB7CFCFDD}" type="datetime1">
              <a:rPr lang="en-US" smtClean="0"/>
              <a:t>11/29/2022</a:t>
            </a:fld>
            <a:endParaRPr lang="en-US" dirty="0"/>
          </a:p>
        </p:txBody>
      </p:sp>
      <p:sp>
        <p:nvSpPr>
          <p:cNvPr id="5" name="Footer Placeholder 4"/>
          <p:cNvSpPr>
            <a:spLocks noGrp="1"/>
          </p:cNvSpPr>
          <p:nvPr>
            <p:ph type="ftr" sz="quarter" idx="3"/>
          </p:nvPr>
        </p:nvSpPr>
        <p:spPr bwMode="gray">
          <a:xfrm>
            <a:off x="1086402" y="6479919"/>
            <a:ext cx="197827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endParaRPr lang="en-US" dirty="0"/>
          </a:p>
        </p:txBody>
      </p:sp>
      <p:sp>
        <p:nvSpPr>
          <p:cNvPr id="6" name="Slide Number Placeholder 5"/>
          <p:cNvSpPr>
            <a:spLocks noGrp="1"/>
          </p:cNvSpPr>
          <p:nvPr>
            <p:ph type="sldNum" sz="quarter" idx="4"/>
          </p:nvPr>
        </p:nvSpPr>
        <p:spPr bwMode="gray">
          <a:xfrm>
            <a:off x="11637599" y="6479919"/>
            <a:ext cx="127251" cy="120649"/>
          </a:xfrm>
          <a:prstGeom prst="rect">
            <a:avLst/>
          </a:prstGeom>
        </p:spPr>
        <p:txBody>
          <a:bodyPr vert="horz" lIns="0" tIns="0" rIns="0" bIns="0" rtlCol="0" anchor="t">
            <a:noAutofit/>
          </a:bodyPr>
          <a:lstStyle>
            <a:lvl1pPr algn="r">
              <a:defRPr sz="800">
                <a:solidFill>
                  <a:schemeClr val="tx1"/>
                </a:solidFill>
              </a:defRPr>
            </a:lvl1pPr>
            <a:lvl2pPr marL="0" algn="r">
              <a:defRPr sz="800">
                <a:solidFill>
                  <a:schemeClr val="tx1"/>
                </a:solidFill>
              </a:defRPr>
            </a:lvl2pPr>
            <a:lvl3pPr marL="0" algn="r">
              <a:defRPr sz="800">
                <a:solidFill>
                  <a:schemeClr val="tx1"/>
                </a:solidFill>
              </a:defRPr>
            </a:lvl3pPr>
            <a:lvl4pPr marL="0" algn="r">
              <a:defRPr sz="800">
                <a:solidFill>
                  <a:schemeClr val="tx1"/>
                </a:solidFill>
              </a:defRPr>
            </a:lvl4pPr>
            <a:lvl5pPr marL="0" algn="r">
              <a:defRPr sz="800">
                <a:solidFill>
                  <a:schemeClr val="tx1"/>
                </a:solidFill>
              </a:defRPr>
            </a:lvl5pPr>
            <a:lvl6pPr marL="0" algn="r">
              <a:defRPr sz="800">
                <a:solidFill>
                  <a:schemeClr val="tx1"/>
                </a:solidFill>
              </a:defRPr>
            </a:lvl6pPr>
            <a:lvl7pPr marL="0" algn="r">
              <a:defRPr sz="800">
                <a:solidFill>
                  <a:schemeClr val="tx1"/>
                </a:solidFill>
              </a:defRPr>
            </a:lvl7pPr>
            <a:lvl8pPr marL="0" algn="r">
              <a:defRPr sz="800">
                <a:solidFill>
                  <a:schemeClr val="tx1"/>
                </a:solidFill>
              </a:defRPr>
            </a:lvl8pPr>
            <a:lvl9pPr marL="0" algn="r">
              <a:defRPr sz="800">
                <a:solidFill>
                  <a:schemeClr val="tx1"/>
                </a:solidFill>
              </a:defRPr>
            </a:lvl9pPr>
          </a:lstStyle>
          <a:p>
            <a:fld id="{66AA3846-8976-4D24-8224-CEE1235CE9F4}" type="slidenum">
              <a:rPr lang="en-US" smtClean="0"/>
              <a:pPr/>
              <a:t>‹#›</a:t>
            </a:fld>
            <a:endParaRPr lang="en-US" dirty="0"/>
          </a:p>
        </p:txBody>
      </p:sp>
      <p:sp>
        <p:nvSpPr>
          <p:cNvPr id="7" name="Rectangle 6">
            <a:extLst>
              <a:ext uri="{FF2B5EF4-FFF2-40B4-BE49-F238E27FC236}">
                <a16:creationId xmlns:a16="http://schemas.microsoft.com/office/drawing/2014/main" id="{021947F3-1E28-4268-8DC3-54FC76E6EC31}"/>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16" name="Rectangle 15">
            <a:extLst>
              <a:ext uri="{FF2B5EF4-FFF2-40B4-BE49-F238E27FC236}">
                <a16:creationId xmlns:a16="http://schemas.microsoft.com/office/drawing/2014/main" id="{22AAF0F9-8741-4BB0-A914-F03396E34EA0}"/>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17" name="Rectangle 16">
            <a:extLst>
              <a:ext uri="{FF2B5EF4-FFF2-40B4-BE49-F238E27FC236}">
                <a16:creationId xmlns:a16="http://schemas.microsoft.com/office/drawing/2014/main" id="{1ED187B0-203C-493F-A4BF-0D3826893744}"/>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18" name="Rectangle 17">
            <a:extLst>
              <a:ext uri="{FF2B5EF4-FFF2-40B4-BE49-F238E27FC236}">
                <a16:creationId xmlns:a16="http://schemas.microsoft.com/office/drawing/2014/main" id="{712B25BF-6F73-4DE0-B6F0-1DFFEC3A8B7C}"/>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19" name="Rectangle 18">
            <a:extLst>
              <a:ext uri="{FF2B5EF4-FFF2-40B4-BE49-F238E27FC236}">
                <a16:creationId xmlns:a16="http://schemas.microsoft.com/office/drawing/2014/main" id="{1091CA6E-82EB-4086-9A40-41C755DC90E2}"/>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20" name="Rectangle 19">
            <a:extLst>
              <a:ext uri="{FF2B5EF4-FFF2-40B4-BE49-F238E27FC236}">
                <a16:creationId xmlns:a16="http://schemas.microsoft.com/office/drawing/2014/main" id="{72D4E028-969B-4727-A5FE-F2BA33DEA33D}"/>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21" name="Rectangle 20">
            <a:extLst>
              <a:ext uri="{FF2B5EF4-FFF2-40B4-BE49-F238E27FC236}">
                <a16:creationId xmlns:a16="http://schemas.microsoft.com/office/drawing/2014/main" id="{0AFB58DB-3837-45E8-A9A4-D0BF3E546462}"/>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22" name="Rectangle 21">
            <a:extLst>
              <a:ext uri="{FF2B5EF4-FFF2-40B4-BE49-F238E27FC236}">
                <a16:creationId xmlns:a16="http://schemas.microsoft.com/office/drawing/2014/main" id="{C7A8955D-E584-4754-BE80-5D09F7E7B5C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23" name="Rectangle 22">
            <a:extLst>
              <a:ext uri="{FF2B5EF4-FFF2-40B4-BE49-F238E27FC236}">
                <a16:creationId xmlns:a16="http://schemas.microsoft.com/office/drawing/2014/main" id="{3D13A657-08A3-4308-A2D3-7AC7B059EF53}"/>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32" name="Rectangle 31">
            <a:extLst>
              <a:ext uri="{FF2B5EF4-FFF2-40B4-BE49-F238E27FC236}">
                <a16:creationId xmlns:a16="http://schemas.microsoft.com/office/drawing/2014/main" id="{4C0BA6F9-6A0E-4EA1-BCCE-A51E452355A1}"/>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pic>
        <p:nvPicPr>
          <p:cNvPr id="33" name="Image 7">
            <a:extLst>
              <a:ext uri="{FF2B5EF4-FFF2-40B4-BE49-F238E27FC236}">
                <a16:creationId xmlns:a16="http://schemas.microsoft.com/office/drawing/2014/main" id="{41469AFD-EE1D-4026-AE70-E4974AB7F68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2610798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126" rtl="0" eaLnBrk="1" latinLnBrk="0" hangingPunct="1">
        <a:lnSpc>
          <a:spcPct val="100000"/>
        </a:lnSpc>
        <a:spcBef>
          <a:spcPct val="0"/>
        </a:spcBef>
        <a:buNone/>
        <a:defRPr sz="20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44" orient="horz" pos="1098">
          <p15:clr>
            <a:srgbClr val="F26B43"/>
          </p15:clr>
        </p15:guide>
        <p15:guide id="45" pos="272">
          <p15:clr>
            <a:srgbClr val="F26B43"/>
          </p15:clr>
        </p15:guide>
        <p15:guide id="46" pos="7406">
          <p15:clr>
            <a:srgbClr val="F26B43"/>
          </p15:clr>
        </p15:guide>
        <p15:guide id="47" pos="3615">
          <p15:clr>
            <a:srgbClr val="F26B43"/>
          </p15:clr>
        </p15:guide>
        <p15:guide id="48" pos="4064">
          <p15:clr>
            <a:srgbClr val="F26B43"/>
          </p15:clr>
        </p15:guide>
        <p15:guide id="49" orient="horz" pos="39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5A7F1146-BFBD-4A5F-A43C-7E486C2C9E8E}"/>
              </a:ext>
            </a:extLst>
          </p:cNvPr>
          <p:cNvGraphicFramePr>
            <a:graphicFrameLocks noChangeAspect="1"/>
          </p:cNvGraphicFramePr>
          <p:nvPr>
            <p:custDataLst>
              <p:tags r:id="rId12"/>
            </p:custDataLst>
            <p:extLst>
              <p:ext uri="{D42A27DB-BD31-4B8C-83A1-F6EECF244321}">
                <p14:modId xmlns:p14="http://schemas.microsoft.com/office/powerpoint/2010/main" val="1352538147"/>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2184" name="think-cell Slide" r:id="rId14" imgW="395" imgH="394" progId="TCLayout.ActiveDocument.1">
                  <p:embed/>
                </p:oleObj>
              </mc:Choice>
              <mc:Fallback>
                <p:oleObj name="think-cell Slide" r:id="rId14" imgW="395" imgH="394" progId="TCLayout.ActiveDocument.1">
                  <p:embed/>
                  <p:pic>
                    <p:nvPicPr>
                      <p:cNvPr id="9" name="Objekt 8" hidden="1">
                        <a:extLst>
                          <a:ext uri="{FF2B5EF4-FFF2-40B4-BE49-F238E27FC236}">
                            <a16:creationId xmlns:a16="http://schemas.microsoft.com/office/drawing/2014/main" id="{5A7F1146-BFBD-4A5F-A43C-7E486C2C9E8E}"/>
                          </a:ext>
                        </a:extLst>
                      </p:cNvPr>
                      <p:cNvPicPr/>
                      <p:nvPr/>
                    </p:nvPicPr>
                    <p:blipFill>
                      <a:blip r:embed="rId15"/>
                      <a:stretch>
                        <a:fillRect/>
                      </a:stretch>
                    </p:blipFill>
                    <p:spPr>
                      <a:xfrm>
                        <a:off x="1589" y="1588"/>
                        <a:ext cx="1588" cy="1588"/>
                      </a:xfrm>
                      <a:prstGeom prst="rect">
                        <a:avLst/>
                      </a:prstGeom>
                    </p:spPr>
                  </p:pic>
                </p:oleObj>
              </mc:Fallback>
            </mc:AlternateContent>
          </a:graphicData>
        </a:graphic>
      </p:graphicFrame>
      <p:sp>
        <p:nvSpPr>
          <p:cNvPr id="8" name="Rechteck 7" hidden="1">
            <a:extLst>
              <a:ext uri="{FF2B5EF4-FFF2-40B4-BE49-F238E27FC236}">
                <a16:creationId xmlns:a16="http://schemas.microsoft.com/office/drawing/2014/main" id="{A1E9C2A0-D436-4474-BD46-656E00D03244}"/>
              </a:ext>
            </a:extLst>
          </p:cNvPr>
          <p:cNvSpPr/>
          <p:nvPr>
            <p:custDataLst>
              <p:tags r:id="rId13"/>
            </p:custDataLst>
          </p:nvPr>
        </p:nvSpPr>
        <p:spPr bwMode="gray">
          <a:xfrm>
            <a:off x="0" y="0"/>
            <a:ext cx="158791" cy="15875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en-US" sz="20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bwMode="gray">
          <a:xfrm>
            <a:off x="415240" y="773320"/>
            <a:ext cx="11342467" cy="255587"/>
          </a:xfrm>
          <a:prstGeom prst="rect">
            <a:avLst/>
          </a:prstGeom>
        </p:spPr>
        <p:txBody>
          <a:bodyPr vert="horz" lIns="0" tIns="0" rIns="0" bIns="0" rtlCol="0" anchor="t">
            <a:noAutofit/>
          </a:bodyPr>
          <a:lstStyle/>
          <a:p>
            <a:r>
              <a:rPr lang="de-DE" dirty="0"/>
              <a:t>Mastertitelformat bearbeiten</a:t>
            </a:r>
            <a:endParaRPr lang="en-US" dirty="0"/>
          </a:p>
        </p:txBody>
      </p:sp>
      <p:sp>
        <p:nvSpPr>
          <p:cNvPr id="3" name="Text Placeholder 2"/>
          <p:cNvSpPr>
            <a:spLocks noGrp="1"/>
          </p:cNvSpPr>
          <p:nvPr>
            <p:ph type="body" idx="1"/>
          </p:nvPr>
        </p:nvSpPr>
        <p:spPr bwMode="gray">
          <a:xfrm>
            <a:off x="420002" y="1701005"/>
            <a:ext cx="11337704" cy="4619627"/>
          </a:xfrm>
          <a:prstGeom prst="rect">
            <a:avLst/>
          </a:prstGeom>
        </p:spPr>
        <p:txBody>
          <a:bodyPr vert="horz" lIns="0" tIns="0" rIns="0" bIns="0" rtlCol="0" anchor="t">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bwMode="gray">
          <a:xfrm>
            <a:off x="431913" y="6479919"/>
            <a:ext cx="53852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fld id="{BDC36867-AF14-4F21-B2D1-C8EBB7CFCFDD}" type="datetime1">
              <a:rPr lang="en-US" smtClean="0"/>
              <a:t>11/29/2022</a:t>
            </a:fld>
            <a:endParaRPr lang="en-US" dirty="0"/>
          </a:p>
        </p:txBody>
      </p:sp>
      <p:sp>
        <p:nvSpPr>
          <p:cNvPr id="5" name="Footer Placeholder 4"/>
          <p:cNvSpPr>
            <a:spLocks noGrp="1"/>
          </p:cNvSpPr>
          <p:nvPr>
            <p:ph type="ftr" sz="quarter" idx="3"/>
          </p:nvPr>
        </p:nvSpPr>
        <p:spPr bwMode="gray">
          <a:xfrm>
            <a:off x="1086402" y="6479919"/>
            <a:ext cx="1978271" cy="120649"/>
          </a:xfrm>
          <a:prstGeom prst="rect">
            <a:avLst/>
          </a:prstGeom>
        </p:spPr>
        <p:txBody>
          <a:bodyPr vert="horz" lIns="0" tIns="0" rIns="0" bIns="0" rtlCol="0" anchor="t">
            <a:noAutofit/>
          </a:bodyPr>
          <a:lstStyle>
            <a:lvl1pPr algn="l">
              <a:defRPr sz="800">
                <a:noFill/>
              </a:defRPr>
            </a:lvl1pPr>
            <a:lvl2pPr marL="0">
              <a:defRPr sz="800">
                <a:noFill/>
              </a:defRPr>
            </a:lvl2pPr>
            <a:lvl3pPr marL="0">
              <a:defRPr sz="800">
                <a:noFill/>
              </a:defRPr>
            </a:lvl3pPr>
            <a:lvl4pPr marL="0">
              <a:defRPr sz="800">
                <a:noFill/>
              </a:defRPr>
            </a:lvl4pPr>
            <a:lvl5pPr marL="0">
              <a:defRPr sz="800">
                <a:noFill/>
              </a:defRPr>
            </a:lvl5pPr>
            <a:lvl6pPr marL="0">
              <a:defRPr sz="800">
                <a:noFill/>
              </a:defRPr>
            </a:lvl6pPr>
            <a:lvl7pPr marL="0">
              <a:defRPr sz="800">
                <a:noFill/>
              </a:defRPr>
            </a:lvl7pPr>
            <a:lvl8pPr marL="0">
              <a:defRPr sz="800">
                <a:noFill/>
              </a:defRPr>
            </a:lvl8pPr>
            <a:lvl9pPr marL="0">
              <a:defRPr sz="800">
                <a:noFill/>
              </a:defRPr>
            </a:lvl9pPr>
          </a:lstStyle>
          <a:p>
            <a:endParaRPr lang="en-US" dirty="0"/>
          </a:p>
        </p:txBody>
      </p:sp>
      <p:sp>
        <p:nvSpPr>
          <p:cNvPr id="6" name="Slide Number Placeholder 5"/>
          <p:cNvSpPr>
            <a:spLocks noGrp="1"/>
          </p:cNvSpPr>
          <p:nvPr>
            <p:ph type="sldNum" sz="quarter" idx="4"/>
          </p:nvPr>
        </p:nvSpPr>
        <p:spPr bwMode="gray">
          <a:xfrm>
            <a:off x="11637599" y="6479919"/>
            <a:ext cx="127251" cy="120649"/>
          </a:xfrm>
          <a:prstGeom prst="rect">
            <a:avLst/>
          </a:prstGeom>
        </p:spPr>
        <p:txBody>
          <a:bodyPr vert="horz" lIns="0" tIns="0" rIns="0" bIns="0" rtlCol="0" anchor="t">
            <a:noAutofit/>
          </a:bodyPr>
          <a:lstStyle>
            <a:lvl1pPr algn="r">
              <a:defRPr sz="800">
                <a:solidFill>
                  <a:schemeClr val="tx1"/>
                </a:solidFill>
              </a:defRPr>
            </a:lvl1pPr>
            <a:lvl2pPr marL="0" algn="r">
              <a:defRPr sz="800">
                <a:solidFill>
                  <a:schemeClr val="tx1"/>
                </a:solidFill>
              </a:defRPr>
            </a:lvl2pPr>
            <a:lvl3pPr marL="0" algn="r">
              <a:defRPr sz="800">
                <a:solidFill>
                  <a:schemeClr val="tx1"/>
                </a:solidFill>
              </a:defRPr>
            </a:lvl3pPr>
            <a:lvl4pPr marL="0" algn="r">
              <a:defRPr sz="800">
                <a:solidFill>
                  <a:schemeClr val="tx1"/>
                </a:solidFill>
              </a:defRPr>
            </a:lvl4pPr>
            <a:lvl5pPr marL="0" algn="r">
              <a:defRPr sz="800">
                <a:solidFill>
                  <a:schemeClr val="tx1"/>
                </a:solidFill>
              </a:defRPr>
            </a:lvl5pPr>
            <a:lvl6pPr marL="0" algn="r">
              <a:defRPr sz="800">
                <a:solidFill>
                  <a:schemeClr val="tx1"/>
                </a:solidFill>
              </a:defRPr>
            </a:lvl6pPr>
            <a:lvl7pPr marL="0" algn="r">
              <a:defRPr sz="800">
                <a:solidFill>
                  <a:schemeClr val="tx1"/>
                </a:solidFill>
              </a:defRPr>
            </a:lvl7pPr>
            <a:lvl8pPr marL="0" algn="r">
              <a:defRPr sz="800">
                <a:solidFill>
                  <a:schemeClr val="tx1"/>
                </a:solidFill>
              </a:defRPr>
            </a:lvl8pPr>
            <a:lvl9pPr marL="0" algn="r">
              <a:defRPr sz="800">
                <a:solidFill>
                  <a:schemeClr val="tx1"/>
                </a:solidFill>
              </a:defRPr>
            </a:lvl9pPr>
          </a:lstStyle>
          <a:p>
            <a:fld id="{66AA3846-8976-4D24-8224-CEE1235CE9F4}" type="slidenum">
              <a:rPr lang="en-US" smtClean="0"/>
              <a:pPr/>
              <a:t>‹#›</a:t>
            </a:fld>
            <a:endParaRPr lang="en-US" dirty="0"/>
          </a:p>
        </p:txBody>
      </p:sp>
      <p:sp>
        <p:nvSpPr>
          <p:cNvPr id="7" name="Rectangle 6">
            <a:extLst>
              <a:ext uri="{FF2B5EF4-FFF2-40B4-BE49-F238E27FC236}">
                <a16:creationId xmlns:a16="http://schemas.microsoft.com/office/drawing/2014/main" id="{021947F3-1E28-4268-8DC3-54FC76E6EC31}"/>
              </a:ext>
            </a:extLst>
          </p:cNvPr>
          <p:cNvSpPr/>
          <p:nvPr/>
        </p:nvSpPr>
        <p:spPr bwMode="gray">
          <a:xfrm>
            <a:off x="-624160" y="0"/>
            <a:ext cx="457171" cy="457052"/>
          </a:xfrm>
          <a:prstGeom prst="rect">
            <a:avLst/>
          </a:prstGeom>
          <a:solidFill>
            <a:schemeClr val="bg1">
              <a:alpha val="0"/>
            </a:schemeClr>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255</a:t>
            </a:r>
          </a:p>
          <a:p>
            <a:pPr algn="ctr"/>
            <a:r>
              <a:rPr lang="de-DE" sz="800" dirty="0">
                <a:solidFill>
                  <a:schemeClr val="tx1"/>
                </a:solidFill>
              </a:rPr>
              <a:t>255</a:t>
            </a:r>
            <a:endParaRPr lang="en-US" sz="800" dirty="0">
              <a:solidFill>
                <a:schemeClr val="tx1"/>
              </a:solidFill>
            </a:endParaRPr>
          </a:p>
        </p:txBody>
      </p:sp>
      <p:sp>
        <p:nvSpPr>
          <p:cNvPr id="16" name="Rectangle 15">
            <a:extLst>
              <a:ext uri="{FF2B5EF4-FFF2-40B4-BE49-F238E27FC236}">
                <a16:creationId xmlns:a16="http://schemas.microsoft.com/office/drawing/2014/main" id="{22AAF0F9-8741-4BB0-A914-F03396E34EA0}"/>
              </a:ext>
            </a:extLst>
          </p:cNvPr>
          <p:cNvSpPr/>
          <p:nvPr/>
        </p:nvSpPr>
        <p:spPr bwMode="gray">
          <a:xfrm>
            <a:off x="-624160" y="590269"/>
            <a:ext cx="457171" cy="457052"/>
          </a:xfrm>
          <a:prstGeom prst="rect">
            <a:avLst/>
          </a:prstGeom>
          <a:solidFill>
            <a:srgbClr val="262F3C"/>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38</a:t>
            </a:r>
          </a:p>
          <a:p>
            <a:pPr algn="ctr"/>
            <a:r>
              <a:rPr lang="de-DE" sz="800" dirty="0">
                <a:solidFill>
                  <a:schemeClr val="bg1"/>
                </a:solidFill>
              </a:rPr>
              <a:t>47</a:t>
            </a:r>
          </a:p>
          <a:p>
            <a:pPr algn="ctr"/>
            <a:r>
              <a:rPr lang="de-DE" sz="800" dirty="0">
                <a:solidFill>
                  <a:schemeClr val="bg1"/>
                </a:solidFill>
              </a:rPr>
              <a:t>60</a:t>
            </a:r>
            <a:endParaRPr lang="en-US" sz="800" dirty="0">
              <a:solidFill>
                <a:schemeClr val="bg1"/>
              </a:solidFill>
            </a:endParaRPr>
          </a:p>
        </p:txBody>
      </p:sp>
      <p:sp>
        <p:nvSpPr>
          <p:cNvPr id="17" name="Rectangle 16">
            <a:extLst>
              <a:ext uri="{FF2B5EF4-FFF2-40B4-BE49-F238E27FC236}">
                <a16:creationId xmlns:a16="http://schemas.microsoft.com/office/drawing/2014/main" id="{1ED187B0-203C-493F-A4BF-0D3826893744}"/>
              </a:ext>
            </a:extLst>
          </p:cNvPr>
          <p:cNvSpPr/>
          <p:nvPr/>
        </p:nvSpPr>
        <p:spPr bwMode="gray">
          <a:xfrm>
            <a:off x="-624160" y="1180538"/>
            <a:ext cx="457171" cy="45705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175</a:t>
            </a:r>
          </a:p>
          <a:p>
            <a:pPr algn="ctr"/>
            <a:r>
              <a:rPr lang="de-DE" sz="800" dirty="0">
                <a:solidFill>
                  <a:schemeClr val="bg1"/>
                </a:solidFill>
              </a:rPr>
              <a:t>171</a:t>
            </a:r>
          </a:p>
          <a:p>
            <a:pPr algn="ctr"/>
            <a:r>
              <a:rPr lang="de-DE" sz="800" dirty="0">
                <a:solidFill>
                  <a:schemeClr val="bg1"/>
                </a:solidFill>
              </a:rPr>
              <a:t>171</a:t>
            </a:r>
            <a:endParaRPr lang="en-US" sz="800" dirty="0">
              <a:solidFill>
                <a:schemeClr val="bg1"/>
              </a:solidFill>
            </a:endParaRPr>
          </a:p>
        </p:txBody>
      </p:sp>
      <p:sp>
        <p:nvSpPr>
          <p:cNvPr id="18" name="Rectangle 17">
            <a:extLst>
              <a:ext uri="{FF2B5EF4-FFF2-40B4-BE49-F238E27FC236}">
                <a16:creationId xmlns:a16="http://schemas.microsoft.com/office/drawing/2014/main" id="{712B25BF-6F73-4DE0-B6F0-1DFFEC3A8B7C}"/>
              </a:ext>
            </a:extLst>
          </p:cNvPr>
          <p:cNvSpPr/>
          <p:nvPr/>
        </p:nvSpPr>
        <p:spPr bwMode="gray">
          <a:xfrm>
            <a:off x="-624160" y="1770807"/>
            <a:ext cx="457171" cy="45705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173</a:t>
            </a:r>
          </a:p>
          <a:p>
            <a:pPr algn="ctr"/>
            <a:r>
              <a:rPr lang="de-DE" sz="800" dirty="0">
                <a:solidFill>
                  <a:schemeClr val="bg1"/>
                </a:solidFill>
              </a:rPr>
              <a:t>185</a:t>
            </a:r>
          </a:p>
          <a:p>
            <a:pPr algn="ctr"/>
            <a:r>
              <a:rPr lang="de-DE" sz="800" dirty="0">
                <a:solidFill>
                  <a:schemeClr val="bg1"/>
                </a:solidFill>
              </a:rPr>
              <a:t>202</a:t>
            </a:r>
            <a:endParaRPr lang="en-US" sz="800" dirty="0">
              <a:solidFill>
                <a:schemeClr val="bg1"/>
              </a:solidFill>
            </a:endParaRPr>
          </a:p>
        </p:txBody>
      </p:sp>
      <p:sp>
        <p:nvSpPr>
          <p:cNvPr id="19" name="Rectangle 18">
            <a:extLst>
              <a:ext uri="{FF2B5EF4-FFF2-40B4-BE49-F238E27FC236}">
                <a16:creationId xmlns:a16="http://schemas.microsoft.com/office/drawing/2014/main" id="{1091CA6E-82EB-4086-9A40-41C755DC90E2}"/>
              </a:ext>
            </a:extLst>
          </p:cNvPr>
          <p:cNvSpPr/>
          <p:nvPr/>
        </p:nvSpPr>
        <p:spPr bwMode="gray">
          <a:xfrm>
            <a:off x="-624160" y="2361076"/>
            <a:ext cx="457171" cy="45705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51</a:t>
            </a:r>
          </a:p>
          <a:p>
            <a:pPr algn="ctr"/>
            <a:r>
              <a:rPr lang="de-DE" sz="800" dirty="0">
                <a:solidFill>
                  <a:schemeClr val="bg1"/>
                </a:solidFill>
              </a:rPr>
              <a:t>63</a:t>
            </a:r>
          </a:p>
          <a:p>
            <a:pPr algn="ctr"/>
            <a:r>
              <a:rPr lang="de-DE" sz="800" dirty="0">
                <a:solidFill>
                  <a:schemeClr val="bg1"/>
                </a:solidFill>
              </a:rPr>
              <a:t>80</a:t>
            </a:r>
            <a:endParaRPr lang="en-US" sz="800" dirty="0">
              <a:solidFill>
                <a:schemeClr val="bg1"/>
              </a:solidFill>
            </a:endParaRPr>
          </a:p>
        </p:txBody>
      </p:sp>
      <p:sp>
        <p:nvSpPr>
          <p:cNvPr id="20" name="Rectangle 19">
            <a:extLst>
              <a:ext uri="{FF2B5EF4-FFF2-40B4-BE49-F238E27FC236}">
                <a16:creationId xmlns:a16="http://schemas.microsoft.com/office/drawing/2014/main" id="{72D4E028-969B-4727-A5FE-F2BA33DEA33D}"/>
              </a:ext>
            </a:extLst>
          </p:cNvPr>
          <p:cNvSpPr/>
          <p:nvPr/>
        </p:nvSpPr>
        <p:spPr bwMode="gray">
          <a:xfrm>
            <a:off x="-624160" y="2951345"/>
            <a:ext cx="457171" cy="457052"/>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237</a:t>
            </a:r>
          </a:p>
          <a:p>
            <a:pPr algn="ctr"/>
            <a:r>
              <a:rPr lang="de-DE" sz="800" dirty="0">
                <a:solidFill>
                  <a:schemeClr val="bg1"/>
                </a:solidFill>
              </a:rPr>
              <a:t>125</a:t>
            </a:r>
          </a:p>
          <a:p>
            <a:pPr algn="ctr"/>
            <a:r>
              <a:rPr lang="de-DE" sz="800" dirty="0">
                <a:solidFill>
                  <a:schemeClr val="bg1"/>
                </a:solidFill>
              </a:rPr>
              <a:t>49</a:t>
            </a:r>
            <a:endParaRPr lang="en-US" sz="800" dirty="0">
              <a:solidFill>
                <a:schemeClr val="bg1"/>
              </a:solidFill>
            </a:endParaRPr>
          </a:p>
        </p:txBody>
      </p:sp>
      <p:sp>
        <p:nvSpPr>
          <p:cNvPr id="21" name="Rectangle 20">
            <a:extLst>
              <a:ext uri="{FF2B5EF4-FFF2-40B4-BE49-F238E27FC236}">
                <a16:creationId xmlns:a16="http://schemas.microsoft.com/office/drawing/2014/main" id="{0AFB58DB-3837-45E8-A9A4-D0BF3E546462}"/>
              </a:ext>
            </a:extLst>
          </p:cNvPr>
          <p:cNvSpPr/>
          <p:nvPr/>
        </p:nvSpPr>
        <p:spPr bwMode="gray">
          <a:xfrm>
            <a:off x="-624160" y="3541614"/>
            <a:ext cx="457171" cy="457052"/>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214</a:t>
            </a:r>
          </a:p>
          <a:p>
            <a:pPr algn="ctr"/>
            <a:r>
              <a:rPr lang="de-DE" sz="800" dirty="0">
                <a:solidFill>
                  <a:schemeClr val="tx1"/>
                </a:solidFill>
              </a:rPr>
              <a:t>220</a:t>
            </a:r>
          </a:p>
          <a:p>
            <a:pPr algn="ctr"/>
            <a:r>
              <a:rPr lang="de-DE" sz="800" dirty="0">
                <a:solidFill>
                  <a:schemeClr val="tx1"/>
                </a:solidFill>
              </a:rPr>
              <a:t>229</a:t>
            </a:r>
            <a:endParaRPr lang="en-US" sz="800" dirty="0">
              <a:solidFill>
                <a:schemeClr val="tx1"/>
              </a:solidFill>
            </a:endParaRPr>
          </a:p>
        </p:txBody>
      </p:sp>
      <p:sp>
        <p:nvSpPr>
          <p:cNvPr id="22" name="Rectangle 21">
            <a:extLst>
              <a:ext uri="{FF2B5EF4-FFF2-40B4-BE49-F238E27FC236}">
                <a16:creationId xmlns:a16="http://schemas.microsoft.com/office/drawing/2014/main" id="{C7A8955D-E584-4754-BE80-5D09F7E7B5C0}"/>
              </a:ext>
            </a:extLst>
          </p:cNvPr>
          <p:cNvSpPr/>
          <p:nvPr/>
        </p:nvSpPr>
        <p:spPr bwMode="gray">
          <a:xfrm>
            <a:off x="-624160" y="4131883"/>
            <a:ext cx="457171" cy="457052"/>
          </a:xfrm>
          <a:prstGeom prst="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bg1"/>
                </a:solidFill>
              </a:rPr>
              <a:t>68</a:t>
            </a:r>
          </a:p>
          <a:p>
            <a:pPr algn="ctr"/>
            <a:r>
              <a:rPr lang="de-DE" sz="800" dirty="0">
                <a:solidFill>
                  <a:schemeClr val="bg1"/>
                </a:solidFill>
              </a:rPr>
              <a:t>84</a:t>
            </a:r>
          </a:p>
          <a:p>
            <a:pPr algn="ctr"/>
            <a:r>
              <a:rPr lang="de-DE" sz="800" dirty="0">
                <a:solidFill>
                  <a:schemeClr val="bg1"/>
                </a:solidFill>
              </a:rPr>
              <a:t>106</a:t>
            </a:r>
            <a:endParaRPr lang="en-US" sz="800" dirty="0">
              <a:solidFill>
                <a:schemeClr val="bg1"/>
              </a:solidFill>
            </a:endParaRPr>
          </a:p>
        </p:txBody>
      </p:sp>
      <p:sp>
        <p:nvSpPr>
          <p:cNvPr id="23" name="Rectangle 22">
            <a:extLst>
              <a:ext uri="{FF2B5EF4-FFF2-40B4-BE49-F238E27FC236}">
                <a16:creationId xmlns:a16="http://schemas.microsoft.com/office/drawing/2014/main" id="{3D13A657-08A3-4308-A2D3-7AC7B059EF53}"/>
              </a:ext>
            </a:extLst>
          </p:cNvPr>
          <p:cNvSpPr/>
          <p:nvPr/>
        </p:nvSpPr>
        <p:spPr bwMode="gray">
          <a:xfrm>
            <a:off x="-624160" y="4722152"/>
            <a:ext cx="457171" cy="457052"/>
          </a:xfrm>
          <a:prstGeom prst="rect">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255</a:t>
            </a:r>
          </a:p>
          <a:p>
            <a:pPr algn="ctr"/>
            <a:r>
              <a:rPr lang="de-DE" sz="800" dirty="0">
                <a:solidFill>
                  <a:schemeClr val="tx1"/>
                </a:solidFill>
              </a:rPr>
              <a:t>192</a:t>
            </a:r>
          </a:p>
          <a:p>
            <a:pPr algn="ctr"/>
            <a:r>
              <a:rPr lang="de-DE" sz="800" dirty="0">
                <a:solidFill>
                  <a:schemeClr val="tx1"/>
                </a:solidFill>
              </a:rPr>
              <a:t>0</a:t>
            </a:r>
            <a:endParaRPr lang="en-US" sz="800" dirty="0">
              <a:solidFill>
                <a:schemeClr val="tx1"/>
              </a:solidFill>
            </a:endParaRPr>
          </a:p>
        </p:txBody>
      </p:sp>
      <p:sp>
        <p:nvSpPr>
          <p:cNvPr id="32" name="Rectangle 31">
            <a:extLst>
              <a:ext uri="{FF2B5EF4-FFF2-40B4-BE49-F238E27FC236}">
                <a16:creationId xmlns:a16="http://schemas.microsoft.com/office/drawing/2014/main" id="{4C0BA6F9-6A0E-4EA1-BCCE-A51E452355A1}"/>
              </a:ext>
            </a:extLst>
          </p:cNvPr>
          <p:cNvSpPr/>
          <p:nvPr/>
        </p:nvSpPr>
        <p:spPr bwMode="gray">
          <a:xfrm>
            <a:off x="-624160" y="5312420"/>
            <a:ext cx="457171" cy="457052"/>
          </a:xfrm>
          <a:prstGeom prst="rect">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800" dirty="0">
                <a:solidFill>
                  <a:schemeClr val="tx1"/>
                </a:solidFill>
              </a:rPr>
              <a:t>231</a:t>
            </a:r>
          </a:p>
          <a:p>
            <a:pPr algn="ctr"/>
            <a:r>
              <a:rPr lang="de-DE" sz="800" dirty="0">
                <a:solidFill>
                  <a:schemeClr val="tx1"/>
                </a:solidFill>
              </a:rPr>
              <a:t>230</a:t>
            </a:r>
          </a:p>
          <a:p>
            <a:pPr algn="ctr"/>
            <a:r>
              <a:rPr lang="de-DE" sz="800" dirty="0">
                <a:solidFill>
                  <a:schemeClr val="tx1"/>
                </a:solidFill>
              </a:rPr>
              <a:t>230</a:t>
            </a:r>
            <a:endParaRPr lang="en-US" sz="800" dirty="0">
              <a:solidFill>
                <a:schemeClr val="tx1"/>
              </a:solidFill>
            </a:endParaRPr>
          </a:p>
        </p:txBody>
      </p:sp>
      <p:pic>
        <p:nvPicPr>
          <p:cNvPr id="33" name="Image 7">
            <a:extLst>
              <a:ext uri="{FF2B5EF4-FFF2-40B4-BE49-F238E27FC236}">
                <a16:creationId xmlns:a16="http://schemas.microsoft.com/office/drawing/2014/main" id="{41469AFD-EE1D-4026-AE70-E4974AB7F68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552103" y="185739"/>
            <a:ext cx="1414413" cy="254528"/>
          </a:xfrm>
          <a:prstGeom prst="rect">
            <a:avLst/>
          </a:prstGeom>
        </p:spPr>
      </p:pic>
    </p:spTree>
    <p:extLst>
      <p:ext uri="{BB962C8B-B14F-4D97-AF65-F5344CB8AC3E}">
        <p14:creationId xmlns:p14="http://schemas.microsoft.com/office/powerpoint/2010/main" val="172804358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126" rtl="0" eaLnBrk="1" latinLnBrk="0" hangingPunct="1">
        <a:lnSpc>
          <a:spcPct val="100000"/>
        </a:lnSpc>
        <a:spcBef>
          <a:spcPct val="0"/>
        </a:spcBef>
        <a:buNone/>
        <a:defRPr sz="20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Calibri" panose="020F0502020204030204" pitchFamily="34" charset="0"/>
          <a:ea typeface="+mn-ea"/>
          <a:cs typeface="Calibri" panose="020F0502020204030204" pitchFamily="34" charset="0"/>
        </a:defRPr>
      </a:lvl1pPr>
      <a:lvl2pPr marL="216000" indent="-216000" algn="l" defTabSz="914126"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2pPr>
      <a:lvl3pPr marL="432000" indent="-216000" algn="l" defTabSz="914126" rtl="0" eaLnBrk="1" latinLnBrk="0" hangingPunct="1">
        <a:lnSpc>
          <a:spcPct val="100000"/>
        </a:lnSpc>
        <a:spcBef>
          <a:spcPts val="600"/>
        </a:spcBef>
        <a:buClr>
          <a:schemeClr val="tx1"/>
        </a:buClr>
        <a:buFont typeface="Wingdings" panose="05000000000000000000" pitchFamily="2" charset="2"/>
        <a:buChar char="§"/>
        <a:defRPr sz="1200" kern="1200">
          <a:solidFill>
            <a:schemeClr val="tx1"/>
          </a:solidFill>
          <a:latin typeface="Calibri" panose="020F0502020204030204" pitchFamily="34" charset="0"/>
          <a:ea typeface="+mn-ea"/>
          <a:cs typeface="Calibri" panose="020F0502020204030204" pitchFamily="34" charset="0"/>
        </a:defRPr>
      </a:lvl3pPr>
      <a:lvl4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4pPr>
      <a:lvl5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Calibri" panose="020F0502020204030204" pitchFamily="34" charset="0"/>
          <a:ea typeface="+mn-ea"/>
          <a:cs typeface="Calibri" panose="020F0502020204030204" pitchFamily="34" charset="0"/>
        </a:defRPr>
      </a:lvl5pPr>
      <a:lvl6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6pPr>
      <a:lvl7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7pPr>
      <a:lvl8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8pPr>
      <a:lvl9pPr marL="648000" indent="-216000" algn="l" defTabSz="914126" rtl="0" eaLnBrk="1" latinLnBrk="0" hangingPunct="1">
        <a:lnSpc>
          <a:spcPct val="100000"/>
        </a:lnSpc>
        <a:spcBef>
          <a:spcPts val="600"/>
        </a:spcBef>
        <a:buClr>
          <a:schemeClr val="tx1"/>
        </a:buClr>
        <a:buFont typeface="Symbol" panose="05050102010706020507" pitchFamily="18" charset="2"/>
        <a:buChar char=""/>
        <a:defRPr sz="12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44" orient="horz" pos="1098">
          <p15:clr>
            <a:srgbClr val="F26B43"/>
          </p15:clr>
        </p15:guide>
        <p15:guide id="45" pos="272">
          <p15:clr>
            <a:srgbClr val="F26B43"/>
          </p15:clr>
        </p15:guide>
        <p15:guide id="46" pos="7406">
          <p15:clr>
            <a:srgbClr val="F26B43"/>
          </p15:clr>
        </p15:guide>
        <p15:guide id="47" pos="3615">
          <p15:clr>
            <a:srgbClr val="F26B43"/>
          </p15:clr>
        </p15:guide>
        <p15:guide id="48" pos="4064">
          <p15:clr>
            <a:srgbClr val="F26B43"/>
          </p15:clr>
        </p15:guide>
        <p15:guide id="49" orient="horz" pos="39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image" Target="../media/image4.jpeg"/><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1.xml"/><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Layout" Target="../slideLayouts/slideLayout12.xml"/><Relationship Id="rId7" Type="http://schemas.openxmlformats.org/officeDocument/2006/relationships/image" Target="../media/image6.png"/><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8.emf"/><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image" Target="../media/image3.emf"/><Relationship Id="rId5" Type="http://schemas.openxmlformats.org/officeDocument/2006/relationships/oleObject" Target="../embeddings/oleObject5.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9.e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slideLayout" Target="../slideLayouts/slideLayout12.xml"/><Relationship Id="rId7" Type="http://schemas.openxmlformats.org/officeDocument/2006/relationships/image" Target="../media/image10.emf"/><Relationship Id="rId2" Type="http://schemas.openxmlformats.org/officeDocument/2006/relationships/tags" Target="../tags/tag10.xml"/><Relationship Id="rId1" Type="http://schemas.openxmlformats.org/officeDocument/2006/relationships/vmlDrawing" Target="../drawings/vmlDrawing7.v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2.png"/><Relationship Id="rId2" Type="http://schemas.openxmlformats.org/officeDocument/2006/relationships/tags" Target="../tags/tag11.xml"/><Relationship Id="rId1" Type="http://schemas.openxmlformats.org/officeDocument/2006/relationships/vmlDrawing" Target="../drawings/vmlDrawing8.vml"/><Relationship Id="rId6" Type="http://schemas.openxmlformats.org/officeDocument/2006/relationships/image" Target="../media/image3.emf"/><Relationship Id="rId5" Type="http://schemas.openxmlformats.org/officeDocument/2006/relationships/oleObject" Target="../embeddings/oleObject8.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8B0FE40-95DF-FB78-8F5C-A2E4E24D70A3}"/>
              </a:ext>
            </a:extLst>
          </p:cNvPr>
          <p:cNvGraphicFramePr>
            <a:graphicFrameLocks noChangeAspect="1"/>
          </p:cNvGraphicFramePr>
          <p:nvPr>
            <p:custDataLst>
              <p:tags r:id="rId2"/>
            </p:custDataLst>
            <p:extLst>
              <p:ext uri="{D42A27DB-BD31-4B8C-83A1-F6EECF244321}">
                <p14:modId xmlns:p14="http://schemas.microsoft.com/office/powerpoint/2010/main" val="30227504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208"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F8B0FE40-95DF-FB78-8F5C-A2E4E24D70A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0" name="Image 9" descr="Une image contenant périphérique, mètre&#10;&#10;Description générée automatiquement">
            <a:extLst>
              <a:ext uri="{FF2B5EF4-FFF2-40B4-BE49-F238E27FC236}">
                <a16:creationId xmlns:a16="http://schemas.microsoft.com/office/drawing/2014/main" id="{06772E01-4E50-431D-B585-DCA0D50BD84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l="-139"/>
          <a:stretch/>
        </p:blipFill>
        <p:spPr>
          <a:xfrm>
            <a:off x="4389565" y="47752"/>
            <a:ext cx="7800849" cy="6837931"/>
          </a:xfrm>
          <a:prstGeom prst="rect">
            <a:avLst/>
          </a:prstGeom>
        </p:spPr>
      </p:pic>
      <p:sp>
        <p:nvSpPr>
          <p:cNvPr id="7" name="Titre 6">
            <a:extLst>
              <a:ext uri="{FF2B5EF4-FFF2-40B4-BE49-F238E27FC236}">
                <a16:creationId xmlns:a16="http://schemas.microsoft.com/office/drawing/2014/main" id="{0AECD5FA-EDA5-414B-9B58-74D21ED90C95}"/>
              </a:ext>
            </a:extLst>
          </p:cNvPr>
          <p:cNvSpPr>
            <a:spLocks noGrp="1"/>
          </p:cNvSpPr>
          <p:nvPr>
            <p:ph type="ctrTitle"/>
          </p:nvPr>
        </p:nvSpPr>
        <p:spPr>
          <a:xfrm>
            <a:off x="479444" y="3042257"/>
            <a:ext cx="3493842" cy="1207826"/>
          </a:xfrm>
        </p:spPr>
        <p:txBody>
          <a:bodyPr vert="horz" anchor="b">
            <a:normAutofit/>
          </a:bodyPr>
          <a:lstStyle/>
          <a:p>
            <a:pPr algn="l"/>
            <a:r>
              <a:rPr lang="de-DE" sz="4799" dirty="0"/>
              <a:t>SFC Solutions</a:t>
            </a:r>
          </a:p>
        </p:txBody>
      </p:sp>
      <p:sp>
        <p:nvSpPr>
          <p:cNvPr id="8" name="Sous-titre 7">
            <a:extLst>
              <a:ext uri="{FF2B5EF4-FFF2-40B4-BE49-F238E27FC236}">
                <a16:creationId xmlns:a16="http://schemas.microsoft.com/office/drawing/2014/main" id="{B9EF830A-B0B5-4801-854B-24F6216ABC2C}"/>
              </a:ext>
            </a:extLst>
          </p:cNvPr>
          <p:cNvSpPr>
            <a:spLocks noGrp="1"/>
          </p:cNvSpPr>
          <p:nvPr>
            <p:ph type="subTitle" idx="1"/>
          </p:nvPr>
        </p:nvSpPr>
        <p:spPr>
          <a:xfrm>
            <a:off x="479445" y="4720186"/>
            <a:ext cx="4022311" cy="1207826"/>
          </a:xfrm>
        </p:spPr>
        <p:txBody>
          <a:bodyPr>
            <a:normAutofit/>
          </a:bodyPr>
          <a:lstStyle/>
          <a:p>
            <a:pPr algn="l" defTabSz="457200">
              <a:defRPr/>
            </a:pPr>
            <a:r>
              <a:rPr lang="en-GB" sz="2000" b="1" dirty="0">
                <a:latin typeface="+mj-lt"/>
              </a:rPr>
              <a:t>Weekly S&amp;OP Nov ’22</a:t>
            </a:r>
          </a:p>
        </p:txBody>
      </p:sp>
      <p:pic>
        <p:nvPicPr>
          <p:cNvPr id="11" name="Image 10">
            <a:extLst>
              <a:ext uri="{FF2B5EF4-FFF2-40B4-BE49-F238E27FC236}">
                <a16:creationId xmlns:a16="http://schemas.microsoft.com/office/drawing/2014/main" id="{343C13C5-3289-4526-ADF5-27BE111D9843}"/>
              </a:ext>
            </a:extLst>
          </p:cNvPr>
          <p:cNvPicPr>
            <a:picLocks noChangeAspect="1"/>
          </p:cNvPicPr>
          <p:nvPr/>
        </p:nvPicPr>
        <p:blipFill>
          <a:blip r:embed="rId8" cstate="email">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479444" y="550017"/>
            <a:ext cx="2132365" cy="1721646"/>
          </a:xfrm>
          <a:prstGeom prst="rect">
            <a:avLst/>
          </a:prstGeom>
        </p:spPr>
      </p:pic>
    </p:spTree>
    <p:extLst>
      <p:ext uri="{BB962C8B-B14F-4D97-AF65-F5344CB8AC3E}">
        <p14:creationId xmlns:p14="http://schemas.microsoft.com/office/powerpoint/2010/main" val="294498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2"/>
            </p:custDataLst>
            <p:extLst>
              <p:ext uri="{D42A27DB-BD31-4B8C-83A1-F6EECF244321}">
                <p14:modId xmlns:p14="http://schemas.microsoft.com/office/powerpoint/2010/main" val="20978661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57"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a:xfrm>
            <a:off x="174172" y="235414"/>
            <a:ext cx="11463427" cy="761983"/>
          </a:xfrm>
        </p:spPr>
        <p:txBody>
          <a:bodyPr vert="horz"/>
          <a:lstStyle/>
          <a:p>
            <a:r>
              <a:rPr lang="en-GB" dirty="0">
                <a:latin typeface="+mj-lt"/>
              </a:rPr>
              <a:t>Bawal: </a:t>
            </a:r>
            <a:br>
              <a:rPr lang="en-GB" dirty="0">
                <a:latin typeface="+mj-lt"/>
              </a:rPr>
            </a:br>
            <a:r>
              <a:rPr lang="en-GB" dirty="0">
                <a:latin typeface="+mj-lt"/>
              </a:rPr>
              <a:t>Overview of Supply and Demand consumption vs defined ICP for Nov 22</a:t>
            </a:r>
            <a:endParaRPr lang="LID4096" dirty="0">
              <a:latin typeface="+mj-lt"/>
            </a:endParaRPr>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sp>
        <p:nvSpPr>
          <p:cNvPr id="14" name="TextBox 13">
            <a:extLst>
              <a:ext uri="{FF2B5EF4-FFF2-40B4-BE49-F238E27FC236}">
                <a16:creationId xmlns:a16="http://schemas.microsoft.com/office/drawing/2014/main" id="{FAE319D1-0FA6-CAD7-F39E-A0D10CDE378E}"/>
              </a:ext>
            </a:extLst>
          </p:cNvPr>
          <p:cNvSpPr txBox="1">
            <a:spLocks/>
          </p:cNvSpPr>
          <p:nvPr/>
        </p:nvSpPr>
        <p:spPr>
          <a:xfrm>
            <a:off x="295132" y="5400666"/>
            <a:ext cx="5318018" cy="1410643"/>
          </a:xfrm>
          <a:prstGeom prst="rect">
            <a:avLst/>
          </a:prstGeom>
        </p:spPr>
        <p:txBody>
          <a:bodyPr vert="horz" wrap="square" lIns="0" tIns="0" rIns="0" bIns="0" rtlCol="0" anchor="t" anchorCtr="0">
            <a:spAutoFit/>
          </a:bodyPr>
          <a:lstStyle>
            <a:lvl1pPr lvl="0" indent="0">
              <a:lnSpc>
                <a:spcPct val="80000"/>
              </a:lnSpc>
              <a:spcBef>
                <a:spcPts val="600"/>
              </a:spcBef>
              <a:spcAft>
                <a:spcPts val="200"/>
              </a:spcAft>
              <a:buClr>
                <a:schemeClr val="accent1"/>
              </a:buClr>
              <a:buFont typeface="Arial" pitchFamily="34" charset="0"/>
              <a:buNone/>
              <a:defRPr sz="1400" b="0"/>
            </a:lvl1pPr>
            <a:lvl2pPr marL="180000" lvl="1" indent="-180000">
              <a:lnSpc>
                <a:spcPct val="80000"/>
              </a:lnSpc>
              <a:spcBef>
                <a:spcPts val="600"/>
              </a:spcBef>
              <a:spcAft>
                <a:spcPts val="200"/>
              </a:spcAft>
              <a:buClr>
                <a:schemeClr val="accent1"/>
              </a:buClr>
              <a:buFontTx/>
              <a:buBlip>
                <a:blip r:embed="rId7"/>
              </a:buBlip>
              <a:defRPr sz="1400"/>
            </a:lvl2pPr>
            <a:lvl3pPr marL="360000" lvl="2" indent="-180000">
              <a:lnSpc>
                <a:spcPct val="80000"/>
              </a:lnSpc>
              <a:spcBef>
                <a:spcPts val="200"/>
              </a:spcBef>
              <a:spcAft>
                <a:spcPts val="200"/>
              </a:spcAft>
              <a:buClr>
                <a:schemeClr val="accent1"/>
              </a:buClr>
              <a:buFont typeface="Arial" pitchFamily="34" charset="0"/>
              <a:buChar char="–"/>
              <a:defRPr sz="1400"/>
            </a:lvl3pPr>
            <a:lvl4pPr marL="539750" lvl="3" indent="-180000">
              <a:lnSpc>
                <a:spcPct val="80000"/>
              </a:lnSpc>
              <a:spcBef>
                <a:spcPts val="200"/>
              </a:spcBef>
              <a:spcAft>
                <a:spcPts val="200"/>
              </a:spcAft>
              <a:buClr>
                <a:schemeClr val="accent1"/>
              </a:buClr>
              <a:buFont typeface="Arial" pitchFamily="34" charset="0"/>
              <a:buChar char="–"/>
              <a:defRPr sz="1400"/>
            </a:lvl4pPr>
            <a:lvl5pPr marL="720000" lvl="4" indent="-180000">
              <a:lnSpc>
                <a:spcPct val="80000"/>
              </a:lnSpc>
              <a:spcBef>
                <a:spcPts val="200"/>
              </a:spcBef>
              <a:spcAft>
                <a:spcPts val="200"/>
              </a:spcAft>
              <a:buClr>
                <a:schemeClr val="accent1"/>
              </a:buClr>
              <a:buFont typeface="Arial" pitchFamily="34" charset="0"/>
              <a:buChar char="–"/>
              <a:defRPr sz="14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1" indent="0" algn="l" defTabSz="914400" rtl="0" eaLnBrk="1" fontAlgn="auto" latinLnBrk="0" hangingPunct="1">
              <a:lnSpc>
                <a:spcPct val="100000"/>
              </a:lnSpc>
              <a:spcBef>
                <a:spcPts val="600"/>
              </a:spcBef>
              <a:spcAft>
                <a:spcPts val="0"/>
              </a:spcAft>
              <a:buClr>
                <a:srgbClr val="333F50"/>
              </a:buClr>
              <a:buSzTx/>
              <a:buNone/>
              <a:tabLst/>
              <a:defRPr/>
            </a:pPr>
            <a:r>
              <a:rPr kumimoji="0" lang="en-US" sz="1200" b="1" i="0" u="none" strike="noStrike" kern="1200" cap="none" spc="0" normalizeH="0" baseline="0" noProof="0" dirty="0">
                <a:ln>
                  <a:noFill/>
                </a:ln>
                <a:solidFill>
                  <a:srgbClr val="000000"/>
                </a:solidFill>
                <a:effectLst/>
                <a:uLnTx/>
                <a:uFillTx/>
                <a:ea typeface="+mn-ea"/>
                <a:cs typeface="Calibri" panose="020F0502020204030204" pitchFamily="34" charset="0"/>
              </a:rPr>
              <a:t>Supply:</a:t>
            </a:r>
            <a:endParaRPr kumimoji="0" lang="en-US" sz="1200" b="0" i="0" u="none" strike="noStrike" kern="1200" cap="none" spc="0" normalizeH="0" baseline="0" noProof="0" dirty="0">
              <a:ln>
                <a:noFill/>
              </a:ln>
              <a:solidFill>
                <a:srgbClr val="000000"/>
              </a:solidFill>
              <a:effectLst/>
              <a:uLnTx/>
              <a:uFillTx/>
              <a:ea typeface="+mn-ea"/>
              <a:cs typeface="Calibri" panose="020F0502020204030204" pitchFamily="34" charset="0"/>
            </a:endParaRPr>
          </a:p>
          <a:p>
            <a:pPr marL="285750" indent="-285750">
              <a:buFont typeface="Wingdings" panose="05000000000000000000" pitchFamily="2" charset="2"/>
              <a:buChar char="Ø"/>
            </a:pPr>
            <a:r>
              <a:rPr lang="en-US" sz="1200" dirty="0"/>
              <a:t>X-104 &amp; Q5 Supply issue due to customer Ramp-up &amp; Quality Issue</a:t>
            </a:r>
          </a:p>
          <a:p>
            <a:pPr marL="285750" indent="-285750">
              <a:buFont typeface="Wingdings" panose="05000000000000000000" pitchFamily="2" charset="2"/>
              <a:buChar char="Ø"/>
            </a:pPr>
            <a:r>
              <a:rPr lang="en-US" sz="1200" dirty="0"/>
              <a:t>VW Supply issue due to Glass Run Prod. Issue at plant </a:t>
            </a:r>
          </a:p>
          <a:p>
            <a:pPr marL="285750" indent="-285750">
              <a:buFont typeface="Wingdings" panose="05000000000000000000" pitchFamily="2" charset="2"/>
              <a:buChar char="Ø"/>
            </a:pPr>
            <a:r>
              <a:rPr lang="en-US" sz="1200" dirty="0"/>
              <a:t>Pune WH stock need to built as per Customer norms in WHS to avoid PF </a:t>
            </a:r>
          </a:p>
          <a:p>
            <a:pPr marL="285750" indent="-285750">
              <a:buFont typeface="Wingdings" panose="05000000000000000000" pitchFamily="2" charset="2"/>
              <a:buChar char="Ø"/>
            </a:pPr>
            <a:r>
              <a:rPr lang="en-US" sz="1200" dirty="0"/>
              <a:t>Premium Fright : Zero (Till Date)</a:t>
            </a:r>
          </a:p>
          <a:p>
            <a:endParaRPr kumimoji="0" lang="en-US" sz="1200" b="0" i="0" u="none" strike="noStrike" kern="1200" cap="none" spc="0" normalizeH="0" baseline="0" noProof="0" dirty="0">
              <a:ln>
                <a:noFill/>
              </a:ln>
              <a:solidFill>
                <a:srgbClr val="000000"/>
              </a:solidFill>
              <a:effectLst/>
              <a:uLnTx/>
              <a:uFillTx/>
              <a:ea typeface="+mn-ea"/>
              <a:cs typeface="Calibri" panose="020F0502020204030204" pitchFamily="34" charset="0"/>
            </a:endParaRPr>
          </a:p>
        </p:txBody>
      </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295132" y="1075624"/>
            <a:ext cx="10797411"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8833014-81D5-33A3-5CB9-BAF6323C0184}"/>
              </a:ext>
            </a:extLst>
          </p:cNvPr>
          <p:cNvSpPr txBox="1"/>
          <p:nvPr/>
        </p:nvSpPr>
        <p:spPr bwMode="gray">
          <a:xfrm>
            <a:off x="6578851" y="5168660"/>
            <a:ext cx="5185999" cy="1513235"/>
          </a:xfrm>
          <a:prstGeom prst="rect">
            <a:avLst/>
          </a:prstGeom>
          <a:noFill/>
        </p:spPr>
        <p:txBody>
          <a:bodyPr wrap="square">
            <a:spAutoFit/>
          </a:bodyPr>
          <a:lstStyle/>
          <a:p>
            <a:pPr marL="0" lvl="1" indent="0">
              <a:lnSpc>
                <a:spcPct val="100000"/>
              </a:lnSpc>
              <a:spcAft>
                <a:spcPts val="0"/>
              </a:spcAft>
              <a:buClr>
                <a:srgbClr val="333F50"/>
              </a:buClr>
              <a:buNone/>
              <a:defRPr/>
            </a:pPr>
            <a:r>
              <a:rPr lang="en-US" sz="1400" b="1" dirty="0">
                <a:solidFill>
                  <a:srgbClr val="000000"/>
                </a:solidFill>
                <a:latin typeface="Calibri" panose="020F0502020204030204" pitchFamily="34" charset="0"/>
                <a:cs typeface="Calibri" panose="020F0502020204030204" pitchFamily="34" charset="0"/>
              </a:rPr>
              <a:t>Demand</a:t>
            </a:r>
          </a:p>
          <a:p>
            <a:pPr marL="360000" lvl="2" indent="-180000">
              <a:spcBef>
                <a:spcPts val="200"/>
              </a:spcBef>
              <a:buClr>
                <a:srgbClr val="333F50"/>
              </a:buClr>
              <a:buFont typeface="Arial" panose="020B0604020202020204" pitchFamily="34" charset="0"/>
              <a:buChar char="•"/>
              <a:defRPr/>
            </a:pPr>
            <a:r>
              <a:rPr lang="en-US" sz="1400" dirty="0">
                <a:solidFill>
                  <a:srgbClr val="000000"/>
                </a:solidFill>
                <a:latin typeface="Calibri" panose="020F0502020204030204" pitchFamily="34" charset="0"/>
                <a:cs typeface="Calibri" panose="020F0502020204030204" pitchFamily="34" charset="0"/>
              </a:rPr>
              <a:t>Q5 (30% &gt; ICP) </a:t>
            </a:r>
          </a:p>
          <a:p>
            <a:pPr marL="360000" lvl="2" indent="-180000">
              <a:spcBef>
                <a:spcPts val="200"/>
              </a:spcBef>
              <a:buClr>
                <a:srgbClr val="333F50"/>
              </a:buClr>
              <a:buFont typeface="Arial" panose="020B0604020202020204" pitchFamily="34" charset="0"/>
              <a:buChar char="•"/>
              <a:defRPr/>
            </a:pPr>
            <a:r>
              <a:rPr lang="en-US" sz="1400" dirty="0">
                <a:solidFill>
                  <a:srgbClr val="000000"/>
                </a:solidFill>
                <a:latin typeface="Calibri" panose="020F0502020204030204" pitchFamily="34" charset="0"/>
                <a:cs typeface="Calibri" panose="020F0502020204030204" pitchFamily="34" charset="0"/>
              </a:rPr>
              <a:t>X451 (22% &gt; ICP)	</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lang="en-US" sz="1400" dirty="0">
                <a:solidFill>
                  <a:srgbClr val="000000"/>
                </a:solidFill>
                <a:latin typeface="Calibri" panose="020F0502020204030204" pitchFamily="34" charset="0"/>
                <a:cs typeface="Calibri" panose="020F0502020204030204" pitchFamily="34" charset="0"/>
              </a:rPr>
              <a:t>Sprint (17% &lt; ICP)	           </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Y1K ( 19</a:t>
            </a:r>
            <a:r>
              <a:rPr lang="en-US" sz="1400" dirty="0">
                <a:solidFill>
                  <a:srgbClr val="000000"/>
                </a:solidFill>
                <a:latin typeface="Calibri" panose="020F0502020204030204" pitchFamily="34" charset="0"/>
                <a:cs typeface="Calibri" panose="020F0502020204030204" pitchFamily="34" charset="0"/>
              </a:rPr>
              <a:t>% &lt;</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ICP)</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lang="en-US" sz="1400" dirty="0">
                <a:solidFill>
                  <a:srgbClr val="000000"/>
                </a:solidFill>
                <a:latin typeface="Calibri" panose="020F0502020204030204" pitchFamily="34" charset="0"/>
                <a:cs typeface="Calibri" panose="020F0502020204030204" pitchFamily="34" charset="0"/>
              </a:rPr>
              <a:t>YOM (44% &lt; ICP)</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pic>
        <p:nvPicPr>
          <p:cNvPr id="7" name="Picture 6">
            <a:extLst>
              <a:ext uri="{FF2B5EF4-FFF2-40B4-BE49-F238E27FC236}">
                <a16:creationId xmlns:a16="http://schemas.microsoft.com/office/drawing/2014/main" id="{4AB34C89-D55E-4E27-892A-EA601B692A05}"/>
              </a:ext>
            </a:extLst>
          </p:cNvPr>
          <p:cNvPicPr>
            <a:picLocks noChangeAspect="1"/>
          </p:cNvPicPr>
          <p:nvPr/>
        </p:nvPicPr>
        <p:blipFill>
          <a:blip r:embed="rId8"/>
          <a:stretch>
            <a:fillRect/>
          </a:stretch>
        </p:blipFill>
        <p:spPr>
          <a:xfrm>
            <a:off x="174172" y="1218038"/>
            <a:ext cx="11680371" cy="3911507"/>
          </a:xfrm>
          <a:prstGeom prst="rect">
            <a:avLst/>
          </a:prstGeom>
          <a:ln>
            <a:solidFill>
              <a:schemeClr val="tx1"/>
            </a:solidFill>
          </a:ln>
        </p:spPr>
      </p:pic>
    </p:spTree>
    <p:extLst>
      <p:ext uri="{BB962C8B-B14F-4D97-AF65-F5344CB8AC3E}">
        <p14:creationId xmlns:p14="http://schemas.microsoft.com/office/powerpoint/2010/main" val="202507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2"/>
            </p:custDataLst>
            <p:extLst>
              <p:ext uri="{D42A27DB-BD31-4B8C-83A1-F6EECF244321}">
                <p14:modId xmlns:p14="http://schemas.microsoft.com/office/powerpoint/2010/main" val="3184495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308"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a:xfrm>
            <a:off x="220845" y="318925"/>
            <a:ext cx="10230988" cy="723915"/>
          </a:xfrm>
        </p:spPr>
        <p:txBody>
          <a:bodyPr vert="horz"/>
          <a:lstStyle/>
          <a:p>
            <a:r>
              <a:rPr lang="en-GB" dirty="0">
                <a:latin typeface="+mj-lt"/>
              </a:rPr>
              <a:t>Chennai: </a:t>
            </a:r>
            <a:br>
              <a:rPr lang="en-GB" dirty="0">
                <a:latin typeface="+mj-lt"/>
              </a:rPr>
            </a:br>
            <a:r>
              <a:rPr lang="en-GB" dirty="0">
                <a:latin typeface="+mj-lt"/>
              </a:rPr>
              <a:t>Overview of Supply and Demand consumption vs defined ICP for Nov 22</a:t>
            </a:r>
            <a:endParaRPr lang="LID4096" dirty="0">
              <a:latin typeface="+mj-lt"/>
            </a:endParaRPr>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a:xfrm>
            <a:off x="11826440" y="5963084"/>
            <a:ext cx="127251" cy="12064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220845" y="1081879"/>
            <a:ext cx="11605595"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288FE79-90AC-4A3E-A9F4-E01A669C25CF}"/>
              </a:ext>
            </a:extLst>
          </p:cNvPr>
          <p:cNvSpPr txBox="1"/>
          <p:nvPr/>
        </p:nvSpPr>
        <p:spPr bwMode="gray">
          <a:xfrm>
            <a:off x="7324889" y="5113044"/>
            <a:ext cx="2983882" cy="882293"/>
          </a:xfrm>
          <a:prstGeom prst="rect">
            <a:avLst/>
          </a:prstGeom>
          <a:noFill/>
        </p:spPr>
        <p:txBody>
          <a:bodyPr wrap="square">
            <a:spAutoFit/>
          </a:bodyPr>
          <a:lstStyle/>
          <a:p>
            <a:pPr marL="0" lvl="1" indent="0">
              <a:lnSpc>
                <a:spcPct val="100000"/>
              </a:lnSpc>
              <a:spcAft>
                <a:spcPts val="0"/>
              </a:spcAft>
              <a:buClr>
                <a:srgbClr val="333F50"/>
              </a:buClr>
              <a:buNone/>
              <a:defRPr/>
            </a:pPr>
            <a:r>
              <a:rPr lang="en-US" sz="1600" b="1" dirty="0">
                <a:solidFill>
                  <a:srgbClr val="000000"/>
                </a:solidFill>
                <a:latin typeface="+mj-lt"/>
                <a:cs typeface="Calibri" panose="020F0502020204030204" pitchFamily="34" charset="0"/>
              </a:rPr>
              <a:t>Demand:</a:t>
            </a:r>
          </a:p>
          <a:p>
            <a:pPr marL="180000" marR="0" lvl="2" algn="l" defTabSz="914400" rtl="0" eaLnBrk="1" fontAlgn="auto" latinLnBrk="0" hangingPunct="1">
              <a:lnSpc>
                <a:spcPct val="100000"/>
              </a:lnSpc>
              <a:spcBef>
                <a:spcPts val="200"/>
              </a:spcBef>
              <a:spcAft>
                <a:spcPts val="0"/>
              </a:spcAft>
              <a:buClr>
                <a:srgbClr val="333F50"/>
              </a:buClr>
              <a:buSzTx/>
              <a:tabLst/>
              <a:defRPr/>
            </a:pPr>
            <a:r>
              <a:rPr kumimoji="0" lang="en-US" sz="16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rPr>
              <a:t>No Issue </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endParaRPr>
          </a:p>
        </p:txBody>
      </p:sp>
      <p:sp>
        <p:nvSpPr>
          <p:cNvPr id="12" name="TextBox 11">
            <a:extLst>
              <a:ext uri="{FF2B5EF4-FFF2-40B4-BE49-F238E27FC236}">
                <a16:creationId xmlns:a16="http://schemas.microsoft.com/office/drawing/2014/main" id="{3C613C79-CF87-44B5-8B50-E3F135E3104C}"/>
              </a:ext>
            </a:extLst>
          </p:cNvPr>
          <p:cNvSpPr txBox="1"/>
          <p:nvPr/>
        </p:nvSpPr>
        <p:spPr bwMode="gray">
          <a:xfrm>
            <a:off x="454123" y="5113044"/>
            <a:ext cx="3704220" cy="610424"/>
          </a:xfrm>
          <a:prstGeom prst="rect">
            <a:avLst/>
          </a:prstGeom>
          <a:noFill/>
        </p:spPr>
        <p:txBody>
          <a:bodyPr wrap="square">
            <a:spAutoFit/>
          </a:bodyPr>
          <a:lstStyle>
            <a:defPPr>
              <a:defRPr lang="LID4096"/>
            </a:defPPr>
            <a:lvl2pPr marL="0" lvl="1" indent="0">
              <a:lnSpc>
                <a:spcPct val="100000"/>
              </a:lnSpc>
              <a:spcAft>
                <a:spcPts val="0"/>
              </a:spcAft>
              <a:buClr>
                <a:srgbClr val="333F50"/>
              </a:buClr>
              <a:buNone/>
              <a:defRPr sz="1600" b="1">
                <a:solidFill>
                  <a:srgbClr val="000000"/>
                </a:solidFill>
                <a:latin typeface="+mj-lt"/>
                <a:cs typeface="Calibri" panose="020F0502020204030204" pitchFamily="34" charset="0"/>
              </a:defRPr>
            </a:lvl2pPr>
            <a:lvl3pPr marL="360000" marR="0" lvl="2" indent="-180000" fontAlgn="auto">
              <a:lnSpc>
                <a:spcPct val="100000"/>
              </a:lnSpc>
              <a:spcBef>
                <a:spcPts val="200"/>
              </a:spcBef>
              <a:spcAft>
                <a:spcPts val="0"/>
              </a:spcAft>
              <a:buClr>
                <a:srgbClr val="333F50"/>
              </a:buClr>
              <a:buSzTx/>
              <a:buFont typeface="Arial" panose="020B0604020202020204" pitchFamily="34" charset="0"/>
              <a:buChar char="•"/>
              <a:tabLst/>
              <a:defRPr sz="1600">
                <a:solidFill>
                  <a:srgbClr val="000000"/>
                </a:solidFill>
                <a:latin typeface="+mj-lt"/>
                <a:cs typeface="Calibri" panose="020F0502020204030204" pitchFamily="34" charset="0"/>
              </a:defRPr>
            </a:lvl3pPr>
          </a:lstStyle>
          <a:p>
            <a:pPr lvl="1"/>
            <a:r>
              <a:rPr lang="en-US" dirty="0"/>
              <a:t>Supply:</a:t>
            </a:r>
          </a:p>
          <a:p>
            <a:pPr lvl="2"/>
            <a:r>
              <a:rPr lang="en-US" dirty="0"/>
              <a:t>No Constraint of Supply from CNS </a:t>
            </a:r>
          </a:p>
        </p:txBody>
      </p:sp>
      <p:pic>
        <p:nvPicPr>
          <p:cNvPr id="6" name="Picture 5">
            <a:extLst>
              <a:ext uri="{FF2B5EF4-FFF2-40B4-BE49-F238E27FC236}">
                <a16:creationId xmlns:a16="http://schemas.microsoft.com/office/drawing/2014/main" id="{6643C28F-7A84-46CC-9201-F6C530D98662}"/>
              </a:ext>
            </a:extLst>
          </p:cNvPr>
          <p:cNvPicPr>
            <a:picLocks noChangeAspect="1"/>
          </p:cNvPicPr>
          <p:nvPr/>
        </p:nvPicPr>
        <p:blipFill>
          <a:blip r:embed="rId7"/>
          <a:stretch>
            <a:fillRect/>
          </a:stretch>
        </p:blipFill>
        <p:spPr>
          <a:xfrm>
            <a:off x="220845" y="1275112"/>
            <a:ext cx="11829641" cy="3688769"/>
          </a:xfrm>
          <a:prstGeom prst="rect">
            <a:avLst/>
          </a:prstGeom>
          <a:ln>
            <a:solidFill>
              <a:schemeClr val="tx1"/>
            </a:solidFill>
          </a:ln>
        </p:spPr>
      </p:pic>
    </p:spTree>
    <p:extLst>
      <p:ext uri="{BB962C8B-B14F-4D97-AF65-F5344CB8AC3E}">
        <p14:creationId xmlns:p14="http://schemas.microsoft.com/office/powerpoint/2010/main" val="120869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2"/>
            </p:custDataLst>
            <p:extLst>
              <p:ext uri="{D42A27DB-BD31-4B8C-83A1-F6EECF244321}">
                <p14:modId xmlns:p14="http://schemas.microsoft.com/office/powerpoint/2010/main" val="3719214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356"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a:xfrm>
            <a:off x="145716" y="168492"/>
            <a:ext cx="10142656" cy="576026"/>
          </a:xfrm>
        </p:spPr>
        <p:txBody>
          <a:bodyPr vert="horz"/>
          <a:lstStyle/>
          <a:p>
            <a:r>
              <a:rPr lang="en-GB" sz="1800" dirty="0">
                <a:latin typeface="+mj-lt"/>
              </a:rPr>
              <a:t>MNSR: Overview of Supply and Demand consumption vs defined ICP for Nov 22</a:t>
            </a:r>
            <a:endParaRPr lang="LID4096" sz="1800" dirty="0">
              <a:latin typeface="+mj-lt"/>
            </a:endParaRPr>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145716" y="631371"/>
            <a:ext cx="9956227"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3DCF378-EBC6-4DB4-9C4D-6BC740BC1673}"/>
              </a:ext>
            </a:extLst>
          </p:cNvPr>
          <p:cNvSpPr txBox="1"/>
          <p:nvPr/>
        </p:nvSpPr>
        <p:spPr bwMode="gray">
          <a:xfrm>
            <a:off x="297510" y="5566890"/>
            <a:ext cx="5025604" cy="914400"/>
          </a:xfrm>
          <a:prstGeom prst="rect">
            <a:avLst/>
          </a:prstGeom>
          <a:noFill/>
        </p:spPr>
        <p:txBody>
          <a:bodyPr wrap="none" lIns="0" tIns="0" rIns="0" bIns="0" rtlCol="0">
            <a:noAutofit/>
          </a:bodyPr>
          <a:lstStyle/>
          <a:p>
            <a:pPr marL="0" marR="0" lvl="1" indent="0" algn="l" defTabSz="914400" rtl="0" eaLnBrk="1" fontAlgn="auto" latinLnBrk="0" hangingPunct="1">
              <a:lnSpc>
                <a:spcPct val="100000"/>
              </a:lnSpc>
              <a:spcBef>
                <a:spcPts val="600"/>
              </a:spcBef>
              <a:spcAft>
                <a:spcPts val="0"/>
              </a:spcAft>
              <a:buClr>
                <a:srgbClr val="333F50"/>
              </a:buClr>
              <a:buSzTx/>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Supply:</a:t>
            </a: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indent="-285750">
              <a:buFont typeface="Wingdings" panose="05000000000000000000" pitchFamily="2" charset="2"/>
              <a:buChar char="Ø"/>
            </a:pPr>
            <a:r>
              <a:rPr lang="en-US" sz="1100" dirty="0"/>
              <a:t>M&amp;M / Nissan Stock Built Up Activity in progress </a:t>
            </a:r>
          </a:p>
          <a:p>
            <a:pPr marL="285750" indent="-285750">
              <a:buFont typeface="Wingdings" panose="05000000000000000000" pitchFamily="2" charset="2"/>
              <a:buChar char="Ø"/>
            </a:pPr>
            <a:r>
              <a:rPr lang="en-US" sz="1200" b="1" dirty="0"/>
              <a:t>Need to build up stock in WH to avoid customer line stoppage</a:t>
            </a:r>
            <a:r>
              <a:rPr lang="en-US" sz="1100" dirty="0"/>
              <a:t> </a:t>
            </a:r>
          </a:p>
          <a:p>
            <a:pPr marL="285750" indent="-285750">
              <a:buFont typeface="Wingdings" panose="05000000000000000000" pitchFamily="2" charset="2"/>
              <a:buChar char="Ø"/>
            </a:pPr>
            <a:r>
              <a:rPr lang="en-US" sz="1100" dirty="0"/>
              <a:t>Air Freight : 1.5Lacs Approx. for Chennai &amp; Nashik </a:t>
            </a:r>
          </a:p>
        </p:txBody>
      </p:sp>
      <p:sp>
        <p:nvSpPr>
          <p:cNvPr id="15" name="TextBox 14">
            <a:extLst>
              <a:ext uri="{FF2B5EF4-FFF2-40B4-BE49-F238E27FC236}">
                <a16:creationId xmlns:a16="http://schemas.microsoft.com/office/drawing/2014/main" id="{D0CC0D14-EF26-4FB0-86FF-F790749B6A25}"/>
              </a:ext>
            </a:extLst>
          </p:cNvPr>
          <p:cNvSpPr txBox="1"/>
          <p:nvPr/>
        </p:nvSpPr>
        <p:spPr bwMode="gray">
          <a:xfrm>
            <a:off x="7933869" y="5417365"/>
            <a:ext cx="3996874" cy="1272143"/>
          </a:xfrm>
          <a:prstGeom prst="rect">
            <a:avLst/>
          </a:prstGeom>
          <a:noFill/>
        </p:spPr>
        <p:txBody>
          <a:bodyPr wrap="square">
            <a:spAutoFit/>
          </a:bodyPr>
          <a:lstStyle/>
          <a:p>
            <a:pPr marL="0" lvl="1" indent="0">
              <a:lnSpc>
                <a:spcPct val="100000"/>
              </a:lnSpc>
              <a:spcAft>
                <a:spcPts val="0"/>
              </a:spcAft>
              <a:buClr>
                <a:srgbClr val="333F50"/>
              </a:buClr>
              <a:buNone/>
              <a:defRPr/>
            </a:pPr>
            <a:r>
              <a:rPr lang="en-US" sz="1400" b="1" dirty="0">
                <a:solidFill>
                  <a:srgbClr val="000000"/>
                </a:solidFill>
                <a:latin typeface="Calibri" panose="020F0502020204030204" pitchFamily="34" charset="0"/>
                <a:cs typeface="Calibri" panose="020F0502020204030204" pitchFamily="34" charset="0"/>
              </a:rPr>
              <a:t>Demand:</a:t>
            </a:r>
          </a:p>
          <a:p>
            <a:pPr marL="360000" marR="0" lvl="2" indent="-180000" algn="l" defTabSz="914400" rtl="0" eaLnBrk="1" fontAlgn="auto" latinLnBrk="0" hangingPunct="1">
              <a:lnSpc>
                <a:spcPct val="100000"/>
              </a:lnSpc>
              <a:spcBef>
                <a:spcPts val="200"/>
              </a:spcBef>
              <a:spcAft>
                <a:spcPts val="0"/>
              </a:spcAft>
              <a:buClr>
                <a:srgbClr val="333F50"/>
              </a:buClr>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U321 (39% &lt; ICP)               Scorpio (</a:t>
            </a:r>
            <a:r>
              <a:rPr lang="en-US" sz="1400" dirty="0">
                <a:solidFill>
                  <a:srgbClr val="000000"/>
                </a:solidFill>
                <a:latin typeface="Calibri" panose="020F0502020204030204" pitchFamily="34" charset="0"/>
                <a:cs typeface="Calibri" panose="020F0502020204030204" pitchFamily="34" charset="0"/>
              </a:rPr>
              <a:t>19</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&gt; ICP)	               </a:t>
            </a:r>
          </a:p>
          <a:p>
            <a:pPr marL="360000" marR="0" lvl="2" indent="-180000" algn="l" defTabSz="914400" rtl="0" eaLnBrk="1" fontAlgn="auto" latinLnBrk="0" hangingPunct="1">
              <a:lnSpc>
                <a:spcPct val="100000"/>
              </a:lnSpc>
              <a:spcBef>
                <a:spcPts val="200"/>
              </a:spcBef>
              <a:spcAft>
                <a:spcPts val="0"/>
              </a:spcAft>
              <a:buClr>
                <a:srgbClr val="333F50"/>
              </a:buClr>
              <a:buSzTx/>
              <a:buFont typeface="Wingdings" panose="05000000000000000000" pitchFamily="2" charset="2"/>
              <a:buChar char="Ø"/>
              <a:tabLst/>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Alto (</a:t>
            </a:r>
            <a:r>
              <a:rPr lang="en-US" sz="1400" dirty="0">
                <a:solidFill>
                  <a:srgbClr val="000000"/>
                </a:solidFill>
                <a:latin typeface="Calibri" panose="020F0502020204030204" pitchFamily="34" charset="0"/>
                <a:cs typeface="Calibri" panose="020F0502020204030204" pitchFamily="34" charset="0"/>
              </a:rPr>
              <a:t>30</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&lt; ICP)                 Nissan (20% &gt; ICP)</a:t>
            </a:r>
          </a:p>
          <a:p>
            <a:pPr marL="360000" marR="0" lvl="2" indent="-180000" algn="l" defTabSz="914400" rtl="0" eaLnBrk="1" fontAlgn="auto" latinLnBrk="0" hangingPunct="1">
              <a:lnSpc>
                <a:spcPct val="100000"/>
              </a:lnSpc>
              <a:spcBef>
                <a:spcPts val="200"/>
              </a:spcBef>
              <a:spcAft>
                <a:spcPts val="0"/>
              </a:spcAft>
              <a:buClr>
                <a:srgbClr val="333F50"/>
              </a:buClr>
              <a:buSzTx/>
              <a:buFont typeface="Wingdings" panose="05000000000000000000" pitchFamily="2" charset="2"/>
              <a:buChar char="Ø"/>
              <a:tabLst/>
              <a:defRPr/>
            </a:pPr>
            <a:r>
              <a:rPr lang="en-US" sz="1400" dirty="0">
                <a:solidFill>
                  <a:srgbClr val="000000"/>
                </a:solidFill>
                <a:latin typeface="Calibri" panose="020F0502020204030204" pitchFamily="34" charset="0"/>
                <a:cs typeface="Calibri" panose="020F0502020204030204" pitchFamily="34" charset="0"/>
              </a:rPr>
              <a:t>YCA  (15% &lt; ICP)</a:t>
            </a:r>
          </a:p>
          <a:p>
            <a:pPr marL="360000" marR="0" lvl="2" indent="-180000" algn="l" defTabSz="914400" rtl="0" eaLnBrk="1" fontAlgn="auto" latinLnBrk="0" hangingPunct="1">
              <a:lnSpc>
                <a:spcPct val="100000"/>
              </a:lnSpc>
              <a:spcBef>
                <a:spcPts val="200"/>
              </a:spcBef>
              <a:spcAft>
                <a:spcPts val="0"/>
              </a:spcAft>
              <a:buClr>
                <a:srgbClr val="333F50"/>
              </a:buClr>
              <a:buSzTx/>
              <a:buFont typeface="Wingdings" panose="05000000000000000000" pitchFamily="2" charset="2"/>
              <a:buChar char="Ø"/>
              <a:tabLst/>
              <a:defRPr/>
            </a:pPr>
            <a:r>
              <a:rPr lang="en-US" sz="1400" dirty="0">
                <a:solidFill>
                  <a:srgbClr val="000000"/>
                </a:solidFill>
                <a:latin typeface="Calibri" panose="020F0502020204030204" pitchFamily="34" charset="0"/>
                <a:cs typeface="Calibri" panose="020F0502020204030204" pitchFamily="34" charset="0"/>
              </a:rPr>
              <a:t>YG8(EECO) (36% &lt; ICP)</a:t>
            </a:r>
          </a:p>
        </p:txBody>
      </p:sp>
      <p:pic>
        <p:nvPicPr>
          <p:cNvPr id="2" name="Picture 1">
            <a:extLst>
              <a:ext uri="{FF2B5EF4-FFF2-40B4-BE49-F238E27FC236}">
                <a16:creationId xmlns:a16="http://schemas.microsoft.com/office/drawing/2014/main" id="{65AFCCE2-7677-4724-9D53-4988FC00B759}"/>
              </a:ext>
            </a:extLst>
          </p:cNvPr>
          <p:cNvPicPr>
            <a:picLocks noChangeAspect="1"/>
          </p:cNvPicPr>
          <p:nvPr/>
        </p:nvPicPr>
        <p:blipFill>
          <a:blip r:embed="rId7"/>
          <a:stretch>
            <a:fillRect/>
          </a:stretch>
        </p:blipFill>
        <p:spPr>
          <a:xfrm>
            <a:off x="145716" y="874117"/>
            <a:ext cx="11926541" cy="4454307"/>
          </a:xfrm>
          <a:prstGeom prst="rect">
            <a:avLst/>
          </a:prstGeom>
          <a:ln>
            <a:solidFill>
              <a:schemeClr val="tx1"/>
            </a:solidFill>
          </a:ln>
        </p:spPr>
      </p:pic>
    </p:spTree>
    <p:extLst>
      <p:ext uri="{BB962C8B-B14F-4D97-AF65-F5344CB8AC3E}">
        <p14:creationId xmlns:p14="http://schemas.microsoft.com/office/powerpoint/2010/main" val="151839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2"/>
            </p:custDataLst>
            <p:extLst>
              <p:ext uri="{D42A27DB-BD31-4B8C-83A1-F6EECF244321}">
                <p14:modId xmlns:p14="http://schemas.microsoft.com/office/powerpoint/2010/main" val="660033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31"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a:xfrm>
            <a:off x="261258" y="264407"/>
            <a:ext cx="10709960" cy="590628"/>
          </a:xfrm>
        </p:spPr>
        <p:txBody>
          <a:bodyPr vert="horz"/>
          <a:lstStyle/>
          <a:p>
            <a:r>
              <a:rPr lang="en-GB" dirty="0"/>
              <a:t>Sanand / SBD: </a:t>
            </a:r>
            <a:br>
              <a:rPr lang="en-GB" dirty="0"/>
            </a:br>
            <a:r>
              <a:rPr lang="en-GB" dirty="0"/>
              <a:t>Overview of </a:t>
            </a:r>
            <a:r>
              <a:rPr lang="en-GB" dirty="0">
                <a:latin typeface="+mj-lt"/>
              </a:rPr>
              <a:t>Supply</a:t>
            </a:r>
            <a:r>
              <a:rPr lang="en-GB" dirty="0"/>
              <a:t> and Demand consumption vs defined ICP for Nov 22 </a:t>
            </a:r>
            <a:endParaRPr lang="LID4096" dirty="0"/>
          </a:p>
        </p:txBody>
      </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261258" y="989355"/>
            <a:ext cx="11503592"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48C20AF-1C81-4FA5-B9FD-E8DBA93D7D40}"/>
              </a:ext>
            </a:extLst>
          </p:cNvPr>
          <p:cNvSpPr txBox="1"/>
          <p:nvPr/>
        </p:nvSpPr>
        <p:spPr bwMode="gray">
          <a:xfrm>
            <a:off x="229446" y="1165716"/>
            <a:ext cx="1823568" cy="310582"/>
          </a:xfrm>
          <a:prstGeom prst="rect">
            <a:avLst/>
          </a:prstGeom>
          <a:noFill/>
        </p:spPr>
        <p:txBody>
          <a:bodyPr wrap="none" lIns="0" tIns="0" rIns="0" bIns="0" rtlCol="0">
            <a:noAutofit/>
          </a:bodyPr>
          <a:lstStyle/>
          <a:p>
            <a:pPr marL="285750" indent="-285750" algn="l">
              <a:buFont typeface="Wingdings" panose="05000000000000000000" pitchFamily="2" charset="2"/>
              <a:buChar char="Ø"/>
            </a:pPr>
            <a:r>
              <a:rPr lang="en-US" sz="1600" b="1" dirty="0">
                <a:solidFill>
                  <a:schemeClr val="tx1"/>
                </a:solidFill>
              </a:rPr>
              <a:t>Sahibabad</a:t>
            </a:r>
          </a:p>
        </p:txBody>
      </p:sp>
      <p:sp>
        <p:nvSpPr>
          <p:cNvPr id="12" name="TextBox 11">
            <a:extLst>
              <a:ext uri="{FF2B5EF4-FFF2-40B4-BE49-F238E27FC236}">
                <a16:creationId xmlns:a16="http://schemas.microsoft.com/office/drawing/2014/main" id="{002274B4-1F8D-4314-9977-D55A90C7E38E}"/>
              </a:ext>
            </a:extLst>
          </p:cNvPr>
          <p:cNvSpPr txBox="1"/>
          <p:nvPr/>
        </p:nvSpPr>
        <p:spPr bwMode="gray">
          <a:xfrm>
            <a:off x="261257" y="3230499"/>
            <a:ext cx="1823568" cy="310582"/>
          </a:xfrm>
          <a:prstGeom prst="rect">
            <a:avLst/>
          </a:prstGeom>
          <a:noFill/>
        </p:spPr>
        <p:txBody>
          <a:bodyPr wrap="none" lIns="0" tIns="0" rIns="0" bIns="0" rtlCol="0">
            <a:noAutofit/>
          </a:bodyPr>
          <a:lstStyle/>
          <a:p>
            <a:pPr marL="285750" indent="-285750" algn="l">
              <a:buFont typeface="Wingdings" panose="05000000000000000000" pitchFamily="2" charset="2"/>
              <a:buChar char="Ø"/>
            </a:pPr>
            <a:r>
              <a:rPr lang="en-US" sz="1600" b="1" dirty="0">
                <a:solidFill>
                  <a:schemeClr val="tx1"/>
                </a:solidFill>
              </a:rPr>
              <a:t>Sanand</a:t>
            </a:r>
          </a:p>
        </p:txBody>
      </p:sp>
      <p:sp>
        <p:nvSpPr>
          <p:cNvPr id="13" name="TextBox 12">
            <a:extLst>
              <a:ext uri="{FF2B5EF4-FFF2-40B4-BE49-F238E27FC236}">
                <a16:creationId xmlns:a16="http://schemas.microsoft.com/office/drawing/2014/main" id="{5C4819D6-7174-49B9-A449-7EC41564D51E}"/>
              </a:ext>
            </a:extLst>
          </p:cNvPr>
          <p:cNvSpPr txBox="1"/>
          <p:nvPr/>
        </p:nvSpPr>
        <p:spPr bwMode="gray">
          <a:xfrm>
            <a:off x="259619" y="5872402"/>
            <a:ext cx="4399467" cy="610424"/>
          </a:xfrm>
          <a:prstGeom prst="rect">
            <a:avLst/>
          </a:prstGeom>
          <a:noFill/>
          <a:ln>
            <a:noFill/>
            <a:prstDash val="dash"/>
          </a:ln>
        </p:spPr>
        <p:txBody>
          <a:bodyPr wrap="square">
            <a:spAutoFit/>
          </a:bodyPr>
          <a:lstStyle/>
          <a:p>
            <a:pPr marL="0" lvl="1" indent="0">
              <a:lnSpc>
                <a:spcPct val="100000"/>
              </a:lnSpc>
              <a:spcAft>
                <a:spcPts val="0"/>
              </a:spcAft>
              <a:buClr>
                <a:srgbClr val="333F50"/>
              </a:buClr>
              <a:buNone/>
              <a:defRPr/>
            </a:pPr>
            <a:r>
              <a:rPr lang="en-US" sz="1600" b="1" dirty="0">
                <a:solidFill>
                  <a:srgbClr val="000000"/>
                </a:solidFill>
                <a:latin typeface="Calibri" panose="020F0502020204030204" pitchFamily="34" charset="0"/>
                <a:cs typeface="Calibri" panose="020F0502020204030204" pitchFamily="34" charset="0"/>
              </a:rPr>
              <a:t>Supply: SBD &amp; SND</a:t>
            </a:r>
          </a:p>
          <a:p>
            <a:pPr marL="360000" marR="0" lvl="2" indent="-180000" algn="l" defTabSz="914400" rtl="0" eaLnBrk="1" fontAlgn="auto" latinLnBrk="0" hangingPunct="1">
              <a:lnSpc>
                <a:spcPct val="100000"/>
              </a:lnSpc>
              <a:spcBef>
                <a:spcPts val="200"/>
              </a:spcBef>
              <a:spcAft>
                <a:spcPts val="0"/>
              </a:spcAft>
              <a:buClr>
                <a:srgbClr val="333F50"/>
              </a:buClr>
              <a:buSzTx/>
              <a:buFont typeface="Arial" panose="020B0604020202020204" pitchFamily="34" charset="0"/>
              <a:buChar char="•"/>
              <a:tabLst/>
              <a:defRPr/>
            </a:pPr>
            <a:r>
              <a:rPr lang="en-US" sz="1600" dirty="0">
                <a:solidFill>
                  <a:srgbClr val="000000"/>
                </a:solidFill>
                <a:latin typeface="Calibri" panose="020F0502020204030204" pitchFamily="34" charset="0"/>
                <a:cs typeface="Calibri" panose="020F0502020204030204" pitchFamily="34" charset="0"/>
              </a:rPr>
              <a:t>No Constraint in Supply </a:t>
            </a:r>
          </a:p>
        </p:txBody>
      </p:sp>
      <p:sp>
        <p:nvSpPr>
          <p:cNvPr id="18" name="TextBox 17">
            <a:extLst>
              <a:ext uri="{FF2B5EF4-FFF2-40B4-BE49-F238E27FC236}">
                <a16:creationId xmlns:a16="http://schemas.microsoft.com/office/drawing/2014/main" id="{2F52FB29-2796-4B2F-961C-4CBA30C7FD29}"/>
              </a:ext>
            </a:extLst>
          </p:cNvPr>
          <p:cNvSpPr txBox="1"/>
          <p:nvPr/>
        </p:nvSpPr>
        <p:spPr bwMode="gray">
          <a:xfrm>
            <a:off x="6640286" y="5747958"/>
            <a:ext cx="5290455" cy="1272143"/>
          </a:xfrm>
          <a:prstGeom prst="rect">
            <a:avLst/>
          </a:prstGeom>
          <a:noFill/>
          <a:ln>
            <a:noFill/>
            <a:prstDash val="dash"/>
          </a:ln>
        </p:spPr>
        <p:txBody>
          <a:bodyPr wrap="square">
            <a:spAutoFit/>
          </a:bodyPr>
          <a:lstStyle/>
          <a:p>
            <a:pPr marL="0" lvl="1" indent="0">
              <a:lnSpc>
                <a:spcPct val="100000"/>
              </a:lnSpc>
              <a:spcAft>
                <a:spcPts val="0"/>
              </a:spcAft>
              <a:buClr>
                <a:srgbClr val="333F50"/>
              </a:buClr>
              <a:buNone/>
              <a:defRPr/>
            </a:pPr>
            <a:r>
              <a:rPr lang="en-US" sz="1400" b="1" dirty="0">
                <a:solidFill>
                  <a:srgbClr val="000000"/>
                </a:solidFill>
                <a:latin typeface="Calibri" panose="020F0502020204030204" pitchFamily="34" charset="0"/>
                <a:cs typeface="Calibri" panose="020F0502020204030204" pitchFamily="34" charset="0"/>
              </a:rPr>
              <a:t>Demand: SBD &amp; SND</a:t>
            </a:r>
          </a:p>
          <a:p>
            <a:pPr marL="360000" lvl="2" indent="-180000">
              <a:spcBef>
                <a:spcPts val="200"/>
              </a:spcBef>
              <a:buClr>
                <a:srgbClr val="333F50"/>
              </a:buClr>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TATA Cub &amp; </a:t>
            </a:r>
            <a:r>
              <a:rPr lang="en-US" sz="1400" dirty="0">
                <a:solidFill>
                  <a:srgbClr val="000000"/>
                </a:solidFill>
                <a:latin typeface="Calibri" panose="020F0502020204030204" pitchFamily="34" charset="0"/>
                <a:cs typeface="Calibri" panose="020F0502020204030204" pitchFamily="34" charset="0"/>
              </a:rPr>
              <a:t>One Ton</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r>
              <a:rPr lang="en-US" sz="1400" dirty="0">
                <a:solidFill>
                  <a:srgbClr val="000000"/>
                </a:solidFill>
                <a:latin typeface="Calibri" panose="020F0502020204030204" pitchFamily="34" charset="0"/>
                <a:cs typeface="Calibri" panose="020F0502020204030204" pitchFamily="34" charset="0"/>
              </a:rPr>
              <a:t>16</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&amp; </a:t>
            </a:r>
            <a:r>
              <a:rPr lang="en-US" sz="1400" dirty="0">
                <a:solidFill>
                  <a:srgbClr val="000000"/>
                </a:solidFill>
                <a:latin typeface="Calibri" panose="020F0502020204030204" pitchFamily="34" charset="0"/>
                <a:cs typeface="Calibri" panose="020F0502020204030204" pitchFamily="34" charset="0"/>
              </a:rPr>
              <a:t>45</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&lt; ICP) </a:t>
            </a:r>
          </a:p>
          <a:p>
            <a:pPr marL="360000" lvl="2" indent="-180000">
              <a:spcBef>
                <a:spcPts val="200"/>
              </a:spcBef>
              <a:buClr>
                <a:srgbClr val="333F50"/>
              </a:buClr>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FCA 556 (</a:t>
            </a:r>
            <a:r>
              <a:rPr lang="en-US" sz="1400" dirty="0">
                <a:solidFill>
                  <a:srgbClr val="000000"/>
                </a:solidFill>
                <a:latin typeface="Calibri" panose="020F0502020204030204" pitchFamily="34" charset="0"/>
                <a:cs typeface="Calibri" panose="020F0502020204030204" pitchFamily="34" charset="0"/>
              </a:rPr>
              <a:t>14% &lt;</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ICP)</a:t>
            </a:r>
          </a:p>
          <a:p>
            <a:pPr marL="360000" lvl="2" indent="-180000">
              <a:spcBef>
                <a:spcPts val="200"/>
              </a:spcBef>
              <a:buClr>
                <a:srgbClr val="333F50"/>
              </a:buClr>
              <a:buFont typeface="Arial" panose="020B0604020202020204" pitchFamily="34" charset="0"/>
              <a:buChar char="•"/>
              <a:defRPr/>
            </a:pPr>
            <a:r>
              <a:rPr lang="en-US" sz="1400" dirty="0">
                <a:solidFill>
                  <a:srgbClr val="000000"/>
                </a:solidFill>
                <a:latin typeface="Calibri" panose="020F0502020204030204" pitchFamily="34" charset="0"/>
                <a:cs typeface="Calibri" panose="020F0502020204030204" pitchFamily="34" charset="0"/>
              </a:rPr>
              <a:t>FCA </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5960( </a:t>
            </a:r>
            <a:r>
              <a:rPr lang="en-US" sz="1400" dirty="0">
                <a:solidFill>
                  <a:srgbClr val="000000"/>
                </a:solidFill>
                <a:latin typeface="Calibri" panose="020F0502020204030204" pitchFamily="34" charset="0"/>
                <a:cs typeface="Calibri" panose="020F0502020204030204" pitchFamily="34" charset="0"/>
              </a:rPr>
              <a:t>31</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r>
              <a:rPr lang="en-US" sz="1400" dirty="0">
                <a:solidFill>
                  <a:srgbClr val="000000"/>
                </a:solidFill>
                <a:latin typeface="Calibri" panose="020F0502020204030204" pitchFamily="34" charset="0"/>
                <a:cs typeface="Calibri" panose="020F0502020204030204" pitchFamily="34" charset="0"/>
              </a:rPr>
              <a:t>&gt;</a:t>
            </a: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ICP )</a:t>
            </a:r>
            <a:endParaRPr lang="en-US" sz="1400" dirty="0">
              <a:solidFill>
                <a:srgbClr val="000000"/>
              </a:solidFill>
              <a:latin typeface="Calibri" panose="020F0502020204030204" pitchFamily="34" charset="0"/>
              <a:cs typeface="Calibri" panose="020F0502020204030204" pitchFamily="34" charset="0"/>
            </a:endParaRPr>
          </a:p>
          <a:p>
            <a:pPr marL="360000" lvl="2" indent="-180000">
              <a:spcBef>
                <a:spcPts val="200"/>
              </a:spcBef>
              <a:buClr>
                <a:srgbClr val="333F50"/>
              </a:buClr>
              <a:buFont typeface="Arial" panose="020B0604020202020204" pitchFamily="34" charset="0"/>
              <a:buChar char="•"/>
              <a:defRPr/>
            </a:pP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A55084E5-EF63-491B-9AE4-6B5A652B42FD}"/>
              </a:ext>
            </a:extLst>
          </p:cNvPr>
          <p:cNvPicPr>
            <a:picLocks noChangeAspect="1"/>
          </p:cNvPicPr>
          <p:nvPr/>
        </p:nvPicPr>
        <p:blipFill>
          <a:blip r:embed="rId7"/>
          <a:stretch>
            <a:fillRect/>
          </a:stretch>
        </p:blipFill>
        <p:spPr>
          <a:xfrm>
            <a:off x="259619" y="1490199"/>
            <a:ext cx="11671122" cy="1650241"/>
          </a:xfrm>
          <a:prstGeom prst="rect">
            <a:avLst/>
          </a:prstGeom>
          <a:ln>
            <a:solidFill>
              <a:schemeClr val="tx1"/>
            </a:solidFill>
          </a:ln>
        </p:spPr>
      </p:pic>
      <p:pic>
        <p:nvPicPr>
          <p:cNvPr id="4" name="Picture 3">
            <a:extLst>
              <a:ext uri="{FF2B5EF4-FFF2-40B4-BE49-F238E27FC236}">
                <a16:creationId xmlns:a16="http://schemas.microsoft.com/office/drawing/2014/main" id="{0D615933-26D5-4648-91B3-3C65995991C2}"/>
              </a:ext>
            </a:extLst>
          </p:cNvPr>
          <p:cNvPicPr>
            <a:picLocks noChangeAspect="1"/>
          </p:cNvPicPr>
          <p:nvPr/>
        </p:nvPicPr>
        <p:blipFill>
          <a:blip r:embed="rId8"/>
          <a:stretch>
            <a:fillRect/>
          </a:stretch>
        </p:blipFill>
        <p:spPr>
          <a:xfrm>
            <a:off x="259619" y="3512154"/>
            <a:ext cx="11671122" cy="2180130"/>
          </a:xfrm>
          <a:prstGeom prst="rect">
            <a:avLst/>
          </a:prstGeom>
          <a:ln>
            <a:solidFill>
              <a:schemeClr val="tx1"/>
            </a:solidFill>
          </a:ln>
        </p:spPr>
      </p:pic>
    </p:spTree>
    <p:extLst>
      <p:ext uri="{BB962C8B-B14F-4D97-AF65-F5344CB8AC3E}">
        <p14:creationId xmlns:p14="http://schemas.microsoft.com/office/powerpoint/2010/main" val="1632271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E4172FD-518E-03DA-789B-BFD24020E84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412" name="think-cell Slide" r:id="rId5" imgW="426" imgH="428" progId="TCLayout.ActiveDocument.1">
                  <p:embed/>
                </p:oleObj>
              </mc:Choice>
              <mc:Fallback>
                <p:oleObj name="think-cell Slide" r:id="rId5" imgW="426" imgH="428" progId="TCLayout.ActiveDocument.1">
                  <p:embed/>
                  <p:pic>
                    <p:nvPicPr>
                      <p:cNvPr id="3" name="Object 2" hidden="1">
                        <a:extLst>
                          <a:ext uri="{FF2B5EF4-FFF2-40B4-BE49-F238E27FC236}">
                            <a16:creationId xmlns:a16="http://schemas.microsoft.com/office/drawing/2014/main" id="{9E4172FD-518E-03DA-789B-BFD24020E84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E7ACE1-ED2E-4365-D97F-5F53920D2B09}"/>
              </a:ext>
            </a:extLst>
          </p:cNvPr>
          <p:cNvSpPr>
            <a:spLocks noGrp="1"/>
          </p:cNvSpPr>
          <p:nvPr>
            <p:ph type="title"/>
          </p:nvPr>
        </p:nvSpPr>
        <p:spPr>
          <a:xfrm>
            <a:off x="261258" y="264407"/>
            <a:ext cx="10709960" cy="590628"/>
          </a:xfrm>
        </p:spPr>
        <p:txBody>
          <a:bodyPr vert="horz"/>
          <a:lstStyle/>
          <a:p>
            <a:r>
              <a:rPr lang="en-US" sz="2400" dirty="0"/>
              <a:t>Inventory Projection – Nov’22 </a:t>
            </a:r>
            <a:endParaRPr lang="LID4096" sz="2400" dirty="0"/>
          </a:p>
        </p:txBody>
      </p:sp>
      <p:sp>
        <p:nvSpPr>
          <p:cNvPr id="4" name="Slide Number Placeholder 3">
            <a:extLst>
              <a:ext uri="{FF2B5EF4-FFF2-40B4-BE49-F238E27FC236}">
                <a16:creationId xmlns:a16="http://schemas.microsoft.com/office/drawing/2014/main" id="{B142037F-AF01-9446-D903-D9E92D9E90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7D3B8-0CE6-4660-8DF6-320B0FD4BCD2}" type="slidenum">
              <a:rPr kumimoji="0" lang="de-DE" sz="800" b="0" i="0" u="none" strike="noStrike" kern="1200" cap="none" spc="0" normalizeH="0" baseline="0" noProof="0" smtClean="0">
                <a:ln>
                  <a:noFill/>
                </a:ln>
                <a:solidFill>
                  <a:srgbClr val="262F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800" b="0" i="0" u="none" strike="noStrike" kern="1200" cap="none" spc="0" normalizeH="0" baseline="0" noProof="0">
              <a:ln>
                <a:noFill/>
              </a:ln>
              <a:solidFill>
                <a:srgbClr val="262F3C"/>
              </a:solidFill>
              <a:effectLst/>
              <a:uLnTx/>
              <a:uFillTx/>
              <a:latin typeface="Arial"/>
              <a:ea typeface="+mn-ea"/>
              <a:cs typeface="+mn-cs"/>
            </a:endParaRPr>
          </a:p>
        </p:txBody>
      </p:sp>
      <p:cxnSp>
        <p:nvCxnSpPr>
          <p:cNvPr id="16" name="Straight Connector 15">
            <a:extLst>
              <a:ext uri="{FF2B5EF4-FFF2-40B4-BE49-F238E27FC236}">
                <a16:creationId xmlns:a16="http://schemas.microsoft.com/office/drawing/2014/main" id="{6B645418-C127-1D9C-AAAC-E7229E223F7F}"/>
              </a:ext>
            </a:extLst>
          </p:cNvPr>
          <p:cNvCxnSpPr>
            <a:cxnSpLocks/>
          </p:cNvCxnSpPr>
          <p:nvPr/>
        </p:nvCxnSpPr>
        <p:spPr>
          <a:xfrm>
            <a:off x="261258" y="886447"/>
            <a:ext cx="11503592"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27CCC78-62F4-4202-9405-E355DF71EDD6}"/>
              </a:ext>
            </a:extLst>
          </p:cNvPr>
          <p:cNvPicPr>
            <a:picLocks noChangeAspect="1"/>
          </p:cNvPicPr>
          <p:nvPr/>
        </p:nvPicPr>
        <p:blipFill>
          <a:blip r:embed="rId7"/>
          <a:stretch>
            <a:fillRect/>
          </a:stretch>
        </p:blipFill>
        <p:spPr>
          <a:xfrm>
            <a:off x="119989" y="1042488"/>
            <a:ext cx="11644861" cy="5437429"/>
          </a:xfrm>
          <a:prstGeom prst="rect">
            <a:avLst/>
          </a:prstGeom>
        </p:spPr>
      </p:pic>
    </p:spTree>
    <p:extLst>
      <p:ext uri="{BB962C8B-B14F-4D97-AF65-F5344CB8AC3E}">
        <p14:creationId xmlns:p14="http://schemas.microsoft.com/office/powerpoint/2010/main" val="3139181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08DC756-5FF0-7825-FC10-73A188D64E28}"/>
              </a:ext>
            </a:extLst>
          </p:cNvPr>
          <p:cNvSpPr>
            <a:spLocks noGrp="1"/>
          </p:cNvSpPr>
          <p:nvPr>
            <p:ph type="sldNum" sz="quarter" idx="12"/>
          </p:nvPr>
        </p:nvSpPr>
        <p:spPr/>
        <p:txBody>
          <a:bodyPr/>
          <a:lstStyle/>
          <a:p>
            <a:fld id="{66AA3846-8976-4D24-8224-CEE1235CE9F4}" type="slidenum">
              <a:rPr lang="en-US" smtClean="0"/>
              <a:pPr/>
              <a:t>7</a:t>
            </a:fld>
            <a:endParaRPr lang="en-US" dirty="0"/>
          </a:p>
        </p:txBody>
      </p:sp>
      <p:sp>
        <p:nvSpPr>
          <p:cNvPr id="12" name="TextBox 11">
            <a:extLst>
              <a:ext uri="{FF2B5EF4-FFF2-40B4-BE49-F238E27FC236}">
                <a16:creationId xmlns:a16="http://schemas.microsoft.com/office/drawing/2014/main" id="{59273756-68A0-4C0A-ADCD-7BAB1A3E3EA1}"/>
              </a:ext>
            </a:extLst>
          </p:cNvPr>
          <p:cNvSpPr txBox="1"/>
          <p:nvPr/>
        </p:nvSpPr>
        <p:spPr bwMode="gray">
          <a:xfrm>
            <a:off x="4380614" y="2243470"/>
            <a:ext cx="2700670" cy="893135"/>
          </a:xfrm>
          <a:prstGeom prst="rect">
            <a:avLst/>
          </a:prstGeom>
          <a:noFill/>
        </p:spPr>
        <p:txBody>
          <a:bodyPr wrap="square" lIns="0" tIns="0" rIns="0" bIns="0" rtlCol="0">
            <a:noAutofit/>
          </a:bodyPr>
          <a:lstStyle/>
          <a:p>
            <a:pPr algn="l"/>
            <a:r>
              <a:rPr lang="en-US" sz="3200" b="1" dirty="0">
                <a:solidFill>
                  <a:schemeClr val="tx1"/>
                </a:solidFill>
              </a:rPr>
              <a:t>Thank You..!</a:t>
            </a:r>
            <a:endParaRPr lang="en-US" sz="1400" b="1" dirty="0">
              <a:solidFill>
                <a:schemeClr val="tx1"/>
              </a:solidFill>
            </a:endParaRPr>
          </a:p>
        </p:txBody>
      </p:sp>
    </p:spTree>
    <p:extLst>
      <p:ext uri="{BB962C8B-B14F-4D97-AF65-F5344CB8AC3E}">
        <p14:creationId xmlns:p14="http://schemas.microsoft.com/office/powerpoint/2010/main" val="244800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9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LI3c3jrcVCtGp7WvIXram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LI3c3jrcVCtGp7WvIXram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plate SFC-Powerpoint Master_200817_Tobias">
  <a:themeElements>
    <a:clrScheme name="Mutares">
      <a:dk1>
        <a:srgbClr val="262F3C"/>
      </a:dk1>
      <a:lt1>
        <a:srgbClr val="FFFFFF"/>
      </a:lt1>
      <a:dk2>
        <a:srgbClr val="ADB9CA"/>
      </a:dk2>
      <a:lt2>
        <a:srgbClr val="AFABAB"/>
      </a:lt2>
      <a:accent1>
        <a:srgbClr val="333F50"/>
      </a:accent1>
      <a:accent2>
        <a:srgbClr val="ED7D31"/>
      </a:accent2>
      <a:accent3>
        <a:srgbClr val="D6DCE5"/>
      </a:accent3>
      <a:accent4>
        <a:srgbClr val="44546A"/>
      </a:accent4>
      <a:accent5>
        <a:srgbClr val="FFC000"/>
      </a:accent5>
      <a:accent6>
        <a:srgbClr val="E7E6E6"/>
      </a:accent6>
      <a:hlink>
        <a:srgbClr val="262F3C"/>
      </a:hlink>
      <a:folHlink>
        <a:srgbClr val="262F3C"/>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635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20200707 SFC-Powerpoint Master TW 2" id="{324E89CE-9E0E-499B-93E1-B5BCD0B0E3BA}" vid="{DB3E7B00-FB87-4173-9DDC-8DB810127519}"/>
    </a:ext>
  </a:extLst>
</a:theme>
</file>

<file path=ppt/theme/theme2.xml><?xml version="1.0" encoding="utf-8"?>
<a:theme xmlns:a="http://schemas.openxmlformats.org/drawingml/2006/main" name="1_Template SFC-Powerpoint Master_200817_Tobias">
  <a:themeElements>
    <a:clrScheme name="Mutares">
      <a:dk1>
        <a:srgbClr val="262F3C"/>
      </a:dk1>
      <a:lt1>
        <a:srgbClr val="FFFFFF"/>
      </a:lt1>
      <a:dk2>
        <a:srgbClr val="ADB9CA"/>
      </a:dk2>
      <a:lt2>
        <a:srgbClr val="AFABAB"/>
      </a:lt2>
      <a:accent1>
        <a:srgbClr val="333F50"/>
      </a:accent1>
      <a:accent2>
        <a:srgbClr val="ED7D31"/>
      </a:accent2>
      <a:accent3>
        <a:srgbClr val="D6DCE5"/>
      </a:accent3>
      <a:accent4>
        <a:srgbClr val="44546A"/>
      </a:accent4>
      <a:accent5>
        <a:srgbClr val="FFC000"/>
      </a:accent5>
      <a:accent6>
        <a:srgbClr val="E7E6E6"/>
      </a:accent6>
      <a:hlink>
        <a:srgbClr val="262F3C"/>
      </a:hlink>
      <a:folHlink>
        <a:srgbClr val="262F3C"/>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635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20200707 SFC-Powerpoint Master TW 2" id="{324E89CE-9E0E-499B-93E1-B5BCD0B0E3BA}" vid="{DB3E7B00-FB87-4173-9DDC-8DB81012751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2287</TotalTime>
  <Words>318</Words>
  <Application>Microsoft Office PowerPoint</Application>
  <PresentationFormat>Widescreen</PresentationFormat>
  <Paragraphs>51</Paragraphs>
  <Slides>7</Slides>
  <Notes>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16" baseType="lpstr">
      <vt:lpstr>Arial</vt:lpstr>
      <vt:lpstr>Arial Black</vt:lpstr>
      <vt:lpstr>Calibri</vt:lpstr>
      <vt:lpstr>HelveticaRounded LT Std Bd</vt:lpstr>
      <vt:lpstr>Symbol</vt:lpstr>
      <vt:lpstr>Wingdings</vt:lpstr>
      <vt:lpstr>Template SFC-Powerpoint Master_200817_Tobias</vt:lpstr>
      <vt:lpstr>1_Template SFC-Powerpoint Master_200817_Tobias</vt:lpstr>
      <vt:lpstr>think-cell Slide</vt:lpstr>
      <vt:lpstr>SFC Solutions</vt:lpstr>
      <vt:lpstr>Bawal:  Overview of Supply and Demand consumption vs defined ICP for Nov 22</vt:lpstr>
      <vt:lpstr>Chennai:  Overview of Supply and Demand consumption vs defined ICP for Nov 22</vt:lpstr>
      <vt:lpstr>MNSR: Overview of Supply and Demand consumption vs defined ICP for Nov 22</vt:lpstr>
      <vt:lpstr>Sanand / SBD:  Overview of Supply and Demand consumption vs defined ICP for Nov 22 </vt:lpstr>
      <vt:lpstr>Inventory Projection – Nov’22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Varun Srivatsan</dc:creator>
  <cp:lastModifiedBy>Lalit Kumar Singh</cp:lastModifiedBy>
  <cp:revision>155</cp:revision>
  <dcterms:created xsi:type="dcterms:W3CDTF">2022-06-23T12:03:38Z</dcterms:created>
  <dcterms:modified xsi:type="dcterms:W3CDTF">2022-11-29T06:32:35Z</dcterms:modified>
</cp:coreProperties>
</file>