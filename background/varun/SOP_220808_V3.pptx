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wmf" ContentType="image/x-wmf"/>
  <Default Extension="xlsb" ContentType="application/vnd.ms-excel.sheet.binary.macroEnabled.12"/>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heme/theme4.xml" ContentType="application/vnd.openxmlformats-officedocument.theme+xml"/>
  <Override PartName="/ppt/tags/tag8.xml" ContentType="application/vnd.openxmlformats-officedocument.presentationml.tags+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tags/tag9.xml" ContentType="application/vnd.openxmlformats-officedocument.presentationml.tags+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charts/chart2.xml" ContentType="application/vnd.openxmlformats-officedocument.drawingml.chart+xml"/>
  <Override PartName="/ppt/charts/chart3.xml" ContentType="application/vnd.openxmlformats-officedocument.drawingml.chart+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charts/chart4.xml" ContentType="application/vnd.openxmlformats-officedocument.drawingml.chart+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notesSlides/notesSlide4.xml" ContentType="application/vnd.openxmlformats-officedocument.presentationml.notesSlide+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notesSlides/notesSlide5.xml" ContentType="application/vnd.openxmlformats-officedocument.presentationml.notesSlide+xml"/>
  <Override PartName="/ppt/tags/tag61.xml" ContentType="application/vnd.openxmlformats-officedocument.presentationml.tags+xml"/>
  <Override PartName="/ppt/tags/tag62.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0" r:id="rId2"/>
    <p:sldMasterId id="2147483690" r:id="rId3"/>
  </p:sldMasterIdLst>
  <p:notesMasterIdLst>
    <p:notesMasterId r:id="rId27"/>
  </p:notesMasterIdLst>
  <p:sldIdLst>
    <p:sldId id="9324" r:id="rId4"/>
    <p:sldId id="276" r:id="rId5"/>
    <p:sldId id="281" r:id="rId6"/>
    <p:sldId id="277" r:id="rId7"/>
    <p:sldId id="278" r:id="rId8"/>
    <p:sldId id="285" r:id="rId9"/>
    <p:sldId id="1817606794" r:id="rId10"/>
    <p:sldId id="9325" r:id="rId11"/>
    <p:sldId id="1817606787" r:id="rId12"/>
    <p:sldId id="1817606793" r:id="rId13"/>
    <p:sldId id="1817606790" r:id="rId14"/>
    <p:sldId id="1817606788" r:id="rId15"/>
    <p:sldId id="9328" r:id="rId16"/>
    <p:sldId id="9326" r:id="rId17"/>
    <p:sldId id="9330" r:id="rId18"/>
    <p:sldId id="9335" r:id="rId19"/>
    <p:sldId id="9337" r:id="rId20"/>
    <p:sldId id="9329" r:id="rId21"/>
    <p:sldId id="9338" r:id="rId22"/>
    <p:sldId id="9341" r:id="rId23"/>
    <p:sldId id="1817606791" r:id="rId24"/>
    <p:sldId id="1817606792" r:id="rId25"/>
    <p:sldId id="9342" r:id="rId26"/>
  </p:sldIdLst>
  <p:sldSz cx="12192000" cy="6858000"/>
  <p:notesSz cx="6858000" cy="9144000"/>
  <p:custDataLst>
    <p:tags r:id="rId28"/>
  </p:custDataLst>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8E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9E2DF9-1C2A-4103-865E-2669DE7650AC}" v="35850" dt="2022-11-17T09:01:49.8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57" autoAdjust="0"/>
  </p:normalViewPr>
  <p:slideViewPr>
    <p:cSldViewPr snapToGrid="0">
      <p:cViewPr varScale="1">
        <p:scale>
          <a:sx n="72" d="100"/>
          <a:sy n="72" d="100"/>
        </p:scale>
        <p:origin x="43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microsoft.com/office/2015/10/relationships/revisionInfo" Target="revisionInfo.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tags" Target="tags/tag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run Srivatsan" userId="5215c364-4639-494b-a156-0291b7c83c6d" providerId="ADAL" clId="{109E2DF9-1C2A-4103-865E-2669DE7650AC}"/>
    <pc:docChg chg="undo redo custSel addSld delSld modSld delMainMaster replTag">
      <pc:chgData name="Varun Srivatsan" userId="5215c364-4639-494b-a156-0291b7c83c6d" providerId="ADAL" clId="{109E2DF9-1C2A-4103-865E-2669DE7650AC}" dt="2022-11-17T09:01:49.802" v="119189" actId="2696"/>
      <pc:docMkLst>
        <pc:docMk/>
      </pc:docMkLst>
      <pc:sldChg chg="addSp delSp modSp del mod modTransition modShow">
        <pc:chgData name="Varun Srivatsan" userId="5215c364-4639-494b-a156-0291b7c83c6d" providerId="ADAL" clId="{109E2DF9-1C2A-4103-865E-2669DE7650AC}" dt="2022-11-17T08:11:16.380" v="111316" actId="47"/>
        <pc:sldMkLst>
          <pc:docMk/>
          <pc:sldMk cId="1524044050" sldId="1817606786"/>
        </pc:sldMkLst>
        <pc:spChg chg="add del mod">
          <ac:chgData name="Varun Srivatsan" userId="5215c364-4639-494b-a156-0291b7c83c6d" providerId="ADAL" clId="{109E2DF9-1C2A-4103-865E-2669DE7650AC}" dt="2022-11-17T04:41:15.168" v="31" actId="478"/>
          <ac:spMkLst>
            <pc:docMk/>
            <pc:sldMk cId="1524044050" sldId="1817606786"/>
            <ac:spMk id="2" creationId="{84CC3CD8-1DD1-BA6F-8E46-D2F78970C0E9}"/>
          </ac:spMkLst>
        </pc:spChg>
        <pc:spChg chg="add mod ord">
          <ac:chgData name="Varun Srivatsan" userId="5215c364-4639-494b-a156-0291b7c83c6d" providerId="ADAL" clId="{109E2DF9-1C2A-4103-865E-2669DE7650AC}" dt="2022-11-17T08:04:05.986" v="94974"/>
          <ac:spMkLst>
            <pc:docMk/>
            <pc:sldMk cId="1524044050" sldId="1817606786"/>
            <ac:spMk id="3" creationId="{19AA3BA1-9DC3-D11B-7451-35741D3E0945}"/>
          </ac:spMkLst>
        </pc:spChg>
        <pc:spChg chg="mod ord">
          <ac:chgData name="Varun Srivatsan" userId="5215c364-4639-494b-a156-0291b7c83c6d" providerId="ADAL" clId="{109E2DF9-1C2A-4103-865E-2669DE7650AC}" dt="2022-11-17T08:04:05.986" v="94974"/>
          <ac:spMkLst>
            <pc:docMk/>
            <pc:sldMk cId="1524044050" sldId="1817606786"/>
            <ac:spMk id="4" creationId="{E70D199F-9DE3-4375-934A-3A5E66EFBEF6}"/>
          </ac:spMkLst>
        </pc:spChg>
        <pc:spChg chg="add del mod">
          <ac:chgData name="Varun Srivatsan" userId="5215c364-4639-494b-a156-0291b7c83c6d" providerId="ADAL" clId="{109E2DF9-1C2A-4103-865E-2669DE7650AC}" dt="2022-11-17T04:41:31.481" v="38" actId="478"/>
          <ac:spMkLst>
            <pc:docMk/>
            <pc:sldMk cId="1524044050" sldId="1817606786"/>
            <ac:spMk id="5" creationId="{92100B3A-3907-4E7D-4BAE-D4799A261976}"/>
          </ac:spMkLst>
        </pc:spChg>
        <pc:spChg chg="mod ord">
          <ac:chgData name="Varun Srivatsan" userId="5215c364-4639-494b-a156-0291b7c83c6d" providerId="ADAL" clId="{109E2DF9-1C2A-4103-865E-2669DE7650AC}" dt="2022-11-17T08:04:05.986" v="94974"/>
          <ac:spMkLst>
            <pc:docMk/>
            <pc:sldMk cId="1524044050" sldId="1817606786"/>
            <ac:spMk id="6" creationId="{D7804F4B-D973-4788-B9B7-9202C091AABA}"/>
          </ac:spMkLst>
        </pc:spChg>
        <pc:spChg chg="add del mod">
          <ac:chgData name="Varun Srivatsan" userId="5215c364-4639-494b-a156-0291b7c83c6d" providerId="ADAL" clId="{109E2DF9-1C2A-4103-865E-2669DE7650AC}" dt="2022-11-17T04:40:49.504" v="21" actId="478"/>
          <ac:spMkLst>
            <pc:docMk/>
            <pc:sldMk cId="1524044050" sldId="1817606786"/>
            <ac:spMk id="8" creationId="{06D9B254-947B-204F-2B6C-14BECE00887D}"/>
          </ac:spMkLst>
        </pc:spChg>
        <pc:spChg chg="add del mod">
          <ac:chgData name="Varun Srivatsan" userId="5215c364-4639-494b-a156-0291b7c83c6d" providerId="ADAL" clId="{109E2DF9-1C2A-4103-865E-2669DE7650AC}" dt="2022-11-17T04:40:42.008" v="17" actId="478"/>
          <ac:spMkLst>
            <pc:docMk/>
            <pc:sldMk cId="1524044050" sldId="1817606786"/>
            <ac:spMk id="9" creationId="{A92627F0-6311-4913-0E89-B4E75133C65A}"/>
          </ac:spMkLst>
        </pc:spChg>
        <pc:spChg chg="mod ord">
          <ac:chgData name="Varun Srivatsan" userId="5215c364-4639-494b-a156-0291b7c83c6d" providerId="ADAL" clId="{109E2DF9-1C2A-4103-865E-2669DE7650AC}" dt="2022-11-17T08:04:05.986" v="94974"/>
          <ac:spMkLst>
            <pc:docMk/>
            <pc:sldMk cId="1524044050" sldId="1817606786"/>
            <ac:spMk id="10" creationId="{E1A81945-E6ED-429E-8FBD-C10EE7A971BD}"/>
          </ac:spMkLst>
        </pc:spChg>
        <pc:spChg chg="mod ord">
          <ac:chgData name="Varun Srivatsan" userId="5215c364-4639-494b-a156-0291b7c83c6d" providerId="ADAL" clId="{109E2DF9-1C2A-4103-865E-2669DE7650AC}" dt="2022-11-17T08:04:05.986" v="94974"/>
          <ac:spMkLst>
            <pc:docMk/>
            <pc:sldMk cId="1524044050" sldId="1817606786"/>
            <ac:spMk id="11" creationId="{F0691438-0055-4AA1-B12E-2FEFD2A06B18}"/>
          </ac:spMkLst>
        </pc:spChg>
        <pc:spChg chg="del mod">
          <ac:chgData name="Varun Srivatsan" userId="5215c364-4639-494b-a156-0291b7c83c6d" providerId="ADAL" clId="{109E2DF9-1C2A-4103-865E-2669DE7650AC}" dt="2022-11-17T05:04:50.133" v="6527"/>
          <ac:spMkLst>
            <pc:docMk/>
            <pc:sldMk cId="1524044050" sldId="1817606786"/>
            <ac:spMk id="12" creationId="{200D4E29-3B4C-482C-835D-31E0A194E2E2}"/>
          </ac:spMkLst>
        </pc:spChg>
        <pc:spChg chg="del mod">
          <ac:chgData name="Varun Srivatsan" userId="5215c364-4639-494b-a156-0291b7c83c6d" providerId="ADAL" clId="{109E2DF9-1C2A-4103-865E-2669DE7650AC}" dt="2022-11-17T07:24:42.325" v="16163"/>
          <ac:spMkLst>
            <pc:docMk/>
            <pc:sldMk cId="1524044050" sldId="1817606786"/>
            <ac:spMk id="13" creationId="{D774B284-4491-46F5-863D-FD49BFD8BAA7}"/>
          </ac:spMkLst>
        </pc:spChg>
        <pc:spChg chg="del mod">
          <ac:chgData name="Varun Srivatsan" userId="5215c364-4639-494b-a156-0291b7c83c6d" providerId="ADAL" clId="{109E2DF9-1C2A-4103-865E-2669DE7650AC}" dt="2022-11-17T05:04:50.133" v="6528"/>
          <ac:spMkLst>
            <pc:docMk/>
            <pc:sldMk cId="1524044050" sldId="1817606786"/>
            <ac:spMk id="14" creationId="{AC9EDD95-5F51-4A38-AC63-BDD8B7F91DD3}"/>
          </ac:spMkLst>
        </pc:spChg>
        <pc:spChg chg="del mod">
          <ac:chgData name="Varun Srivatsan" userId="5215c364-4639-494b-a156-0291b7c83c6d" providerId="ADAL" clId="{109E2DF9-1C2A-4103-865E-2669DE7650AC}" dt="2022-11-17T05:04:50.133" v="6530"/>
          <ac:spMkLst>
            <pc:docMk/>
            <pc:sldMk cId="1524044050" sldId="1817606786"/>
            <ac:spMk id="15" creationId="{4E73C45B-E7A4-4691-9543-D3036D020AD1}"/>
          </ac:spMkLst>
        </pc:spChg>
        <pc:spChg chg="del mod">
          <ac:chgData name="Varun Srivatsan" userId="5215c364-4639-494b-a156-0291b7c83c6d" providerId="ADAL" clId="{109E2DF9-1C2A-4103-865E-2669DE7650AC}" dt="2022-11-17T05:04:50.133" v="6529"/>
          <ac:spMkLst>
            <pc:docMk/>
            <pc:sldMk cId="1524044050" sldId="1817606786"/>
            <ac:spMk id="16" creationId="{E28D6F68-A427-4383-9970-B71A09D870E2}"/>
          </ac:spMkLst>
        </pc:spChg>
        <pc:spChg chg="del mod">
          <ac:chgData name="Varun Srivatsan" userId="5215c364-4639-494b-a156-0291b7c83c6d" providerId="ADAL" clId="{109E2DF9-1C2A-4103-865E-2669DE7650AC}" dt="2022-11-17T05:04:50.133" v="6526"/>
          <ac:spMkLst>
            <pc:docMk/>
            <pc:sldMk cId="1524044050" sldId="1817606786"/>
            <ac:spMk id="17" creationId="{D783A81C-0F02-4E96-9D57-76A3F84DD6E3}"/>
          </ac:spMkLst>
        </pc:spChg>
        <pc:spChg chg="del mod">
          <ac:chgData name="Varun Srivatsan" userId="5215c364-4639-494b-a156-0291b7c83c6d" providerId="ADAL" clId="{109E2DF9-1C2A-4103-865E-2669DE7650AC}" dt="2022-11-17T05:04:50.133" v="6525"/>
          <ac:spMkLst>
            <pc:docMk/>
            <pc:sldMk cId="1524044050" sldId="1817606786"/>
            <ac:spMk id="18" creationId="{6F0E98A0-0278-4F9E-9EF0-15578C5469AD}"/>
          </ac:spMkLst>
        </pc:spChg>
        <pc:spChg chg="del mod ord">
          <ac:chgData name="Varun Srivatsan" userId="5215c364-4639-494b-a156-0291b7c83c6d" providerId="ADAL" clId="{109E2DF9-1C2A-4103-865E-2669DE7650AC}" dt="2022-11-17T05:04:49.839" v="6442"/>
          <ac:spMkLst>
            <pc:docMk/>
            <pc:sldMk cId="1524044050" sldId="1817606786"/>
            <ac:spMk id="19" creationId="{0854A96A-747B-42A3-B8A3-FFCB53F57956}"/>
          </ac:spMkLst>
        </pc:spChg>
        <pc:spChg chg="del mod ord">
          <ac:chgData name="Varun Srivatsan" userId="5215c364-4639-494b-a156-0291b7c83c6d" providerId="ADAL" clId="{109E2DF9-1C2A-4103-865E-2669DE7650AC}" dt="2022-11-17T05:04:49.823" v="6434"/>
          <ac:spMkLst>
            <pc:docMk/>
            <pc:sldMk cId="1524044050" sldId="1817606786"/>
            <ac:spMk id="20" creationId="{EC1C68E3-55B1-4BF5-B5D2-46FEF72DC28A}"/>
          </ac:spMkLst>
        </pc:spChg>
        <pc:spChg chg="del mod">
          <ac:chgData name="Varun Srivatsan" userId="5215c364-4639-494b-a156-0291b7c83c6d" providerId="ADAL" clId="{109E2DF9-1C2A-4103-865E-2669DE7650AC}" dt="2022-11-17T07:24:42.309" v="16134"/>
          <ac:spMkLst>
            <pc:docMk/>
            <pc:sldMk cId="1524044050" sldId="1817606786"/>
            <ac:spMk id="21" creationId="{5D141233-428F-4280-8A9A-B47E44B71682}"/>
          </ac:spMkLst>
        </pc:spChg>
        <pc:spChg chg="del mod ord">
          <ac:chgData name="Varun Srivatsan" userId="5215c364-4639-494b-a156-0291b7c83c6d" providerId="ADAL" clId="{109E2DF9-1C2A-4103-865E-2669DE7650AC}" dt="2022-11-17T05:04:42.412" v="5920"/>
          <ac:spMkLst>
            <pc:docMk/>
            <pc:sldMk cId="1524044050" sldId="1817606786"/>
            <ac:spMk id="22" creationId="{3D5E6140-2772-40F3-9861-885341B44FA0}"/>
          </ac:spMkLst>
        </pc:spChg>
        <pc:spChg chg="del mod">
          <ac:chgData name="Varun Srivatsan" userId="5215c364-4639-494b-a156-0291b7c83c6d" providerId="ADAL" clId="{109E2DF9-1C2A-4103-865E-2669DE7650AC}" dt="2022-11-17T07:24:42.309" v="16133"/>
          <ac:spMkLst>
            <pc:docMk/>
            <pc:sldMk cId="1524044050" sldId="1817606786"/>
            <ac:spMk id="23" creationId="{BADBA6B7-68C8-473A-A95A-574BBDAB211C}"/>
          </ac:spMkLst>
        </pc:spChg>
        <pc:spChg chg="del mod">
          <ac:chgData name="Varun Srivatsan" userId="5215c364-4639-494b-a156-0291b7c83c6d" providerId="ADAL" clId="{109E2DF9-1C2A-4103-865E-2669DE7650AC}" dt="2022-11-17T07:24:42.309" v="16132"/>
          <ac:spMkLst>
            <pc:docMk/>
            <pc:sldMk cId="1524044050" sldId="1817606786"/>
            <ac:spMk id="24" creationId="{470A0E62-4A32-42CB-B0A6-C1D7C9F7C489}"/>
          </ac:spMkLst>
        </pc:spChg>
        <pc:spChg chg="del mod">
          <ac:chgData name="Varun Srivatsan" userId="5215c364-4639-494b-a156-0291b7c83c6d" providerId="ADAL" clId="{109E2DF9-1C2A-4103-865E-2669DE7650AC}" dt="2022-11-17T07:24:42.309" v="16131"/>
          <ac:spMkLst>
            <pc:docMk/>
            <pc:sldMk cId="1524044050" sldId="1817606786"/>
            <ac:spMk id="25" creationId="{0F430950-2BE0-419B-9309-F2EEFD512B48}"/>
          </ac:spMkLst>
        </pc:spChg>
        <pc:spChg chg="del mod ord">
          <ac:chgData name="Varun Srivatsan" userId="5215c364-4639-494b-a156-0291b7c83c6d" providerId="ADAL" clId="{109E2DF9-1C2A-4103-865E-2669DE7650AC}" dt="2022-11-17T05:04:49.823" v="6436"/>
          <ac:spMkLst>
            <pc:docMk/>
            <pc:sldMk cId="1524044050" sldId="1817606786"/>
            <ac:spMk id="26" creationId="{B65457BF-C27A-4BDD-A590-79F844031589}"/>
          </ac:spMkLst>
        </pc:spChg>
        <pc:spChg chg="del mod">
          <ac:chgData name="Varun Srivatsan" userId="5215c364-4639-494b-a156-0291b7c83c6d" providerId="ADAL" clId="{109E2DF9-1C2A-4103-865E-2669DE7650AC}" dt="2022-11-17T07:24:42.309" v="16130"/>
          <ac:spMkLst>
            <pc:docMk/>
            <pc:sldMk cId="1524044050" sldId="1817606786"/>
            <ac:spMk id="27" creationId="{70DE6A80-CF00-4867-A14A-D744FAB7619D}"/>
          </ac:spMkLst>
        </pc:spChg>
        <pc:spChg chg="del mod">
          <ac:chgData name="Varun Srivatsan" userId="5215c364-4639-494b-a156-0291b7c83c6d" providerId="ADAL" clId="{109E2DF9-1C2A-4103-865E-2669DE7650AC}" dt="2022-11-17T07:24:42.309" v="16129"/>
          <ac:spMkLst>
            <pc:docMk/>
            <pc:sldMk cId="1524044050" sldId="1817606786"/>
            <ac:spMk id="28" creationId="{9CD40E1D-63C6-4622-8A58-807803EEB665}"/>
          </ac:spMkLst>
        </pc:spChg>
        <pc:spChg chg="del mod ord">
          <ac:chgData name="Varun Srivatsan" userId="5215c364-4639-494b-a156-0291b7c83c6d" providerId="ADAL" clId="{109E2DF9-1C2A-4103-865E-2669DE7650AC}" dt="2022-11-17T05:04:49.807" v="6420"/>
          <ac:spMkLst>
            <pc:docMk/>
            <pc:sldMk cId="1524044050" sldId="1817606786"/>
            <ac:spMk id="29" creationId="{35A9AC5A-03F3-4D59-B683-EB4EBBB2A3A1}"/>
          </ac:spMkLst>
        </pc:spChg>
        <pc:spChg chg="del mod ord">
          <ac:chgData name="Varun Srivatsan" userId="5215c364-4639-494b-a156-0291b7c83c6d" providerId="ADAL" clId="{109E2DF9-1C2A-4103-865E-2669DE7650AC}" dt="2022-11-17T05:04:49.807" v="6422"/>
          <ac:spMkLst>
            <pc:docMk/>
            <pc:sldMk cId="1524044050" sldId="1817606786"/>
            <ac:spMk id="30" creationId="{F2AFFE9E-DD75-4F6F-BADE-EEE8DA07343F}"/>
          </ac:spMkLst>
        </pc:spChg>
        <pc:spChg chg="del mod ord">
          <ac:chgData name="Varun Srivatsan" userId="5215c364-4639-494b-a156-0291b7c83c6d" providerId="ADAL" clId="{109E2DF9-1C2A-4103-865E-2669DE7650AC}" dt="2022-11-17T05:04:49.823" v="6426"/>
          <ac:spMkLst>
            <pc:docMk/>
            <pc:sldMk cId="1524044050" sldId="1817606786"/>
            <ac:spMk id="31" creationId="{03506847-E4B1-40A7-BF87-6D4DFB35E67A}"/>
          </ac:spMkLst>
        </pc:spChg>
        <pc:spChg chg="del mod ord">
          <ac:chgData name="Varun Srivatsan" userId="5215c364-4639-494b-a156-0291b7c83c6d" providerId="ADAL" clId="{109E2DF9-1C2A-4103-865E-2669DE7650AC}" dt="2022-11-17T05:04:49.823" v="6428"/>
          <ac:spMkLst>
            <pc:docMk/>
            <pc:sldMk cId="1524044050" sldId="1817606786"/>
            <ac:spMk id="32" creationId="{EFEEAC04-A366-47DB-BCF0-8560040F1325}"/>
          </ac:spMkLst>
        </pc:spChg>
        <pc:spChg chg="del mod ord">
          <ac:chgData name="Varun Srivatsan" userId="5215c364-4639-494b-a156-0291b7c83c6d" providerId="ADAL" clId="{109E2DF9-1C2A-4103-865E-2669DE7650AC}" dt="2022-11-17T05:04:49.823" v="6438"/>
          <ac:spMkLst>
            <pc:docMk/>
            <pc:sldMk cId="1524044050" sldId="1817606786"/>
            <ac:spMk id="33" creationId="{28B45475-4723-40C9-804B-798C47550B32}"/>
          </ac:spMkLst>
        </pc:spChg>
        <pc:spChg chg="del mod">
          <ac:chgData name="Varun Srivatsan" userId="5215c364-4639-494b-a156-0291b7c83c6d" providerId="ADAL" clId="{109E2DF9-1C2A-4103-865E-2669DE7650AC}" dt="2022-11-17T07:24:42.304" v="16126"/>
          <ac:spMkLst>
            <pc:docMk/>
            <pc:sldMk cId="1524044050" sldId="1817606786"/>
            <ac:spMk id="34" creationId="{DA8C790D-1C7D-47EF-9D0F-C7EAC79D78CB}"/>
          </ac:spMkLst>
        </pc:spChg>
        <pc:spChg chg="del mod">
          <ac:chgData name="Varun Srivatsan" userId="5215c364-4639-494b-a156-0291b7c83c6d" providerId="ADAL" clId="{109E2DF9-1C2A-4103-865E-2669DE7650AC}" dt="2022-11-17T07:24:42.309" v="16137"/>
          <ac:spMkLst>
            <pc:docMk/>
            <pc:sldMk cId="1524044050" sldId="1817606786"/>
            <ac:spMk id="35" creationId="{FAEC77A4-6755-4E74-8538-BB496F068619}"/>
          </ac:spMkLst>
        </pc:spChg>
        <pc:spChg chg="del mod ord">
          <ac:chgData name="Varun Srivatsan" userId="5215c364-4639-494b-a156-0291b7c83c6d" providerId="ADAL" clId="{109E2DF9-1C2A-4103-865E-2669DE7650AC}" dt="2022-11-17T05:04:49.823" v="6424"/>
          <ac:spMkLst>
            <pc:docMk/>
            <pc:sldMk cId="1524044050" sldId="1817606786"/>
            <ac:spMk id="36" creationId="{147A4F47-1120-4B0A-B3B0-FEDBDF7DE29B}"/>
          </ac:spMkLst>
        </pc:spChg>
        <pc:spChg chg="del mod">
          <ac:chgData name="Varun Srivatsan" userId="5215c364-4639-494b-a156-0291b7c83c6d" providerId="ADAL" clId="{109E2DF9-1C2A-4103-865E-2669DE7650AC}" dt="2022-11-17T07:24:42.309" v="16139"/>
          <ac:spMkLst>
            <pc:docMk/>
            <pc:sldMk cId="1524044050" sldId="1817606786"/>
            <ac:spMk id="37" creationId="{12281A7A-7905-438D-8D37-1E9279D05FCC}"/>
          </ac:spMkLst>
        </pc:spChg>
        <pc:spChg chg="del mod">
          <ac:chgData name="Varun Srivatsan" userId="5215c364-4639-494b-a156-0291b7c83c6d" providerId="ADAL" clId="{109E2DF9-1C2A-4103-865E-2669DE7650AC}" dt="2022-11-17T07:24:42.309" v="16135"/>
          <ac:spMkLst>
            <pc:docMk/>
            <pc:sldMk cId="1524044050" sldId="1817606786"/>
            <ac:spMk id="38" creationId="{7B150B70-E09D-4EBC-AFFA-52DCF47965A0}"/>
          </ac:spMkLst>
        </pc:spChg>
        <pc:spChg chg="del mod">
          <ac:chgData name="Varun Srivatsan" userId="5215c364-4639-494b-a156-0291b7c83c6d" providerId="ADAL" clId="{109E2DF9-1C2A-4103-865E-2669DE7650AC}" dt="2022-11-17T07:24:42.309" v="16138"/>
          <ac:spMkLst>
            <pc:docMk/>
            <pc:sldMk cId="1524044050" sldId="1817606786"/>
            <ac:spMk id="39" creationId="{7E15EE48-B238-454C-BBC1-941E68BE0801}"/>
          </ac:spMkLst>
        </pc:spChg>
        <pc:spChg chg="del mod ord">
          <ac:chgData name="Varun Srivatsan" userId="5215c364-4639-494b-a156-0291b7c83c6d" providerId="ADAL" clId="{109E2DF9-1C2A-4103-865E-2669DE7650AC}" dt="2022-11-17T05:04:49.839" v="6452"/>
          <ac:spMkLst>
            <pc:docMk/>
            <pc:sldMk cId="1524044050" sldId="1817606786"/>
            <ac:spMk id="40" creationId="{11B3DCE0-5D2F-4A46-B664-51C33AA11412}"/>
          </ac:spMkLst>
        </pc:spChg>
        <pc:spChg chg="del mod">
          <ac:chgData name="Varun Srivatsan" userId="5215c364-4639-494b-a156-0291b7c83c6d" providerId="ADAL" clId="{109E2DF9-1C2A-4103-865E-2669DE7650AC}" dt="2022-11-17T07:24:42.309" v="16136"/>
          <ac:spMkLst>
            <pc:docMk/>
            <pc:sldMk cId="1524044050" sldId="1817606786"/>
            <ac:spMk id="41" creationId="{CD8A446D-3E8F-49EE-A1DC-0252C5E672EC}"/>
          </ac:spMkLst>
        </pc:spChg>
        <pc:spChg chg="del mod ord">
          <ac:chgData name="Varun Srivatsan" userId="5215c364-4639-494b-a156-0291b7c83c6d" providerId="ADAL" clId="{109E2DF9-1C2A-4103-865E-2669DE7650AC}" dt="2022-11-17T05:04:49.823" v="6430"/>
          <ac:spMkLst>
            <pc:docMk/>
            <pc:sldMk cId="1524044050" sldId="1817606786"/>
            <ac:spMk id="42" creationId="{6F27B411-A075-49F1-8203-602FE803EAD9}"/>
          </ac:spMkLst>
        </pc:spChg>
        <pc:spChg chg="del mod ord">
          <ac:chgData name="Varun Srivatsan" userId="5215c364-4639-494b-a156-0291b7c83c6d" providerId="ADAL" clId="{109E2DF9-1C2A-4103-865E-2669DE7650AC}" dt="2022-11-17T05:04:49.823" v="6432"/>
          <ac:spMkLst>
            <pc:docMk/>
            <pc:sldMk cId="1524044050" sldId="1817606786"/>
            <ac:spMk id="43" creationId="{A50A00AB-A8F0-457B-94EC-461419E8ADBD}"/>
          </ac:spMkLst>
        </pc:spChg>
        <pc:spChg chg="del mod ord">
          <ac:chgData name="Varun Srivatsan" userId="5215c364-4639-494b-a156-0291b7c83c6d" providerId="ADAL" clId="{109E2DF9-1C2A-4103-865E-2669DE7650AC}" dt="2022-11-17T05:04:49.839" v="6440"/>
          <ac:spMkLst>
            <pc:docMk/>
            <pc:sldMk cId="1524044050" sldId="1817606786"/>
            <ac:spMk id="44" creationId="{46F18BF0-DDFE-4084-976D-805FD750742F}"/>
          </ac:spMkLst>
        </pc:spChg>
        <pc:spChg chg="del mod ord">
          <ac:chgData name="Varun Srivatsan" userId="5215c364-4639-494b-a156-0291b7c83c6d" providerId="ADAL" clId="{109E2DF9-1C2A-4103-865E-2669DE7650AC}" dt="2022-11-17T05:04:49.839" v="6444"/>
          <ac:spMkLst>
            <pc:docMk/>
            <pc:sldMk cId="1524044050" sldId="1817606786"/>
            <ac:spMk id="45" creationId="{08955925-5EEC-4DFB-BA1D-AD2255D2AA00}"/>
          </ac:spMkLst>
        </pc:spChg>
        <pc:spChg chg="del mod ord">
          <ac:chgData name="Varun Srivatsan" userId="5215c364-4639-494b-a156-0291b7c83c6d" providerId="ADAL" clId="{109E2DF9-1C2A-4103-865E-2669DE7650AC}" dt="2022-11-17T05:04:49.839" v="6446"/>
          <ac:spMkLst>
            <pc:docMk/>
            <pc:sldMk cId="1524044050" sldId="1817606786"/>
            <ac:spMk id="46" creationId="{F7AAA5E1-74D9-4CC4-A8A1-95451E50883B}"/>
          </ac:spMkLst>
        </pc:spChg>
        <pc:spChg chg="del mod ord">
          <ac:chgData name="Varun Srivatsan" userId="5215c364-4639-494b-a156-0291b7c83c6d" providerId="ADAL" clId="{109E2DF9-1C2A-4103-865E-2669DE7650AC}" dt="2022-11-17T05:04:49.839" v="6448"/>
          <ac:spMkLst>
            <pc:docMk/>
            <pc:sldMk cId="1524044050" sldId="1817606786"/>
            <ac:spMk id="47" creationId="{89E78E6E-B052-4248-A1C8-425C75DBF338}"/>
          </ac:spMkLst>
        </pc:spChg>
        <pc:spChg chg="del mod ord">
          <ac:chgData name="Varun Srivatsan" userId="5215c364-4639-494b-a156-0291b7c83c6d" providerId="ADAL" clId="{109E2DF9-1C2A-4103-865E-2669DE7650AC}" dt="2022-11-17T05:04:49.839" v="6450"/>
          <ac:spMkLst>
            <pc:docMk/>
            <pc:sldMk cId="1524044050" sldId="1817606786"/>
            <ac:spMk id="48" creationId="{17E42EAA-E86B-46F8-9226-BE8650BA16E3}"/>
          </ac:spMkLst>
        </pc:spChg>
        <pc:spChg chg="del mod">
          <ac:chgData name="Varun Srivatsan" userId="5215c364-4639-494b-a156-0291b7c83c6d" providerId="ADAL" clId="{109E2DF9-1C2A-4103-865E-2669DE7650AC}" dt="2022-11-17T07:24:42.304" v="16128"/>
          <ac:spMkLst>
            <pc:docMk/>
            <pc:sldMk cId="1524044050" sldId="1817606786"/>
            <ac:spMk id="49" creationId="{4F18830C-4BB6-4196-B92E-C0C477CAF597}"/>
          </ac:spMkLst>
        </pc:spChg>
        <pc:spChg chg="del mod ord">
          <ac:chgData name="Varun Srivatsan" userId="5215c364-4639-494b-a156-0291b7c83c6d" providerId="ADAL" clId="{109E2DF9-1C2A-4103-865E-2669DE7650AC}" dt="2022-11-17T05:04:49.855" v="6457"/>
          <ac:spMkLst>
            <pc:docMk/>
            <pc:sldMk cId="1524044050" sldId="1817606786"/>
            <ac:spMk id="50" creationId="{EA553AB4-2AF7-43A3-A21E-D20D523825E6}"/>
          </ac:spMkLst>
        </pc:spChg>
        <pc:spChg chg="del mod">
          <ac:chgData name="Varun Srivatsan" userId="5215c364-4639-494b-a156-0291b7c83c6d" providerId="ADAL" clId="{109E2DF9-1C2A-4103-865E-2669DE7650AC}" dt="2022-11-17T05:04:49.855" v="6455"/>
          <ac:spMkLst>
            <pc:docMk/>
            <pc:sldMk cId="1524044050" sldId="1817606786"/>
            <ac:spMk id="52" creationId="{D11D578E-92E6-48BC-B9B1-312E271B03F1}"/>
          </ac:spMkLst>
        </pc:spChg>
        <pc:spChg chg="del mod">
          <ac:chgData name="Varun Srivatsan" userId="5215c364-4639-494b-a156-0291b7c83c6d" providerId="ADAL" clId="{109E2DF9-1C2A-4103-865E-2669DE7650AC}" dt="2022-11-17T05:04:49.855" v="6458"/>
          <ac:spMkLst>
            <pc:docMk/>
            <pc:sldMk cId="1524044050" sldId="1817606786"/>
            <ac:spMk id="53" creationId="{D8CF653D-0479-4E5E-AF18-555B2B86586E}"/>
          </ac:spMkLst>
        </pc:spChg>
        <pc:spChg chg="add del mod">
          <ac:chgData name="Varun Srivatsan" userId="5215c364-4639-494b-a156-0291b7c83c6d" providerId="ADAL" clId="{109E2DF9-1C2A-4103-865E-2669DE7650AC}" dt="2022-11-17T04:40:37.435" v="15" actId="478"/>
          <ac:spMkLst>
            <pc:docMk/>
            <pc:sldMk cId="1524044050" sldId="1817606786"/>
            <ac:spMk id="54" creationId="{BC426B70-E7CA-B111-FA4F-05D0F29DAFFD}"/>
          </ac:spMkLst>
        </pc:spChg>
        <pc:spChg chg="add mod ord">
          <ac:chgData name="Varun Srivatsan" userId="5215c364-4639-494b-a156-0291b7c83c6d" providerId="ADAL" clId="{109E2DF9-1C2A-4103-865E-2669DE7650AC}" dt="2022-11-17T08:04:05.986" v="94974"/>
          <ac:spMkLst>
            <pc:docMk/>
            <pc:sldMk cId="1524044050" sldId="1817606786"/>
            <ac:spMk id="56" creationId="{86B57167-45E8-4E47-2CD2-3E4AC14A9C0F}"/>
          </ac:spMkLst>
        </pc:spChg>
        <pc:spChg chg="add mod ord">
          <ac:chgData name="Varun Srivatsan" userId="5215c364-4639-494b-a156-0291b7c83c6d" providerId="ADAL" clId="{109E2DF9-1C2A-4103-865E-2669DE7650AC}" dt="2022-11-17T08:04:05.986" v="94974"/>
          <ac:spMkLst>
            <pc:docMk/>
            <pc:sldMk cId="1524044050" sldId="1817606786"/>
            <ac:spMk id="57" creationId="{D9DFF1D3-2949-D304-60CA-7CCF3D100207}"/>
          </ac:spMkLst>
        </pc:spChg>
        <pc:spChg chg="add mod ord">
          <ac:chgData name="Varun Srivatsan" userId="5215c364-4639-494b-a156-0291b7c83c6d" providerId="ADAL" clId="{109E2DF9-1C2A-4103-865E-2669DE7650AC}" dt="2022-11-17T08:04:05.986" v="94974"/>
          <ac:spMkLst>
            <pc:docMk/>
            <pc:sldMk cId="1524044050" sldId="1817606786"/>
            <ac:spMk id="58" creationId="{6E499B2B-AED4-E96D-7BAB-95D6A80D5AD6}"/>
          </ac:spMkLst>
        </pc:spChg>
        <pc:spChg chg="mod ord">
          <ac:chgData name="Varun Srivatsan" userId="5215c364-4639-494b-a156-0291b7c83c6d" providerId="ADAL" clId="{109E2DF9-1C2A-4103-865E-2669DE7650AC}" dt="2022-11-17T08:04:05.986" v="94974"/>
          <ac:spMkLst>
            <pc:docMk/>
            <pc:sldMk cId="1524044050" sldId="1817606786"/>
            <ac:spMk id="59" creationId="{8438F9AC-2C66-4347-A2CB-AAFF9968E5D9}"/>
          </ac:spMkLst>
        </pc:spChg>
        <pc:spChg chg="del mod">
          <ac:chgData name="Varun Srivatsan" userId="5215c364-4639-494b-a156-0291b7c83c6d" providerId="ADAL" clId="{109E2DF9-1C2A-4103-865E-2669DE7650AC}" dt="2022-11-17T04:39:29.421" v="5" actId="478"/>
          <ac:spMkLst>
            <pc:docMk/>
            <pc:sldMk cId="1524044050" sldId="1817606786"/>
            <ac:spMk id="60" creationId="{114E790C-C6C1-439F-8196-CD74B09CB531}"/>
          </ac:spMkLst>
        </pc:spChg>
        <pc:spChg chg="add del mod modVis">
          <ac:chgData name="Varun Srivatsan" userId="5215c364-4639-494b-a156-0291b7c83c6d" providerId="ADAL" clId="{109E2DF9-1C2A-4103-865E-2669DE7650AC}" dt="2022-11-17T04:42:17.661" v="229"/>
          <ac:spMkLst>
            <pc:docMk/>
            <pc:sldMk cId="1524044050" sldId="1817606786"/>
            <ac:spMk id="61" creationId="{E9058DA2-6441-C3B0-798C-F45A93A7B7AB}"/>
          </ac:spMkLst>
        </pc:spChg>
        <pc:spChg chg="add del mod modVis">
          <ac:chgData name="Varun Srivatsan" userId="5215c364-4639-494b-a156-0291b7c83c6d" providerId="ADAL" clId="{109E2DF9-1C2A-4103-865E-2669DE7650AC}" dt="2022-11-17T04:59:00.451" v="881"/>
          <ac:spMkLst>
            <pc:docMk/>
            <pc:sldMk cId="1524044050" sldId="1817606786"/>
            <ac:spMk id="62" creationId="{7D55A196-50F1-6AE9-C58B-DFCFF3EEAA2A}"/>
          </ac:spMkLst>
        </pc:spChg>
        <pc:spChg chg="add del mod modVis">
          <ac:chgData name="Varun Srivatsan" userId="5215c364-4639-494b-a156-0291b7c83c6d" providerId="ADAL" clId="{109E2DF9-1C2A-4103-865E-2669DE7650AC}" dt="2022-11-17T04:59:08.838" v="1146"/>
          <ac:spMkLst>
            <pc:docMk/>
            <pc:sldMk cId="1524044050" sldId="1817606786"/>
            <ac:spMk id="64" creationId="{5447CEDA-9A7B-01BD-9296-AFA8C0DF4BCE}"/>
          </ac:spMkLst>
        </pc:spChg>
        <pc:spChg chg="add del mod modVis">
          <ac:chgData name="Varun Srivatsan" userId="5215c364-4639-494b-a156-0291b7c83c6d" providerId="ADAL" clId="{109E2DF9-1C2A-4103-865E-2669DE7650AC}" dt="2022-11-17T04:59:14.553" v="1411"/>
          <ac:spMkLst>
            <pc:docMk/>
            <pc:sldMk cId="1524044050" sldId="1817606786"/>
            <ac:spMk id="67" creationId="{4FFA8DA0-9B5D-5650-79A5-62FC40D2F230}"/>
          </ac:spMkLst>
        </pc:spChg>
        <pc:spChg chg="add del mod modVis">
          <ac:chgData name="Varun Srivatsan" userId="5215c364-4639-494b-a156-0291b7c83c6d" providerId="ADAL" clId="{109E2DF9-1C2A-4103-865E-2669DE7650AC}" dt="2022-11-17T04:59:18.403" v="1764"/>
          <ac:spMkLst>
            <pc:docMk/>
            <pc:sldMk cId="1524044050" sldId="1817606786"/>
            <ac:spMk id="69" creationId="{746B9990-F881-30F6-ACBF-8225C610F28E}"/>
          </ac:spMkLst>
        </pc:spChg>
        <pc:spChg chg="add del mod modVis">
          <ac:chgData name="Varun Srivatsan" userId="5215c364-4639-494b-a156-0291b7c83c6d" providerId="ADAL" clId="{109E2DF9-1C2A-4103-865E-2669DE7650AC}" dt="2022-11-17T04:59:22.696" v="2029"/>
          <ac:spMkLst>
            <pc:docMk/>
            <pc:sldMk cId="1524044050" sldId="1817606786"/>
            <ac:spMk id="71" creationId="{49AFE47F-3CFF-943D-FBDE-04F39377E390}"/>
          </ac:spMkLst>
        </pc:spChg>
        <pc:spChg chg="add del mod modVis">
          <ac:chgData name="Varun Srivatsan" userId="5215c364-4639-494b-a156-0291b7c83c6d" providerId="ADAL" clId="{109E2DF9-1C2A-4103-865E-2669DE7650AC}" dt="2022-11-17T04:59:25.606" v="2294"/>
          <ac:spMkLst>
            <pc:docMk/>
            <pc:sldMk cId="1524044050" sldId="1817606786"/>
            <ac:spMk id="73" creationId="{CA5E5267-DD79-DAEB-3786-36FD32306609}"/>
          </ac:spMkLst>
        </pc:spChg>
        <pc:spChg chg="del mod ord">
          <ac:chgData name="Varun Srivatsan" userId="5215c364-4639-494b-a156-0291b7c83c6d" providerId="ADAL" clId="{109E2DF9-1C2A-4103-865E-2669DE7650AC}" dt="2022-11-17T07:24:47.809" v="16533" actId="478"/>
          <ac:spMkLst>
            <pc:docMk/>
            <pc:sldMk cId="1524044050" sldId="1817606786"/>
            <ac:spMk id="75" creationId="{0AA9DA3B-3759-4EE0-B4B2-7614F0F10283}"/>
          </ac:spMkLst>
        </pc:spChg>
        <pc:spChg chg="add del mod modVis">
          <ac:chgData name="Varun Srivatsan" userId="5215c364-4639-494b-a156-0291b7c83c6d" providerId="ADAL" clId="{109E2DF9-1C2A-4103-865E-2669DE7650AC}" dt="2022-11-17T04:59:28.146" v="2559"/>
          <ac:spMkLst>
            <pc:docMk/>
            <pc:sldMk cId="1524044050" sldId="1817606786"/>
            <ac:spMk id="76" creationId="{20F4AA28-E854-7643-7F1D-A22435501431}"/>
          </ac:spMkLst>
        </pc:spChg>
        <pc:spChg chg="del mod ord">
          <ac:chgData name="Varun Srivatsan" userId="5215c364-4639-494b-a156-0291b7c83c6d" providerId="ADAL" clId="{109E2DF9-1C2A-4103-865E-2669DE7650AC}" dt="2022-11-17T07:24:47.809" v="16533" actId="478"/>
          <ac:spMkLst>
            <pc:docMk/>
            <pc:sldMk cId="1524044050" sldId="1817606786"/>
            <ac:spMk id="77" creationId="{6F1FE764-DAD3-4E6A-84B1-F12189B0E2F0}"/>
          </ac:spMkLst>
        </pc:spChg>
        <pc:spChg chg="del mod ord">
          <ac:chgData name="Varun Srivatsan" userId="5215c364-4639-494b-a156-0291b7c83c6d" providerId="ADAL" clId="{109E2DF9-1C2A-4103-865E-2669DE7650AC}" dt="2022-11-17T07:24:47.809" v="16533" actId="478"/>
          <ac:spMkLst>
            <pc:docMk/>
            <pc:sldMk cId="1524044050" sldId="1817606786"/>
            <ac:spMk id="78" creationId="{2D7DAEDD-D51A-46B7-8509-70B5C0CF62E5}"/>
          </ac:spMkLst>
        </pc:spChg>
        <pc:spChg chg="del mod ord">
          <ac:chgData name="Varun Srivatsan" userId="5215c364-4639-494b-a156-0291b7c83c6d" providerId="ADAL" clId="{109E2DF9-1C2A-4103-865E-2669DE7650AC}" dt="2022-11-17T07:24:47.809" v="16533" actId="478"/>
          <ac:spMkLst>
            <pc:docMk/>
            <pc:sldMk cId="1524044050" sldId="1817606786"/>
            <ac:spMk id="79" creationId="{72A6F229-C289-488F-BF16-AD4FB4BFB547}"/>
          </ac:spMkLst>
        </pc:spChg>
        <pc:spChg chg="del mod ord">
          <ac:chgData name="Varun Srivatsan" userId="5215c364-4639-494b-a156-0291b7c83c6d" providerId="ADAL" clId="{109E2DF9-1C2A-4103-865E-2669DE7650AC}" dt="2022-11-17T07:24:47.809" v="16533" actId="478"/>
          <ac:spMkLst>
            <pc:docMk/>
            <pc:sldMk cId="1524044050" sldId="1817606786"/>
            <ac:spMk id="80" creationId="{2F3A47DF-2ED3-4B76-B927-2FC1688DA93F}"/>
          </ac:spMkLst>
        </pc:spChg>
        <pc:spChg chg="add del mod modVis">
          <ac:chgData name="Varun Srivatsan" userId="5215c364-4639-494b-a156-0291b7c83c6d" providerId="ADAL" clId="{109E2DF9-1C2A-4103-865E-2669DE7650AC}" dt="2022-11-17T04:59:30.581" v="2824"/>
          <ac:spMkLst>
            <pc:docMk/>
            <pc:sldMk cId="1524044050" sldId="1817606786"/>
            <ac:spMk id="82" creationId="{A25E11DE-0ECC-0A31-0BA1-D0F2DBCC0CDA}"/>
          </ac:spMkLst>
        </pc:spChg>
        <pc:spChg chg="add del mod modVis">
          <ac:chgData name="Varun Srivatsan" userId="5215c364-4639-494b-a156-0291b7c83c6d" providerId="ADAL" clId="{109E2DF9-1C2A-4103-865E-2669DE7650AC}" dt="2022-11-17T04:59:40.293" v="3087"/>
          <ac:spMkLst>
            <pc:docMk/>
            <pc:sldMk cId="1524044050" sldId="1817606786"/>
            <ac:spMk id="84" creationId="{039B1319-6E04-10F9-D406-D55A7C95F211}"/>
          </ac:spMkLst>
        </pc:spChg>
        <pc:spChg chg="add del mod modVis">
          <ac:chgData name="Varun Srivatsan" userId="5215c364-4639-494b-a156-0291b7c83c6d" providerId="ADAL" clId="{109E2DF9-1C2A-4103-865E-2669DE7650AC}" dt="2022-11-17T05:01:00.195" v="3352"/>
          <ac:spMkLst>
            <pc:docMk/>
            <pc:sldMk cId="1524044050" sldId="1817606786"/>
            <ac:spMk id="86" creationId="{8A0327A4-F588-F4CF-F29F-672A828FADA8}"/>
          </ac:spMkLst>
        </pc:spChg>
        <pc:spChg chg="add del mod modVis">
          <ac:chgData name="Varun Srivatsan" userId="5215c364-4639-494b-a156-0291b7c83c6d" providerId="ADAL" clId="{109E2DF9-1C2A-4103-865E-2669DE7650AC}" dt="2022-11-17T05:01:05.120" v="3617"/>
          <ac:spMkLst>
            <pc:docMk/>
            <pc:sldMk cId="1524044050" sldId="1817606786"/>
            <ac:spMk id="88" creationId="{E94820F2-B64D-EEE4-95F2-F2F3A6C288A0}"/>
          </ac:spMkLst>
        </pc:spChg>
        <pc:spChg chg="add del mod modVis">
          <ac:chgData name="Varun Srivatsan" userId="5215c364-4639-494b-a156-0291b7c83c6d" providerId="ADAL" clId="{109E2DF9-1C2A-4103-865E-2669DE7650AC}" dt="2022-11-17T05:01:07.355" v="3882"/>
          <ac:spMkLst>
            <pc:docMk/>
            <pc:sldMk cId="1524044050" sldId="1817606786"/>
            <ac:spMk id="90" creationId="{9317FE04-1312-D36D-F9D2-9F189E751D66}"/>
          </ac:spMkLst>
        </pc:spChg>
        <pc:spChg chg="add del mod modVis">
          <ac:chgData name="Varun Srivatsan" userId="5215c364-4639-494b-a156-0291b7c83c6d" providerId="ADAL" clId="{109E2DF9-1C2A-4103-865E-2669DE7650AC}" dt="2022-11-17T05:01:10" v="4147"/>
          <ac:spMkLst>
            <pc:docMk/>
            <pc:sldMk cId="1524044050" sldId="1817606786"/>
            <ac:spMk id="92" creationId="{E880CD9A-81A4-728C-148D-951D00863A31}"/>
          </ac:spMkLst>
        </pc:spChg>
        <pc:spChg chg="del mod ord">
          <ac:chgData name="Varun Srivatsan" userId="5215c364-4639-494b-a156-0291b7c83c6d" providerId="ADAL" clId="{109E2DF9-1C2A-4103-865E-2669DE7650AC}" dt="2022-11-17T05:04:49.855" v="6466"/>
          <ac:spMkLst>
            <pc:docMk/>
            <pc:sldMk cId="1524044050" sldId="1817606786"/>
            <ac:spMk id="94" creationId="{4740254A-42FF-4BD5-9007-BDBC7AD092CC}"/>
          </ac:spMkLst>
        </pc:spChg>
        <pc:spChg chg="add del mod modVis">
          <ac:chgData name="Varun Srivatsan" userId="5215c364-4639-494b-a156-0291b7c83c6d" providerId="ADAL" clId="{109E2DF9-1C2A-4103-865E-2669DE7650AC}" dt="2022-11-17T05:01:13.025" v="4410"/>
          <ac:spMkLst>
            <pc:docMk/>
            <pc:sldMk cId="1524044050" sldId="1817606786"/>
            <ac:spMk id="98" creationId="{7FE545E3-41B2-0DF5-5FDD-A1B6A85A731A}"/>
          </ac:spMkLst>
        </pc:spChg>
        <pc:spChg chg="add del mod replST">
          <ac:chgData name="Varun Srivatsan" userId="5215c364-4639-494b-a156-0291b7c83c6d" providerId="ADAL" clId="{109E2DF9-1C2A-4103-865E-2669DE7650AC}" dt="2022-11-17T05:01:35.163" v="5690"/>
          <ac:spMkLst>
            <pc:docMk/>
            <pc:sldMk cId="1524044050" sldId="1817606786"/>
            <ac:spMk id="100" creationId="{8C14C7D7-747E-64A8-078C-609B50DCB7E7}"/>
          </ac:spMkLst>
        </pc:spChg>
        <pc:spChg chg="add del mod modVis">
          <ac:chgData name="Varun Srivatsan" userId="5215c364-4639-494b-a156-0291b7c83c6d" providerId="ADAL" clId="{109E2DF9-1C2A-4103-865E-2669DE7650AC}" dt="2022-11-17T05:01:15.884" v="4682"/>
          <ac:spMkLst>
            <pc:docMk/>
            <pc:sldMk cId="1524044050" sldId="1817606786"/>
            <ac:spMk id="101" creationId="{FE626956-7CC2-471C-89BE-BA482E5F0DBD}"/>
          </ac:spMkLst>
        </pc:spChg>
        <pc:spChg chg="add del mod modVis">
          <ac:chgData name="Varun Srivatsan" userId="5215c364-4639-494b-a156-0291b7c83c6d" providerId="ADAL" clId="{109E2DF9-1C2A-4103-865E-2669DE7650AC}" dt="2022-11-17T05:01:20.900" v="4922"/>
          <ac:spMkLst>
            <pc:docMk/>
            <pc:sldMk cId="1524044050" sldId="1817606786"/>
            <ac:spMk id="103" creationId="{07AD63A7-D7E5-52B4-7C09-DA11231BFB70}"/>
          </ac:spMkLst>
        </pc:spChg>
        <pc:spChg chg="add del mod replST">
          <ac:chgData name="Varun Srivatsan" userId="5215c364-4639-494b-a156-0291b7c83c6d" providerId="ADAL" clId="{109E2DF9-1C2A-4103-865E-2669DE7650AC}" dt="2022-11-17T07:24:42.304" v="16127"/>
          <ac:spMkLst>
            <pc:docMk/>
            <pc:sldMk cId="1524044050" sldId="1817606786"/>
            <ac:spMk id="105" creationId="{A21C42CB-7BF6-135E-0A95-B3CE36E14D24}"/>
          </ac:spMkLst>
        </pc:spChg>
        <pc:spChg chg="add del mod modVis">
          <ac:chgData name="Varun Srivatsan" userId="5215c364-4639-494b-a156-0291b7c83c6d" providerId="ADAL" clId="{109E2DF9-1C2A-4103-865E-2669DE7650AC}" dt="2022-11-17T05:01:27.292" v="5196"/>
          <ac:spMkLst>
            <pc:docMk/>
            <pc:sldMk cId="1524044050" sldId="1817606786"/>
            <ac:spMk id="106" creationId="{8287AAD7-0FCF-423D-0AF9-DC58830B74CA}"/>
          </ac:spMkLst>
        </pc:spChg>
        <pc:spChg chg="add del mod modVis">
          <ac:chgData name="Varun Srivatsan" userId="5215c364-4639-494b-a156-0291b7c83c6d" providerId="ADAL" clId="{109E2DF9-1C2A-4103-865E-2669DE7650AC}" dt="2022-11-17T05:01:30.206" v="5463"/>
          <ac:spMkLst>
            <pc:docMk/>
            <pc:sldMk cId="1524044050" sldId="1817606786"/>
            <ac:spMk id="108" creationId="{5EF29930-5583-E52F-FCD7-82F0E65CDB9B}"/>
          </ac:spMkLst>
        </pc:spChg>
        <pc:spChg chg="add del mod modVis">
          <ac:chgData name="Varun Srivatsan" userId="5215c364-4639-494b-a156-0291b7c83c6d" providerId="ADAL" clId="{109E2DF9-1C2A-4103-865E-2669DE7650AC}" dt="2022-11-17T05:01:32.892" v="5687"/>
          <ac:spMkLst>
            <pc:docMk/>
            <pc:sldMk cId="1524044050" sldId="1817606786"/>
            <ac:spMk id="110" creationId="{CA535306-BECF-D1E7-7E49-96277F77C700}"/>
          </ac:spMkLst>
        </pc:spChg>
        <pc:spChg chg="add del mod modVis">
          <ac:chgData name="Varun Srivatsan" userId="5215c364-4639-494b-a156-0291b7c83c6d" providerId="ADAL" clId="{109E2DF9-1C2A-4103-865E-2669DE7650AC}" dt="2022-11-17T05:01:35.725" v="5908"/>
          <ac:spMkLst>
            <pc:docMk/>
            <pc:sldMk cId="1524044050" sldId="1817606786"/>
            <ac:spMk id="112" creationId="{4015DA15-BE0B-A396-CD8B-226C73A67142}"/>
          </ac:spMkLst>
        </pc:spChg>
        <pc:spChg chg="add del mod modVis">
          <ac:chgData name="Varun Srivatsan" userId="5215c364-4639-494b-a156-0291b7c83c6d" providerId="ADAL" clId="{109E2DF9-1C2A-4103-865E-2669DE7650AC}" dt="2022-11-17T05:04:42.951" v="6135"/>
          <ac:spMkLst>
            <pc:docMk/>
            <pc:sldMk cId="1524044050" sldId="1817606786"/>
            <ac:spMk id="114" creationId="{06F09FF9-CC51-5EE4-C0BA-05CC18CA202C}"/>
          </ac:spMkLst>
        </pc:spChg>
        <pc:spChg chg="add del mod modVis">
          <ac:chgData name="Varun Srivatsan" userId="5215c364-4639-494b-a156-0291b7c83c6d" providerId="ADAL" clId="{109E2DF9-1C2A-4103-865E-2669DE7650AC}" dt="2022-11-17T05:04:43.973" v="6416"/>
          <ac:spMkLst>
            <pc:docMk/>
            <pc:sldMk cId="1524044050" sldId="1817606786"/>
            <ac:spMk id="116" creationId="{B2347A3B-F823-67F4-26D2-735BAA5E960F}"/>
          </ac:spMkLst>
        </pc:spChg>
        <pc:spChg chg="add del mod modVis">
          <ac:chgData name="Varun Srivatsan" userId="5215c364-4639-494b-a156-0291b7c83c6d" providerId="ADAL" clId="{109E2DF9-1C2A-4103-865E-2669DE7650AC}" dt="2022-11-17T05:04:54.603" v="8240"/>
          <ac:spMkLst>
            <pc:docMk/>
            <pc:sldMk cId="1524044050" sldId="1817606786"/>
            <ac:spMk id="118" creationId="{671A3D9C-514C-33C7-726B-CBF1915F6CE6}"/>
          </ac:spMkLst>
        </pc:spChg>
        <pc:spChg chg="add del mod replST">
          <ac:chgData name="Varun Srivatsan" userId="5215c364-4639-494b-a156-0291b7c83c6d" providerId="ADAL" clId="{109E2DF9-1C2A-4103-865E-2669DE7650AC}" dt="2022-11-17T06:46:26.182" v="8445"/>
          <ac:spMkLst>
            <pc:docMk/>
            <pc:sldMk cId="1524044050" sldId="1817606786"/>
            <ac:spMk id="119" creationId="{D2CD935B-0A70-ACBD-7874-E5062AD42BC9}"/>
          </ac:spMkLst>
        </pc:spChg>
        <pc:spChg chg="add del mod replST">
          <ac:chgData name="Varun Srivatsan" userId="5215c364-4639-494b-a156-0291b7c83c6d" providerId="ADAL" clId="{109E2DF9-1C2A-4103-865E-2669DE7650AC}" dt="2022-11-17T06:46:26.182" v="8444"/>
          <ac:spMkLst>
            <pc:docMk/>
            <pc:sldMk cId="1524044050" sldId="1817606786"/>
            <ac:spMk id="120" creationId="{7C9C3C04-C1D4-3233-3025-AF8EAF2A17CE}"/>
          </ac:spMkLst>
        </pc:spChg>
        <pc:spChg chg="add del mod replST">
          <ac:chgData name="Varun Srivatsan" userId="5215c364-4639-494b-a156-0291b7c83c6d" providerId="ADAL" clId="{109E2DF9-1C2A-4103-865E-2669DE7650AC}" dt="2022-11-17T06:46:26.174" v="8443"/>
          <ac:spMkLst>
            <pc:docMk/>
            <pc:sldMk cId="1524044050" sldId="1817606786"/>
            <ac:spMk id="121" creationId="{ACB25089-F3D6-01D9-9B6A-CD5D3306DFAA}"/>
          </ac:spMkLst>
        </pc:spChg>
        <pc:spChg chg="add del mod replST">
          <ac:chgData name="Varun Srivatsan" userId="5215c364-4639-494b-a156-0291b7c83c6d" providerId="ADAL" clId="{109E2DF9-1C2A-4103-865E-2669DE7650AC}" dt="2022-11-17T06:46:26.174" v="8442"/>
          <ac:spMkLst>
            <pc:docMk/>
            <pc:sldMk cId="1524044050" sldId="1817606786"/>
            <ac:spMk id="122" creationId="{BA693545-7F6C-80C2-6559-5ADF3CCA642A}"/>
          </ac:spMkLst>
        </pc:spChg>
        <pc:spChg chg="add del mod replST">
          <ac:chgData name="Varun Srivatsan" userId="5215c364-4639-494b-a156-0291b7c83c6d" providerId="ADAL" clId="{109E2DF9-1C2A-4103-865E-2669DE7650AC}" dt="2022-11-17T06:46:26.174" v="8441"/>
          <ac:spMkLst>
            <pc:docMk/>
            <pc:sldMk cId="1524044050" sldId="1817606786"/>
            <ac:spMk id="123" creationId="{7D110D33-F934-6D87-C283-1AA1CE82C1CA}"/>
          </ac:spMkLst>
        </pc:spChg>
        <pc:spChg chg="add del mod replST">
          <ac:chgData name="Varun Srivatsan" userId="5215c364-4639-494b-a156-0291b7c83c6d" providerId="ADAL" clId="{109E2DF9-1C2A-4103-865E-2669DE7650AC}" dt="2022-11-17T06:46:26.174" v="8440"/>
          <ac:spMkLst>
            <pc:docMk/>
            <pc:sldMk cId="1524044050" sldId="1817606786"/>
            <ac:spMk id="124" creationId="{870108A0-FAA1-6809-BD5B-C8B3E63B95AC}"/>
          </ac:spMkLst>
        </pc:spChg>
        <pc:spChg chg="add del mod replST">
          <ac:chgData name="Varun Srivatsan" userId="5215c364-4639-494b-a156-0291b7c83c6d" providerId="ADAL" clId="{109E2DF9-1C2A-4103-865E-2669DE7650AC}" dt="2022-11-17T06:46:26.174" v="8439"/>
          <ac:spMkLst>
            <pc:docMk/>
            <pc:sldMk cId="1524044050" sldId="1817606786"/>
            <ac:spMk id="125" creationId="{E12AE606-C10E-EB86-8D76-2051642F7763}"/>
          </ac:spMkLst>
        </pc:spChg>
        <pc:spChg chg="add del mod replST">
          <ac:chgData name="Varun Srivatsan" userId="5215c364-4639-494b-a156-0291b7c83c6d" providerId="ADAL" clId="{109E2DF9-1C2A-4103-865E-2669DE7650AC}" dt="2022-11-17T06:46:26.174" v="8438"/>
          <ac:spMkLst>
            <pc:docMk/>
            <pc:sldMk cId="1524044050" sldId="1817606786"/>
            <ac:spMk id="126" creationId="{82B6DCD8-BAB6-3BF5-AF17-0C645F6061D3}"/>
          </ac:spMkLst>
        </pc:spChg>
        <pc:spChg chg="add del mod replST">
          <ac:chgData name="Varun Srivatsan" userId="5215c364-4639-494b-a156-0291b7c83c6d" providerId="ADAL" clId="{109E2DF9-1C2A-4103-865E-2669DE7650AC}" dt="2022-11-17T06:46:26.166" v="8437"/>
          <ac:spMkLst>
            <pc:docMk/>
            <pc:sldMk cId="1524044050" sldId="1817606786"/>
            <ac:spMk id="127" creationId="{CEF2F3DD-119B-99DD-D99A-3B8058595923}"/>
          </ac:spMkLst>
        </pc:spChg>
        <pc:spChg chg="add del mod replST">
          <ac:chgData name="Varun Srivatsan" userId="5215c364-4639-494b-a156-0291b7c83c6d" providerId="ADAL" clId="{109E2DF9-1C2A-4103-865E-2669DE7650AC}" dt="2022-11-17T06:46:26.166" v="8436"/>
          <ac:spMkLst>
            <pc:docMk/>
            <pc:sldMk cId="1524044050" sldId="1817606786"/>
            <ac:spMk id="128" creationId="{C4D39E04-7772-59F4-3073-8D5CA636B18B}"/>
          </ac:spMkLst>
        </pc:spChg>
        <pc:spChg chg="add del mod replST">
          <ac:chgData name="Varun Srivatsan" userId="5215c364-4639-494b-a156-0291b7c83c6d" providerId="ADAL" clId="{109E2DF9-1C2A-4103-865E-2669DE7650AC}" dt="2022-11-17T07:24:42.320" v="16156"/>
          <ac:spMkLst>
            <pc:docMk/>
            <pc:sldMk cId="1524044050" sldId="1817606786"/>
            <ac:spMk id="129" creationId="{22E00DA2-3BD8-0A8F-0B91-812AC30D63BA}"/>
          </ac:spMkLst>
        </pc:spChg>
        <pc:spChg chg="add del mod replST">
          <ac:chgData name="Varun Srivatsan" userId="5215c364-4639-494b-a156-0291b7c83c6d" providerId="ADAL" clId="{109E2DF9-1C2A-4103-865E-2669DE7650AC}" dt="2022-11-17T07:24:42.320" v="16155"/>
          <ac:spMkLst>
            <pc:docMk/>
            <pc:sldMk cId="1524044050" sldId="1817606786"/>
            <ac:spMk id="130" creationId="{D141F8A3-B2E4-AD6C-FB33-4B11E985B71B}"/>
          </ac:spMkLst>
        </pc:spChg>
        <pc:spChg chg="add del mod replST">
          <ac:chgData name="Varun Srivatsan" userId="5215c364-4639-494b-a156-0291b7c83c6d" providerId="ADAL" clId="{109E2DF9-1C2A-4103-865E-2669DE7650AC}" dt="2022-11-17T07:24:42.320" v="16154"/>
          <ac:spMkLst>
            <pc:docMk/>
            <pc:sldMk cId="1524044050" sldId="1817606786"/>
            <ac:spMk id="131" creationId="{D33A251E-B0F1-BE04-0237-13E34B9FF0CE}"/>
          </ac:spMkLst>
        </pc:spChg>
        <pc:spChg chg="add del mod replST">
          <ac:chgData name="Varun Srivatsan" userId="5215c364-4639-494b-a156-0291b7c83c6d" providerId="ADAL" clId="{109E2DF9-1C2A-4103-865E-2669DE7650AC}" dt="2022-11-17T07:24:42.320" v="16153"/>
          <ac:spMkLst>
            <pc:docMk/>
            <pc:sldMk cId="1524044050" sldId="1817606786"/>
            <ac:spMk id="132" creationId="{FE4B7C5D-52CB-13C2-068B-AB21A09C91DF}"/>
          </ac:spMkLst>
        </pc:spChg>
        <pc:spChg chg="add del mod replST">
          <ac:chgData name="Varun Srivatsan" userId="5215c364-4639-494b-a156-0291b7c83c6d" providerId="ADAL" clId="{109E2DF9-1C2A-4103-865E-2669DE7650AC}" dt="2022-11-17T07:24:42.320" v="16152"/>
          <ac:spMkLst>
            <pc:docMk/>
            <pc:sldMk cId="1524044050" sldId="1817606786"/>
            <ac:spMk id="133" creationId="{20AAD60E-F776-5805-CF8F-CC9F8C0C455D}"/>
          </ac:spMkLst>
        </pc:spChg>
        <pc:spChg chg="add del mod replST">
          <ac:chgData name="Varun Srivatsan" userId="5215c364-4639-494b-a156-0291b7c83c6d" providerId="ADAL" clId="{109E2DF9-1C2A-4103-865E-2669DE7650AC}" dt="2022-11-17T07:24:42.320" v="16151"/>
          <ac:spMkLst>
            <pc:docMk/>
            <pc:sldMk cId="1524044050" sldId="1817606786"/>
            <ac:spMk id="134" creationId="{5E8B0257-33C1-E178-CA76-AC26F75259C9}"/>
          </ac:spMkLst>
        </pc:spChg>
        <pc:spChg chg="add del mod replST">
          <ac:chgData name="Varun Srivatsan" userId="5215c364-4639-494b-a156-0291b7c83c6d" providerId="ADAL" clId="{109E2DF9-1C2A-4103-865E-2669DE7650AC}" dt="2022-11-17T07:24:42.320" v="16150"/>
          <ac:spMkLst>
            <pc:docMk/>
            <pc:sldMk cId="1524044050" sldId="1817606786"/>
            <ac:spMk id="135" creationId="{ED1906B8-94AB-862B-72B9-AF9A22C229C4}"/>
          </ac:spMkLst>
        </pc:spChg>
        <pc:spChg chg="add del mod replST">
          <ac:chgData name="Varun Srivatsan" userId="5215c364-4639-494b-a156-0291b7c83c6d" providerId="ADAL" clId="{109E2DF9-1C2A-4103-865E-2669DE7650AC}" dt="2022-11-17T07:24:42.317" v="16149"/>
          <ac:spMkLst>
            <pc:docMk/>
            <pc:sldMk cId="1524044050" sldId="1817606786"/>
            <ac:spMk id="136" creationId="{29CC5660-92E9-48B4-7D5F-22529C112790}"/>
          </ac:spMkLst>
        </pc:spChg>
        <pc:spChg chg="add del mod replST">
          <ac:chgData name="Varun Srivatsan" userId="5215c364-4639-494b-a156-0291b7c83c6d" providerId="ADAL" clId="{109E2DF9-1C2A-4103-865E-2669DE7650AC}" dt="2022-11-17T07:24:42.317" v="16148"/>
          <ac:spMkLst>
            <pc:docMk/>
            <pc:sldMk cId="1524044050" sldId="1817606786"/>
            <ac:spMk id="137" creationId="{74E2FEB3-6410-E4EC-7E21-25B00D1A553C}"/>
          </ac:spMkLst>
        </pc:spChg>
        <pc:spChg chg="add del mod replST">
          <ac:chgData name="Varun Srivatsan" userId="5215c364-4639-494b-a156-0291b7c83c6d" providerId="ADAL" clId="{109E2DF9-1C2A-4103-865E-2669DE7650AC}" dt="2022-11-17T07:24:42.317" v="16147"/>
          <ac:spMkLst>
            <pc:docMk/>
            <pc:sldMk cId="1524044050" sldId="1817606786"/>
            <ac:spMk id="138" creationId="{FFFA83C5-EB5A-0137-143B-32BDFC2E090F}"/>
          </ac:spMkLst>
        </pc:spChg>
        <pc:spChg chg="add del mod replST">
          <ac:chgData name="Varun Srivatsan" userId="5215c364-4639-494b-a156-0291b7c83c6d" providerId="ADAL" clId="{109E2DF9-1C2A-4103-865E-2669DE7650AC}" dt="2022-11-17T07:24:42.317" v="16146"/>
          <ac:spMkLst>
            <pc:docMk/>
            <pc:sldMk cId="1524044050" sldId="1817606786"/>
            <ac:spMk id="139" creationId="{45E7F902-3677-0CA4-5E76-F56A3ACDF37B}"/>
          </ac:spMkLst>
        </pc:spChg>
        <pc:spChg chg="add del mod replST">
          <ac:chgData name="Varun Srivatsan" userId="5215c364-4639-494b-a156-0291b7c83c6d" providerId="ADAL" clId="{109E2DF9-1C2A-4103-865E-2669DE7650AC}" dt="2022-11-17T07:24:42.317" v="16145"/>
          <ac:spMkLst>
            <pc:docMk/>
            <pc:sldMk cId="1524044050" sldId="1817606786"/>
            <ac:spMk id="141" creationId="{1EFA676A-8B66-EE05-88B1-ABEE2F44A2CB}"/>
          </ac:spMkLst>
        </pc:spChg>
        <pc:spChg chg="add del mod modVis">
          <ac:chgData name="Varun Srivatsan" userId="5215c364-4639-494b-a156-0291b7c83c6d" providerId="ADAL" clId="{109E2DF9-1C2A-4103-865E-2669DE7650AC}" dt="2022-11-17T06:46:28.834" v="9380"/>
          <ac:spMkLst>
            <pc:docMk/>
            <pc:sldMk cId="1524044050" sldId="1817606786"/>
            <ac:spMk id="142" creationId="{B046C6EE-257A-81CB-B0AD-EACE03108403}"/>
          </ac:spMkLst>
        </pc:spChg>
        <pc:spChg chg="add del mod replST">
          <ac:chgData name="Varun Srivatsan" userId="5215c364-4639-494b-a156-0291b7c83c6d" providerId="ADAL" clId="{109E2DF9-1C2A-4103-865E-2669DE7650AC}" dt="2022-11-17T07:24:42.309" v="16142"/>
          <ac:spMkLst>
            <pc:docMk/>
            <pc:sldMk cId="1524044050" sldId="1817606786"/>
            <ac:spMk id="143" creationId="{08D1B589-2E4F-B63E-2E85-E0BAD77A624C}"/>
          </ac:spMkLst>
        </pc:spChg>
        <pc:spChg chg="add del mod replST">
          <ac:chgData name="Varun Srivatsan" userId="5215c364-4639-494b-a156-0291b7c83c6d" providerId="ADAL" clId="{109E2DF9-1C2A-4103-865E-2669DE7650AC}" dt="2022-11-17T06:46:51.363" v="9654"/>
          <ac:spMkLst>
            <pc:docMk/>
            <pc:sldMk cId="1524044050" sldId="1817606786"/>
            <ac:spMk id="144" creationId="{A9469DD6-373E-32F2-159E-839A2EDEF13F}"/>
          </ac:spMkLst>
        </pc:spChg>
        <pc:spChg chg="add del mod replST">
          <ac:chgData name="Varun Srivatsan" userId="5215c364-4639-494b-a156-0291b7c83c6d" providerId="ADAL" clId="{109E2DF9-1C2A-4103-865E-2669DE7650AC}" dt="2022-11-17T07:24:42.325" v="16162"/>
          <ac:spMkLst>
            <pc:docMk/>
            <pc:sldMk cId="1524044050" sldId="1817606786"/>
            <ac:spMk id="145" creationId="{C27B4C62-0DE7-330D-1768-3BFA4DCE7A6F}"/>
          </ac:spMkLst>
        </pc:spChg>
        <pc:spChg chg="add del mod replST">
          <ac:chgData name="Varun Srivatsan" userId="5215c364-4639-494b-a156-0291b7c83c6d" providerId="ADAL" clId="{109E2DF9-1C2A-4103-865E-2669DE7650AC}" dt="2022-11-17T06:46:51.363" v="9653"/>
          <ac:spMkLst>
            <pc:docMk/>
            <pc:sldMk cId="1524044050" sldId="1817606786"/>
            <ac:spMk id="146" creationId="{C2D40051-D9F8-B7FD-0E2F-5BE127D17324}"/>
          </ac:spMkLst>
        </pc:spChg>
        <pc:spChg chg="add del mod replST">
          <ac:chgData name="Varun Srivatsan" userId="5215c364-4639-494b-a156-0291b7c83c6d" providerId="ADAL" clId="{109E2DF9-1C2A-4103-865E-2669DE7650AC}" dt="2022-11-17T07:24:42.325" v="16161"/>
          <ac:spMkLst>
            <pc:docMk/>
            <pc:sldMk cId="1524044050" sldId="1817606786"/>
            <ac:spMk id="147" creationId="{E39EC996-2198-BA4F-0C06-F2946655A35C}"/>
          </ac:spMkLst>
        </pc:spChg>
        <pc:spChg chg="add del mod replST">
          <ac:chgData name="Varun Srivatsan" userId="5215c364-4639-494b-a156-0291b7c83c6d" providerId="ADAL" clId="{109E2DF9-1C2A-4103-865E-2669DE7650AC}" dt="2022-11-17T06:46:51.355" v="9652"/>
          <ac:spMkLst>
            <pc:docMk/>
            <pc:sldMk cId="1524044050" sldId="1817606786"/>
            <ac:spMk id="148" creationId="{B413DCB5-84A3-55B8-F0AE-5B50DF17E356}"/>
          </ac:spMkLst>
        </pc:spChg>
        <pc:spChg chg="add del mod replST">
          <ac:chgData name="Varun Srivatsan" userId="5215c364-4639-494b-a156-0291b7c83c6d" providerId="ADAL" clId="{109E2DF9-1C2A-4103-865E-2669DE7650AC}" dt="2022-11-17T07:24:42.320" v="16160"/>
          <ac:spMkLst>
            <pc:docMk/>
            <pc:sldMk cId="1524044050" sldId="1817606786"/>
            <ac:spMk id="149" creationId="{7B24B65C-029E-EF64-D894-D1C044943F34}"/>
          </ac:spMkLst>
        </pc:spChg>
        <pc:spChg chg="add del mod replST">
          <ac:chgData name="Varun Srivatsan" userId="5215c364-4639-494b-a156-0291b7c83c6d" providerId="ADAL" clId="{109E2DF9-1C2A-4103-865E-2669DE7650AC}" dt="2022-11-17T06:46:51.355" v="9651"/>
          <ac:spMkLst>
            <pc:docMk/>
            <pc:sldMk cId="1524044050" sldId="1817606786"/>
            <ac:spMk id="150" creationId="{BF44950D-15F1-162E-D963-DBC292E7D373}"/>
          </ac:spMkLst>
        </pc:spChg>
        <pc:spChg chg="add del mod replST">
          <ac:chgData name="Varun Srivatsan" userId="5215c364-4639-494b-a156-0291b7c83c6d" providerId="ADAL" clId="{109E2DF9-1C2A-4103-865E-2669DE7650AC}" dt="2022-11-17T07:24:42.320" v="16159"/>
          <ac:spMkLst>
            <pc:docMk/>
            <pc:sldMk cId="1524044050" sldId="1817606786"/>
            <ac:spMk id="151" creationId="{F04E2E50-ED04-1F0D-C0B7-338026275744}"/>
          </ac:spMkLst>
        </pc:spChg>
        <pc:spChg chg="add del mod replST">
          <ac:chgData name="Varun Srivatsan" userId="5215c364-4639-494b-a156-0291b7c83c6d" providerId="ADAL" clId="{109E2DF9-1C2A-4103-865E-2669DE7650AC}" dt="2022-11-17T06:46:51.355" v="9650"/>
          <ac:spMkLst>
            <pc:docMk/>
            <pc:sldMk cId="1524044050" sldId="1817606786"/>
            <ac:spMk id="152" creationId="{A71EFF8F-3ECF-9D91-3C4B-27159255F1F2}"/>
          </ac:spMkLst>
        </pc:spChg>
        <pc:spChg chg="add del mod replST">
          <ac:chgData name="Varun Srivatsan" userId="5215c364-4639-494b-a156-0291b7c83c6d" providerId="ADAL" clId="{109E2DF9-1C2A-4103-865E-2669DE7650AC}" dt="2022-11-17T07:24:42.320" v="16158"/>
          <ac:spMkLst>
            <pc:docMk/>
            <pc:sldMk cId="1524044050" sldId="1817606786"/>
            <ac:spMk id="153" creationId="{EEBB9538-DFD8-A158-6311-1068A97BFF09}"/>
          </ac:spMkLst>
        </pc:spChg>
        <pc:spChg chg="add del mod modVis">
          <ac:chgData name="Varun Srivatsan" userId="5215c364-4639-494b-a156-0291b7c83c6d" providerId="ADAL" clId="{109E2DF9-1C2A-4103-865E-2669DE7650AC}" dt="2022-11-17T06:46:33.774" v="9585"/>
          <ac:spMkLst>
            <pc:docMk/>
            <pc:sldMk cId="1524044050" sldId="1817606786"/>
            <ac:spMk id="157" creationId="{748B1DC1-DD96-8BA9-3E06-0F9A2F5EA985}"/>
          </ac:spMkLst>
        </pc:spChg>
        <pc:spChg chg="add del mod modVis">
          <ac:chgData name="Varun Srivatsan" userId="5215c364-4639-494b-a156-0291b7c83c6d" providerId="ADAL" clId="{109E2DF9-1C2A-4103-865E-2669DE7650AC}" dt="2022-11-17T06:46:51.984" v="9883"/>
          <ac:spMkLst>
            <pc:docMk/>
            <pc:sldMk cId="1524044050" sldId="1817606786"/>
            <ac:spMk id="159" creationId="{5E433C29-690B-D066-C8D6-2F6CEE92248D}"/>
          </ac:spMkLst>
        </pc:spChg>
        <pc:spChg chg="add del mod replST">
          <ac:chgData name="Varun Srivatsan" userId="5215c364-4639-494b-a156-0291b7c83c6d" providerId="ADAL" clId="{109E2DF9-1C2A-4103-865E-2669DE7650AC}" dt="2022-11-17T07:24:42.320" v="16157"/>
          <ac:spMkLst>
            <pc:docMk/>
            <pc:sldMk cId="1524044050" sldId="1817606786"/>
            <ac:spMk id="160" creationId="{93078813-11AD-53C3-B950-166DE8651006}"/>
          </ac:spMkLst>
        </pc:spChg>
        <pc:spChg chg="add del mod modVis">
          <ac:chgData name="Varun Srivatsan" userId="5215c364-4639-494b-a156-0291b7c83c6d" providerId="ADAL" clId="{109E2DF9-1C2A-4103-865E-2669DE7650AC}" dt="2022-11-17T06:46:57.794" v="10082"/>
          <ac:spMkLst>
            <pc:docMk/>
            <pc:sldMk cId="1524044050" sldId="1817606786"/>
            <ac:spMk id="162" creationId="{B56E6779-D5F2-2715-A8B5-08A8F106AA47}"/>
          </ac:spMkLst>
        </pc:spChg>
        <pc:spChg chg="add del mod modVis">
          <ac:chgData name="Varun Srivatsan" userId="5215c364-4639-494b-a156-0291b7c83c6d" providerId="ADAL" clId="{109E2DF9-1C2A-4103-865E-2669DE7650AC}" dt="2022-11-17T06:48:03.116" v="10281"/>
          <ac:spMkLst>
            <pc:docMk/>
            <pc:sldMk cId="1524044050" sldId="1817606786"/>
            <ac:spMk id="164" creationId="{7827F814-5FFE-DFD3-F309-05CFA1DEAD02}"/>
          </ac:spMkLst>
        </pc:spChg>
        <pc:spChg chg="add del mod modVis">
          <ac:chgData name="Varun Srivatsan" userId="5215c364-4639-494b-a156-0291b7c83c6d" providerId="ADAL" clId="{109E2DF9-1C2A-4103-865E-2669DE7650AC}" dt="2022-11-17T06:48:07.624" v="10480"/>
          <ac:spMkLst>
            <pc:docMk/>
            <pc:sldMk cId="1524044050" sldId="1817606786"/>
            <ac:spMk id="166" creationId="{114CA0B0-3ACB-B14F-E402-3376A2A03F7B}"/>
          </ac:spMkLst>
        </pc:spChg>
        <pc:spChg chg="add del mod modVis">
          <ac:chgData name="Varun Srivatsan" userId="5215c364-4639-494b-a156-0291b7c83c6d" providerId="ADAL" clId="{109E2DF9-1C2A-4103-865E-2669DE7650AC}" dt="2022-11-17T06:48:10" v="10679"/>
          <ac:spMkLst>
            <pc:docMk/>
            <pc:sldMk cId="1524044050" sldId="1817606786"/>
            <ac:spMk id="168" creationId="{DB87B101-6819-C31B-503D-55C69B09F812}"/>
          </ac:spMkLst>
        </pc:spChg>
        <pc:spChg chg="add del mod modVis">
          <ac:chgData name="Varun Srivatsan" userId="5215c364-4639-494b-a156-0291b7c83c6d" providerId="ADAL" clId="{109E2DF9-1C2A-4103-865E-2669DE7650AC}" dt="2022-11-17T06:48:22.903" v="10878"/>
          <ac:spMkLst>
            <pc:docMk/>
            <pc:sldMk cId="1524044050" sldId="1817606786"/>
            <ac:spMk id="170" creationId="{1F9D8DD3-BBA1-E017-AEA8-0639B213D3B5}"/>
          </ac:spMkLst>
        </pc:spChg>
        <pc:spChg chg="add del mod replST">
          <ac:chgData name="Varun Srivatsan" userId="5215c364-4639-494b-a156-0291b7c83c6d" providerId="ADAL" clId="{109E2DF9-1C2A-4103-865E-2669DE7650AC}" dt="2022-11-17T06:49:07.922" v="11482"/>
          <ac:spMkLst>
            <pc:docMk/>
            <pc:sldMk cId="1524044050" sldId="1817606786"/>
            <ac:spMk id="172" creationId="{E5F42DDF-7756-B0CB-350A-31939965E317}"/>
          </ac:spMkLst>
        </pc:spChg>
        <pc:spChg chg="add del mod replST">
          <ac:chgData name="Varun Srivatsan" userId="5215c364-4639-494b-a156-0291b7c83c6d" providerId="ADAL" clId="{109E2DF9-1C2A-4103-865E-2669DE7650AC}" dt="2022-11-17T06:49:07.928" v="11485"/>
          <ac:spMkLst>
            <pc:docMk/>
            <pc:sldMk cId="1524044050" sldId="1817606786"/>
            <ac:spMk id="173" creationId="{140D5D32-D25C-53CA-C9E6-815762D57065}"/>
          </ac:spMkLst>
        </pc:spChg>
        <pc:spChg chg="add del mod replST">
          <ac:chgData name="Varun Srivatsan" userId="5215c364-4639-494b-a156-0291b7c83c6d" providerId="ADAL" clId="{109E2DF9-1C2A-4103-865E-2669DE7650AC}" dt="2022-11-17T06:49:07.928" v="11488"/>
          <ac:spMkLst>
            <pc:docMk/>
            <pc:sldMk cId="1524044050" sldId="1817606786"/>
            <ac:spMk id="174" creationId="{5921B235-6214-0A7D-DAB1-C5A9914669DF}"/>
          </ac:spMkLst>
        </pc:spChg>
        <pc:spChg chg="add del mod replST">
          <ac:chgData name="Varun Srivatsan" userId="5215c364-4639-494b-a156-0291b7c83c6d" providerId="ADAL" clId="{109E2DF9-1C2A-4103-865E-2669DE7650AC}" dt="2022-11-17T06:49:07.936" v="11491"/>
          <ac:spMkLst>
            <pc:docMk/>
            <pc:sldMk cId="1524044050" sldId="1817606786"/>
            <ac:spMk id="175" creationId="{4523FD79-4E23-ABC5-1E1F-202694241686}"/>
          </ac:spMkLst>
        </pc:spChg>
        <pc:spChg chg="add del mod replST">
          <ac:chgData name="Varun Srivatsan" userId="5215c364-4639-494b-a156-0291b7c83c6d" providerId="ADAL" clId="{109E2DF9-1C2A-4103-865E-2669DE7650AC}" dt="2022-11-17T06:49:07.936" v="11494"/>
          <ac:spMkLst>
            <pc:docMk/>
            <pc:sldMk cId="1524044050" sldId="1817606786"/>
            <ac:spMk id="176" creationId="{0A755499-3164-B440-D627-7BFD7F3834A7}"/>
          </ac:spMkLst>
        </pc:spChg>
        <pc:spChg chg="add del mod replST">
          <ac:chgData name="Varun Srivatsan" userId="5215c364-4639-494b-a156-0291b7c83c6d" providerId="ADAL" clId="{109E2DF9-1C2A-4103-865E-2669DE7650AC}" dt="2022-11-17T06:49:07.944" v="11497"/>
          <ac:spMkLst>
            <pc:docMk/>
            <pc:sldMk cId="1524044050" sldId="1817606786"/>
            <ac:spMk id="177" creationId="{475314A6-359F-4DE6-604B-14FB1703DB15}"/>
          </ac:spMkLst>
        </pc:spChg>
        <pc:spChg chg="add del mod replST">
          <ac:chgData name="Varun Srivatsan" userId="5215c364-4639-494b-a156-0291b7c83c6d" providerId="ADAL" clId="{109E2DF9-1C2A-4103-865E-2669DE7650AC}" dt="2022-11-17T06:49:07.944" v="11500"/>
          <ac:spMkLst>
            <pc:docMk/>
            <pc:sldMk cId="1524044050" sldId="1817606786"/>
            <ac:spMk id="178" creationId="{A380EA5E-E50A-8C64-DFFF-FABE16267AB7}"/>
          </ac:spMkLst>
        </pc:spChg>
        <pc:spChg chg="add del mod replST">
          <ac:chgData name="Varun Srivatsan" userId="5215c364-4639-494b-a156-0291b7c83c6d" providerId="ADAL" clId="{109E2DF9-1C2A-4103-865E-2669DE7650AC}" dt="2022-11-17T06:49:07.952" v="11503"/>
          <ac:spMkLst>
            <pc:docMk/>
            <pc:sldMk cId="1524044050" sldId="1817606786"/>
            <ac:spMk id="179" creationId="{132593D5-ABE3-B7EB-BD8A-2FF288BFEBC9}"/>
          </ac:spMkLst>
        </pc:spChg>
        <pc:spChg chg="add del mod replST">
          <ac:chgData name="Varun Srivatsan" userId="5215c364-4639-494b-a156-0291b7c83c6d" providerId="ADAL" clId="{109E2DF9-1C2A-4103-865E-2669DE7650AC}" dt="2022-11-17T06:49:07.960" v="11506"/>
          <ac:spMkLst>
            <pc:docMk/>
            <pc:sldMk cId="1524044050" sldId="1817606786"/>
            <ac:spMk id="180" creationId="{CE9316D3-5F1D-B569-628D-67E69CD7B50F}"/>
          </ac:spMkLst>
        </pc:spChg>
        <pc:spChg chg="add del mod modVis">
          <ac:chgData name="Varun Srivatsan" userId="5215c364-4639-494b-a156-0291b7c83c6d" providerId="ADAL" clId="{109E2DF9-1C2A-4103-865E-2669DE7650AC}" dt="2022-11-17T06:49:04.242" v="11477"/>
          <ac:spMkLst>
            <pc:docMk/>
            <pc:sldMk cId="1524044050" sldId="1817606786"/>
            <ac:spMk id="181" creationId="{A66A6070-DA12-CE2B-5FC3-49E38DBB2C76}"/>
          </ac:spMkLst>
        </pc:spChg>
        <pc:spChg chg="add del mod modVis">
          <ac:chgData name="Varun Srivatsan" userId="5215c364-4639-494b-a156-0291b7c83c6d" providerId="ADAL" clId="{109E2DF9-1C2A-4103-865E-2669DE7650AC}" dt="2022-11-17T06:49:08.545" v="11703"/>
          <ac:spMkLst>
            <pc:docMk/>
            <pc:sldMk cId="1524044050" sldId="1817606786"/>
            <ac:spMk id="192" creationId="{52A3B1C1-490F-C18F-F03B-9E36A7608F60}"/>
          </ac:spMkLst>
        </pc:spChg>
        <pc:spChg chg="add del mod modVis">
          <ac:chgData name="Varun Srivatsan" userId="5215c364-4639-494b-a156-0291b7c83c6d" providerId="ADAL" clId="{109E2DF9-1C2A-4103-865E-2669DE7650AC}" dt="2022-11-17T06:49:12.497" v="11902"/>
          <ac:spMkLst>
            <pc:docMk/>
            <pc:sldMk cId="1524044050" sldId="1817606786"/>
            <ac:spMk id="194" creationId="{6139D801-54D7-5F5E-5AA7-8AF2A0F7E4B6}"/>
          </ac:spMkLst>
        </pc:spChg>
        <pc:spChg chg="add del mod modVis">
          <ac:chgData name="Varun Srivatsan" userId="5215c364-4639-494b-a156-0291b7c83c6d" providerId="ADAL" clId="{109E2DF9-1C2A-4103-865E-2669DE7650AC}" dt="2022-11-17T06:49:19.814" v="12101"/>
          <ac:spMkLst>
            <pc:docMk/>
            <pc:sldMk cId="1524044050" sldId="1817606786"/>
            <ac:spMk id="196" creationId="{37A96899-FF69-0536-6A4C-E88DED8BBFE5}"/>
          </ac:spMkLst>
        </pc:spChg>
        <pc:spChg chg="add del mod modVis">
          <ac:chgData name="Varun Srivatsan" userId="5215c364-4639-494b-a156-0291b7c83c6d" providerId="ADAL" clId="{109E2DF9-1C2A-4103-865E-2669DE7650AC}" dt="2022-11-17T06:49:27.760" v="12330"/>
          <ac:spMkLst>
            <pc:docMk/>
            <pc:sldMk cId="1524044050" sldId="1817606786"/>
            <ac:spMk id="198" creationId="{63E948BF-AD84-48A0-5EA7-5F583CB51122}"/>
          </ac:spMkLst>
        </pc:spChg>
        <pc:spChg chg="add del mod modVis">
          <ac:chgData name="Varun Srivatsan" userId="5215c364-4639-494b-a156-0291b7c83c6d" providerId="ADAL" clId="{109E2DF9-1C2A-4103-865E-2669DE7650AC}" dt="2022-11-17T06:49:30.334" v="12559"/>
          <ac:spMkLst>
            <pc:docMk/>
            <pc:sldMk cId="1524044050" sldId="1817606786"/>
            <ac:spMk id="200" creationId="{93E72CE8-A90E-B65C-91E9-D808E546F63C}"/>
          </ac:spMkLst>
        </pc:spChg>
        <pc:spChg chg="add del mod modVis">
          <ac:chgData name="Varun Srivatsan" userId="5215c364-4639-494b-a156-0291b7c83c6d" providerId="ADAL" clId="{109E2DF9-1C2A-4103-865E-2669DE7650AC}" dt="2022-11-17T06:54:55.698" v="12758"/>
          <ac:spMkLst>
            <pc:docMk/>
            <pc:sldMk cId="1524044050" sldId="1817606786"/>
            <ac:spMk id="202" creationId="{F7B43391-22AD-2D35-4616-C08329049F5B}"/>
          </ac:spMkLst>
        </pc:spChg>
        <pc:spChg chg="add del mod modVis">
          <ac:chgData name="Varun Srivatsan" userId="5215c364-4639-494b-a156-0291b7c83c6d" providerId="ADAL" clId="{109E2DF9-1C2A-4103-865E-2669DE7650AC}" dt="2022-11-17T06:55:08.028" v="12957"/>
          <ac:spMkLst>
            <pc:docMk/>
            <pc:sldMk cId="1524044050" sldId="1817606786"/>
            <ac:spMk id="204" creationId="{F5B609F5-DD2A-3E2B-E82D-B910BF3CD59B}"/>
          </ac:spMkLst>
        </pc:spChg>
        <pc:spChg chg="add del mod modVis">
          <ac:chgData name="Varun Srivatsan" userId="5215c364-4639-494b-a156-0291b7c83c6d" providerId="ADAL" clId="{109E2DF9-1C2A-4103-865E-2669DE7650AC}" dt="2022-11-17T06:57:23.351" v="13163"/>
          <ac:spMkLst>
            <pc:docMk/>
            <pc:sldMk cId="1524044050" sldId="1817606786"/>
            <ac:spMk id="206" creationId="{CDB4CE3E-CB19-2970-3C4E-93BA1C93F14F}"/>
          </ac:spMkLst>
        </pc:spChg>
        <pc:spChg chg="add del mod modVis">
          <ac:chgData name="Varun Srivatsan" userId="5215c364-4639-494b-a156-0291b7c83c6d" providerId="ADAL" clId="{109E2DF9-1C2A-4103-865E-2669DE7650AC}" dt="2022-11-17T06:57:43.602" v="13362"/>
          <ac:spMkLst>
            <pc:docMk/>
            <pc:sldMk cId="1524044050" sldId="1817606786"/>
            <ac:spMk id="208" creationId="{047A35E8-99EF-E066-77B0-063EA892D49E}"/>
          </ac:spMkLst>
        </pc:spChg>
        <pc:spChg chg="add del mod modVis">
          <ac:chgData name="Varun Srivatsan" userId="5215c364-4639-494b-a156-0291b7c83c6d" providerId="ADAL" clId="{109E2DF9-1C2A-4103-865E-2669DE7650AC}" dt="2022-11-17T07:22:36.206" v="13561"/>
          <ac:spMkLst>
            <pc:docMk/>
            <pc:sldMk cId="1524044050" sldId="1817606786"/>
            <ac:spMk id="210" creationId="{3144EBD4-CE5E-4A48-BA2C-407DADDF65C6}"/>
          </ac:spMkLst>
        </pc:spChg>
        <pc:spChg chg="add del mod modVis">
          <ac:chgData name="Varun Srivatsan" userId="5215c364-4639-494b-a156-0291b7c83c6d" providerId="ADAL" clId="{109E2DF9-1C2A-4103-865E-2669DE7650AC}" dt="2022-11-17T07:22:48.316" v="13760"/>
          <ac:spMkLst>
            <pc:docMk/>
            <pc:sldMk cId="1524044050" sldId="1817606786"/>
            <ac:spMk id="212" creationId="{727185D7-C147-5C5F-3E8C-14D10859F042}"/>
          </ac:spMkLst>
        </pc:spChg>
        <pc:spChg chg="add del mod replST">
          <ac:chgData name="Varun Srivatsan" userId="5215c364-4639-494b-a156-0291b7c83c6d" providerId="ADAL" clId="{109E2DF9-1C2A-4103-865E-2669DE7650AC}" dt="2022-11-17T07:26:52.484" v="17350"/>
          <ac:spMkLst>
            <pc:docMk/>
            <pc:sldMk cId="1524044050" sldId="1817606786"/>
            <ac:spMk id="214" creationId="{696A77A0-277A-554D-D858-92854498D161}"/>
          </ac:spMkLst>
        </pc:spChg>
        <pc:spChg chg="add del mod modVis">
          <ac:chgData name="Varun Srivatsan" userId="5215c364-4639-494b-a156-0291b7c83c6d" providerId="ADAL" clId="{109E2DF9-1C2A-4103-865E-2669DE7650AC}" dt="2022-11-17T07:24:33.703" v="15484"/>
          <ac:spMkLst>
            <pc:docMk/>
            <pc:sldMk cId="1524044050" sldId="1817606786"/>
            <ac:spMk id="215" creationId="{9E1EDA0F-33D2-03BE-2E89-A229C5F64A30}"/>
          </ac:spMkLst>
        </pc:spChg>
        <pc:spChg chg="add del mod replST">
          <ac:chgData name="Varun Srivatsan" userId="5215c364-4639-494b-a156-0291b7c83c6d" providerId="ADAL" clId="{109E2DF9-1C2A-4103-865E-2669DE7650AC}" dt="2022-11-17T07:26:52.484" v="17349"/>
          <ac:spMkLst>
            <pc:docMk/>
            <pc:sldMk cId="1524044050" sldId="1817606786"/>
            <ac:spMk id="216" creationId="{E3AC9452-11B3-3214-C85A-9E6284E94CCE}"/>
          </ac:spMkLst>
        </pc:spChg>
        <pc:spChg chg="add del mod replST">
          <ac:chgData name="Varun Srivatsan" userId="5215c364-4639-494b-a156-0291b7c83c6d" providerId="ADAL" clId="{109E2DF9-1C2A-4103-865E-2669DE7650AC}" dt="2022-11-17T07:26:52.484" v="17348"/>
          <ac:spMkLst>
            <pc:docMk/>
            <pc:sldMk cId="1524044050" sldId="1817606786"/>
            <ac:spMk id="217" creationId="{40B77488-A5B7-8238-B463-AFE8FB909558}"/>
          </ac:spMkLst>
        </pc:spChg>
        <pc:spChg chg="add del mod replST">
          <ac:chgData name="Varun Srivatsan" userId="5215c364-4639-494b-a156-0291b7c83c6d" providerId="ADAL" clId="{109E2DF9-1C2A-4103-865E-2669DE7650AC}" dt="2022-11-17T07:26:52.484" v="17347"/>
          <ac:spMkLst>
            <pc:docMk/>
            <pc:sldMk cId="1524044050" sldId="1817606786"/>
            <ac:spMk id="218" creationId="{D92575CD-8AA4-6AFB-CF62-8291F7B80A81}"/>
          </ac:spMkLst>
        </pc:spChg>
        <pc:spChg chg="add del mod replST">
          <ac:chgData name="Varun Srivatsan" userId="5215c364-4639-494b-a156-0291b7c83c6d" providerId="ADAL" clId="{109E2DF9-1C2A-4103-865E-2669DE7650AC}" dt="2022-11-17T07:26:52.484" v="17346"/>
          <ac:spMkLst>
            <pc:docMk/>
            <pc:sldMk cId="1524044050" sldId="1817606786"/>
            <ac:spMk id="219" creationId="{A77BD43A-A5BE-22A9-1373-0CC5C96B3AAA}"/>
          </ac:spMkLst>
        </pc:spChg>
        <pc:spChg chg="add del mod replST">
          <ac:chgData name="Varun Srivatsan" userId="5215c364-4639-494b-a156-0291b7c83c6d" providerId="ADAL" clId="{109E2DF9-1C2A-4103-865E-2669DE7650AC}" dt="2022-11-17T07:26:52.484" v="17345"/>
          <ac:spMkLst>
            <pc:docMk/>
            <pc:sldMk cId="1524044050" sldId="1817606786"/>
            <ac:spMk id="220" creationId="{26F9BB68-9A80-5F02-DA96-6B34F772F9F8}"/>
          </ac:spMkLst>
        </pc:spChg>
        <pc:spChg chg="add del mod replST">
          <ac:chgData name="Varun Srivatsan" userId="5215c364-4639-494b-a156-0291b7c83c6d" providerId="ADAL" clId="{109E2DF9-1C2A-4103-865E-2669DE7650AC}" dt="2022-11-17T07:26:52.483" v="17344"/>
          <ac:spMkLst>
            <pc:docMk/>
            <pc:sldMk cId="1524044050" sldId="1817606786"/>
            <ac:spMk id="221" creationId="{3E121C30-8167-32B6-66FB-630BEE104E1E}"/>
          </ac:spMkLst>
        </pc:spChg>
        <pc:spChg chg="add del mod replST">
          <ac:chgData name="Varun Srivatsan" userId="5215c364-4639-494b-a156-0291b7c83c6d" providerId="ADAL" clId="{109E2DF9-1C2A-4103-865E-2669DE7650AC}" dt="2022-11-17T07:26:52.482" v="17343"/>
          <ac:spMkLst>
            <pc:docMk/>
            <pc:sldMk cId="1524044050" sldId="1817606786"/>
            <ac:spMk id="222" creationId="{43B3B333-B887-8ED6-ED7F-593E17921AA3}"/>
          </ac:spMkLst>
        </pc:spChg>
        <pc:spChg chg="add del mod replST">
          <ac:chgData name="Varun Srivatsan" userId="5215c364-4639-494b-a156-0291b7c83c6d" providerId="ADAL" clId="{109E2DF9-1C2A-4103-865E-2669DE7650AC}" dt="2022-11-17T07:26:52.478" v="17342"/>
          <ac:spMkLst>
            <pc:docMk/>
            <pc:sldMk cId="1524044050" sldId="1817606786"/>
            <ac:spMk id="223" creationId="{90B01D7A-47E8-C07D-00A9-2278E0D6B06B}"/>
          </ac:spMkLst>
        </pc:spChg>
        <pc:spChg chg="add del mod replST">
          <ac:chgData name="Varun Srivatsan" userId="5215c364-4639-494b-a156-0291b7c83c6d" providerId="ADAL" clId="{109E2DF9-1C2A-4103-865E-2669DE7650AC}" dt="2022-11-17T07:26:52.478" v="17341"/>
          <ac:spMkLst>
            <pc:docMk/>
            <pc:sldMk cId="1524044050" sldId="1817606786"/>
            <ac:spMk id="224" creationId="{B99978D4-7553-6EBD-1C22-101DADEC5017}"/>
          </ac:spMkLst>
        </pc:spChg>
        <pc:spChg chg="add del mod replST">
          <ac:chgData name="Varun Srivatsan" userId="5215c364-4639-494b-a156-0291b7c83c6d" providerId="ADAL" clId="{109E2DF9-1C2A-4103-865E-2669DE7650AC}" dt="2022-11-17T07:26:52.477" v="17340"/>
          <ac:spMkLst>
            <pc:docMk/>
            <pc:sldMk cId="1524044050" sldId="1817606786"/>
            <ac:spMk id="225" creationId="{DF50C3A2-4127-15B1-72F2-75053B4389D1}"/>
          </ac:spMkLst>
        </pc:spChg>
        <pc:spChg chg="add del mod replST">
          <ac:chgData name="Varun Srivatsan" userId="5215c364-4639-494b-a156-0291b7c83c6d" providerId="ADAL" clId="{109E2DF9-1C2A-4103-865E-2669DE7650AC}" dt="2022-11-17T07:26:52.474" v="17339"/>
          <ac:spMkLst>
            <pc:docMk/>
            <pc:sldMk cId="1524044050" sldId="1817606786"/>
            <ac:spMk id="226" creationId="{8C70561E-3E7F-950D-27D6-D3E86FCD759E}"/>
          </ac:spMkLst>
        </pc:spChg>
        <pc:spChg chg="add del mod replST">
          <ac:chgData name="Varun Srivatsan" userId="5215c364-4639-494b-a156-0291b7c83c6d" providerId="ADAL" clId="{109E2DF9-1C2A-4103-865E-2669DE7650AC}" dt="2022-11-17T07:26:52.474" v="17338"/>
          <ac:spMkLst>
            <pc:docMk/>
            <pc:sldMk cId="1524044050" sldId="1817606786"/>
            <ac:spMk id="227" creationId="{CD2E7682-1B34-D4C9-D0C9-5BF3C2DCA70C}"/>
          </ac:spMkLst>
        </pc:spChg>
        <pc:spChg chg="add del mod replST">
          <ac:chgData name="Varun Srivatsan" userId="5215c364-4639-494b-a156-0291b7c83c6d" providerId="ADAL" clId="{109E2DF9-1C2A-4103-865E-2669DE7650AC}" dt="2022-11-17T07:26:52.460" v="17337"/>
          <ac:spMkLst>
            <pc:docMk/>
            <pc:sldMk cId="1524044050" sldId="1817606786"/>
            <ac:spMk id="228" creationId="{645898CF-51A4-C54D-56D3-9FEBED859009}"/>
          </ac:spMkLst>
        </pc:spChg>
        <pc:spChg chg="add del mod replST">
          <ac:chgData name="Varun Srivatsan" userId="5215c364-4639-494b-a156-0291b7c83c6d" providerId="ADAL" clId="{109E2DF9-1C2A-4103-865E-2669DE7650AC}" dt="2022-11-17T07:24:47.331" v="16467"/>
          <ac:spMkLst>
            <pc:docMk/>
            <pc:sldMk cId="1524044050" sldId="1817606786"/>
            <ac:spMk id="229" creationId="{2D702960-EDC7-061D-9E40-7BAB3F766DF7}"/>
          </ac:spMkLst>
        </pc:spChg>
        <pc:spChg chg="add del mod modVis">
          <ac:chgData name="Varun Srivatsan" userId="5215c364-4639-494b-a156-0291b7c83c6d" providerId="ADAL" clId="{109E2DF9-1C2A-4103-865E-2669DE7650AC}" dt="2022-11-17T07:24:37.841" v="15697"/>
          <ac:spMkLst>
            <pc:docMk/>
            <pc:sldMk cId="1524044050" sldId="1817606786"/>
            <ac:spMk id="242" creationId="{646422FA-FA31-54D9-98F9-AD57030D29B2}"/>
          </ac:spMkLst>
        </pc:spChg>
        <pc:spChg chg="add del mod modVis">
          <ac:chgData name="Varun Srivatsan" userId="5215c364-4639-494b-a156-0291b7c83c6d" providerId="ADAL" clId="{109E2DF9-1C2A-4103-865E-2669DE7650AC}" dt="2022-11-17T07:24:38.860" v="15910"/>
          <ac:spMkLst>
            <pc:docMk/>
            <pc:sldMk cId="1524044050" sldId="1817606786"/>
            <ac:spMk id="244" creationId="{6E8D8018-B539-DFBD-AEE6-DE49E342C801}"/>
          </ac:spMkLst>
        </pc:spChg>
        <pc:spChg chg="add del mod modVis">
          <ac:chgData name="Varun Srivatsan" userId="5215c364-4639-494b-a156-0291b7c83c6d" providerId="ADAL" clId="{109E2DF9-1C2A-4103-865E-2669DE7650AC}" dt="2022-11-17T07:24:41.863" v="16123"/>
          <ac:spMkLst>
            <pc:docMk/>
            <pc:sldMk cId="1524044050" sldId="1817606786"/>
            <ac:spMk id="246" creationId="{0C707DE5-D5E5-CD8E-E9A3-5C890CBD0C2E}"/>
          </ac:spMkLst>
        </pc:spChg>
        <pc:spChg chg="add del mod modVis">
          <ac:chgData name="Varun Srivatsan" userId="5215c364-4639-494b-a156-0291b7c83c6d" providerId="ADAL" clId="{109E2DF9-1C2A-4103-865E-2669DE7650AC}" dt="2022-11-17T07:26:41.791" v="17334"/>
          <ac:spMkLst>
            <pc:docMk/>
            <pc:sldMk cId="1524044050" sldId="1817606786"/>
            <ac:spMk id="260" creationId="{E0BBBDCF-6511-77DC-A2FD-FE207360BF4D}"/>
          </ac:spMkLst>
        </pc:spChg>
        <pc:spChg chg="add del mod replST">
          <ac:chgData name="Varun Srivatsan" userId="5215c364-4639-494b-a156-0291b7c83c6d" providerId="ADAL" clId="{109E2DF9-1C2A-4103-865E-2669DE7650AC}" dt="2022-11-17T07:28:13.525" v="18932"/>
          <ac:spMkLst>
            <pc:docMk/>
            <pc:sldMk cId="1524044050" sldId="1817606786"/>
            <ac:spMk id="262" creationId="{8696539B-347C-3758-C14A-E04A490869CC}"/>
          </ac:spMkLst>
        </pc:spChg>
        <pc:spChg chg="add del mod modVis">
          <ac:chgData name="Varun Srivatsan" userId="5215c364-4639-494b-a156-0291b7c83c6d" providerId="ADAL" clId="{109E2DF9-1C2A-4103-865E-2669DE7650AC}" dt="2022-11-17T07:27:28.404" v="18785"/>
          <ac:spMkLst>
            <pc:docMk/>
            <pc:sldMk cId="1524044050" sldId="1817606786"/>
            <ac:spMk id="263" creationId="{5A6C1140-19F3-7ED2-36AE-131006604AC1}"/>
          </ac:spMkLst>
        </pc:spChg>
        <pc:spChg chg="add del mod replST">
          <ac:chgData name="Varun Srivatsan" userId="5215c364-4639-494b-a156-0291b7c83c6d" providerId="ADAL" clId="{109E2DF9-1C2A-4103-865E-2669DE7650AC}" dt="2022-11-17T07:28:13.525" v="18931"/>
          <ac:spMkLst>
            <pc:docMk/>
            <pc:sldMk cId="1524044050" sldId="1817606786"/>
            <ac:spMk id="264" creationId="{BAFC5A4D-A418-6C97-FDA4-BFFC8C3334FC}"/>
          </ac:spMkLst>
        </pc:spChg>
        <pc:spChg chg="add del mod replST">
          <ac:chgData name="Varun Srivatsan" userId="5215c364-4639-494b-a156-0291b7c83c6d" providerId="ADAL" clId="{109E2DF9-1C2A-4103-865E-2669DE7650AC}" dt="2022-11-17T07:28:13.525" v="18930"/>
          <ac:spMkLst>
            <pc:docMk/>
            <pc:sldMk cId="1524044050" sldId="1817606786"/>
            <ac:spMk id="265" creationId="{659D381B-1102-FCBC-C26B-94F4D3418021}"/>
          </ac:spMkLst>
        </pc:spChg>
        <pc:spChg chg="add del mod replST">
          <ac:chgData name="Varun Srivatsan" userId="5215c364-4639-494b-a156-0291b7c83c6d" providerId="ADAL" clId="{109E2DF9-1C2A-4103-865E-2669DE7650AC}" dt="2022-11-17T07:28:13.525" v="18929"/>
          <ac:spMkLst>
            <pc:docMk/>
            <pc:sldMk cId="1524044050" sldId="1817606786"/>
            <ac:spMk id="266" creationId="{0284387A-A502-FC5D-2089-452B058C67E9}"/>
          </ac:spMkLst>
        </pc:spChg>
        <pc:spChg chg="add del mod replST">
          <ac:chgData name="Varun Srivatsan" userId="5215c364-4639-494b-a156-0291b7c83c6d" providerId="ADAL" clId="{109E2DF9-1C2A-4103-865E-2669DE7650AC}" dt="2022-11-17T07:28:13.525" v="18928"/>
          <ac:spMkLst>
            <pc:docMk/>
            <pc:sldMk cId="1524044050" sldId="1817606786"/>
            <ac:spMk id="267" creationId="{B3F3E7EB-B0DC-1E1D-FFD7-71B1F1A8687E}"/>
          </ac:spMkLst>
        </pc:spChg>
        <pc:spChg chg="add del mod replST">
          <ac:chgData name="Varun Srivatsan" userId="5215c364-4639-494b-a156-0291b7c83c6d" providerId="ADAL" clId="{109E2DF9-1C2A-4103-865E-2669DE7650AC}" dt="2022-11-17T07:28:13.525" v="18927"/>
          <ac:spMkLst>
            <pc:docMk/>
            <pc:sldMk cId="1524044050" sldId="1817606786"/>
            <ac:spMk id="268" creationId="{FFAD4545-ADF4-6246-EDAC-F014799200BE}"/>
          </ac:spMkLst>
        </pc:spChg>
        <pc:spChg chg="add del mod replST">
          <ac:chgData name="Varun Srivatsan" userId="5215c364-4639-494b-a156-0291b7c83c6d" providerId="ADAL" clId="{109E2DF9-1C2A-4103-865E-2669DE7650AC}" dt="2022-11-17T07:28:13.525" v="18926"/>
          <ac:spMkLst>
            <pc:docMk/>
            <pc:sldMk cId="1524044050" sldId="1817606786"/>
            <ac:spMk id="269" creationId="{139CE10B-C99A-35E9-5BEF-4E637BEE9F31}"/>
          </ac:spMkLst>
        </pc:spChg>
        <pc:spChg chg="add del mod replST">
          <ac:chgData name="Varun Srivatsan" userId="5215c364-4639-494b-a156-0291b7c83c6d" providerId="ADAL" clId="{109E2DF9-1C2A-4103-865E-2669DE7650AC}" dt="2022-11-17T07:28:13.525" v="18925"/>
          <ac:spMkLst>
            <pc:docMk/>
            <pc:sldMk cId="1524044050" sldId="1817606786"/>
            <ac:spMk id="270" creationId="{DB8D17FE-096A-AE8B-21EE-BFFBB5A10682}"/>
          </ac:spMkLst>
        </pc:spChg>
        <pc:spChg chg="add del mod replST">
          <ac:chgData name="Varun Srivatsan" userId="5215c364-4639-494b-a156-0291b7c83c6d" providerId="ADAL" clId="{109E2DF9-1C2A-4103-865E-2669DE7650AC}" dt="2022-11-17T07:28:13.525" v="18924"/>
          <ac:spMkLst>
            <pc:docMk/>
            <pc:sldMk cId="1524044050" sldId="1817606786"/>
            <ac:spMk id="271" creationId="{C4B6A042-797E-9FFF-EB8C-E8C715C52332}"/>
          </ac:spMkLst>
        </pc:spChg>
        <pc:spChg chg="add del mod replST">
          <ac:chgData name="Varun Srivatsan" userId="5215c364-4639-494b-a156-0291b7c83c6d" providerId="ADAL" clId="{109E2DF9-1C2A-4103-865E-2669DE7650AC}" dt="2022-11-17T07:28:13.525" v="18923"/>
          <ac:spMkLst>
            <pc:docMk/>
            <pc:sldMk cId="1524044050" sldId="1817606786"/>
            <ac:spMk id="272" creationId="{CA1DCE0E-383F-3179-E659-71964999C872}"/>
          </ac:spMkLst>
        </pc:spChg>
        <pc:spChg chg="add del mod replST">
          <ac:chgData name="Varun Srivatsan" userId="5215c364-4639-494b-a156-0291b7c83c6d" providerId="ADAL" clId="{109E2DF9-1C2A-4103-865E-2669DE7650AC}" dt="2022-11-17T07:28:13.523" v="18922"/>
          <ac:spMkLst>
            <pc:docMk/>
            <pc:sldMk cId="1524044050" sldId="1817606786"/>
            <ac:spMk id="273" creationId="{A3ADB0BA-611D-1854-720D-189484660A35}"/>
          </ac:spMkLst>
        </pc:spChg>
        <pc:spChg chg="add del mod replST">
          <ac:chgData name="Varun Srivatsan" userId="5215c364-4639-494b-a156-0291b7c83c6d" providerId="ADAL" clId="{109E2DF9-1C2A-4103-865E-2669DE7650AC}" dt="2022-11-17T07:28:13.523" v="18921"/>
          <ac:spMkLst>
            <pc:docMk/>
            <pc:sldMk cId="1524044050" sldId="1817606786"/>
            <ac:spMk id="274" creationId="{25212629-AA74-14D3-9DCD-E62E6C1A86CD}"/>
          </ac:spMkLst>
        </pc:spChg>
        <pc:spChg chg="add del mod replST">
          <ac:chgData name="Varun Srivatsan" userId="5215c364-4639-494b-a156-0291b7c83c6d" providerId="ADAL" clId="{109E2DF9-1C2A-4103-865E-2669DE7650AC}" dt="2022-11-17T07:28:13.523" v="18920"/>
          <ac:spMkLst>
            <pc:docMk/>
            <pc:sldMk cId="1524044050" sldId="1817606786"/>
            <ac:spMk id="275" creationId="{E05C5346-8858-FAFA-8A03-A077E9CB3E18}"/>
          </ac:spMkLst>
        </pc:spChg>
        <pc:spChg chg="add del mod replST">
          <ac:chgData name="Varun Srivatsan" userId="5215c364-4639-494b-a156-0291b7c83c6d" providerId="ADAL" clId="{109E2DF9-1C2A-4103-865E-2669DE7650AC}" dt="2022-11-17T07:28:13.515" v="18919"/>
          <ac:spMkLst>
            <pc:docMk/>
            <pc:sldMk cId="1524044050" sldId="1817606786"/>
            <ac:spMk id="276" creationId="{94A5321D-7189-118D-F656-DE9B0AD32959}"/>
          </ac:spMkLst>
        </pc:spChg>
        <pc:spChg chg="add del mod modVis">
          <ac:chgData name="Varun Srivatsan" userId="5215c364-4639-494b-a156-0291b7c83c6d" providerId="ADAL" clId="{109E2DF9-1C2A-4103-865E-2669DE7650AC}" dt="2022-11-17T07:39:25.664" v="50513"/>
          <ac:spMkLst>
            <pc:docMk/>
            <pc:sldMk cId="1524044050" sldId="1817606786"/>
            <ac:spMk id="279" creationId="{B82B7F98-B55A-8914-A7A2-3F07B12D2F9F}"/>
          </ac:spMkLst>
        </pc:spChg>
        <pc:spChg chg="add mod replST">
          <ac:chgData name="Varun Srivatsan" userId="5215c364-4639-494b-a156-0291b7c83c6d" providerId="ADAL" clId="{109E2DF9-1C2A-4103-865E-2669DE7650AC}" dt="2022-11-17T07:50:05.425" v="93402"/>
          <ac:spMkLst>
            <pc:docMk/>
            <pc:sldMk cId="1524044050" sldId="1817606786"/>
            <ac:spMk id="280" creationId="{9A879043-05E4-69F7-DE3E-25ED90CBD71E}"/>
          </ac:spMkLst>
        </pc:spChg>
        <pc:spChg chg="add mod replST">
          <ac:chgData name="Varun Srivatsan" userId="5215c364-4639-494b-a156-0291b7c83c6d" providerId="ADAL" clId="{109E2DF9-1C2A-4103-865E-2669DE7650AC}" dt="2022-11-17T07:50:05.425" v="93403"/>
          <ac:spMkLst>
            <pc:docMk/>
            <pc:sldMk cId="1524044050" sldId="1817606786"/>
            <ac:spMk id="281" creationId="{B5A3990B-E51B-2D7E-905F-F128B9381727}"/>
          </ac:spMkLst>
        </pc:spChg>
        <pc:spChg chg="add del mod replST">
          <ac:chgData name="Varun Srivatsan" userId="5215c364-4639-494b-a156-0291b7c83c6d" providerId="ADAL" clId="{109E2DF9-1C2A-4103-865E-2669DE7650AC}" dt="2022-11-17T07:39:51.430" v="51833"/>
          <ac:spMkLst>
            <pc:docMk/>
            <pc:sldMk cId="1524044050" sldId="1817606786"/>
            <ac:spMk id="282" creationId="{3B0A6623-8644-CD95-7AD7-C95BCC4333FC}"/>
          </ac:spMkLst>
        </pc:spChg>
        <pc:spChg chg="add mod replST">
          <ac:chgData name="Varun Srivatsan" userId="5215c364-4639-494b-a156-0291b7c83c6d" providerId="ADAL" clId="{109E2DF9-1C2A-4103-865E-2669DE7650AC}" dt="2022-11-17T07:50:05.406" v="93362"/>
          <ac:spMkLst>
            <pc:docMk/>
            <pc:sldMk cId="1524044050" sldId="1817606786"/>
            <ac:spMk id="283" creationId="{F7B60C15-A391-175E-798D-4FF11411232B}"/>
          </ac:spMkLst>
        </pc:spChg>
        <pc:spChg chg="add mod replST">
          <ac:chgData name="Varun Srivatsan" userId="5215c364-4639-494b-a156-0291b7c83c6d" providerId="ADAL" clId="{109E2DF9-1C2A-4103-865E-2669DE7650AC}" dt="2022-11-17T07:50:05.406" v="93366"/>
          <ac:spMkLst>
            <pc:docMk/>
            <pc:sldMk cId="1524044050" sldId="1817606786"/>
            <ac:spMk id="284" creationId="{93E231F9-59AE-33AC-D590-63E2B4C2FFD0}"/>
          </ac:spMkLst>
        </pc:spChg>
        <pc:spChg chg="add mod replST">
          <ac:chgData name="Varun Srivatsan" userId="5215c364-4639-494b-a156-0291b7c83c6d" providerId="ADAL" clId="{109E2DF9-1C2A-4103-865E-2669DE7650AC}" dt="2022-11-17T07:50:05.406" v="93365"/>
          <ac:spMkLst>
            <pc:docMk/>
            <pc:sldMk cId="1524044050" sldId="1817606786"/>
            <ac:spMk id="285" creationId="{BE66BA23-7570-D9F3-BD01-F5AC5EC04B8C}"/>
          </ac:spMkLst>
        </pc:spChg>
        <pc:spChg chg="add del mod ord replST">
          <ac:chgData name="Varun Srivatsan" userId="5215c364-4639-494b-a156-0291b7c83c6d" providerId="ADAL" clId="{109E2DF9-1C2A-4103-865E-2669DE7650AC}" dt="2022-11-17T07:39:51.895" v="52109"/>
          <ac:spMkLst>
            <pc:docMk/>
            <pc:sldMk cId="1524044050" sldId="1817606786"/>
            <ac:spMk id="286" creationId="{DC647EB4-39EF-E57A-BEB4-A9C45CC18D89}"/>
          </ac:spMkLst>
        </pc:spChg>
        <pc:spChg chg="add del mod ord replST">
          <ac:chgData name="Varun Srivatsan" userId="5215c364-4639-494b-a156-0291b7c83c6d" providerId="ADAL" clId="{109E2DF9-1C2A-4103-865E-2669DE7650AC}" dt="2022-11-17T07:43:25.159" v="67313"/>
          <ac:spMkLst>
            <pc:docMk/>
            <pc:sldMk cId="1524044050" sldId="1817606786"/>
            <ac:spMk id="287" creationId="{DDA2830E-722B-7430-032B-7CEC932A6A83}"/>
          </ac:spMkLst>
        </pc:spChg>
        <pc:spChg chg="add del mod ord replST">
          <ac:chgData name="Varun Srivatsan" userId="5215c364-4639-494b-a156-0291b7c83c6d" providerId="ADAL" clId="{109E2DF9-1C2A-4103-865E-2669DE7650AC}" dt="2022-11-17T07:43:25.180" v="67315"/>
          <ac:spMkLst>
            <pc:docMk/>
            <pc:sldMk cId="1524044050" sldId="1817606786"/>
            <ac:spMk id="288" creationId="{10BAD621-5B68-3B55-ED10-CF8B4E350820}"/>
          </ac:spMkLst>
        </pc:spChg>
        <pc:spChg chg="add del mod replST">
          <ac:chgData name="Varun Srivatsan" userId="5215c364-4639-494b-a156-0291b7c83c6d" providerId="ADAL" clId="{109E2DF9-1C2A-4103-865E-2669DE7650AC}" dt="2022-11-17T07:43:25.548" v="67646"/>
          <ac:spMkLst>
            <pc:docMk/>
            <pc:sldMk cId="1524044050" sldId="1817606786"/>
            <ac:spMk id="291" creationId="{9B12C84A-F1BA-36D0-5591-DBD0BB1733A7}"/>
          </ac:spMkLst>
        </pc:spChg>
        <pc:spChg chg="add del mod replST">
          <ac:chgData name="Varun Srivatsan" userId="5215c364-4639-494b-a156-0291b7c83c6d" providerId="ADAL" clId="{109E2DF9-1C2A-4103-865E-2669DE7650AC}" dt="2022-11-17T07:39:51.430" v="51832"/>
          <ac:spMkLst>
            <pc:docMk/>
            <pc:sldMk cId="1524044050" sldId="1817606786"/>
            <ac:spMk id="292" creationId="{8616275F-395B-412A-B44A-42C4D8F857B6}"/>
          </ac:spMkLst>
        </pc:spChg>
        <pc:spChg chg="add mod replST">
          <ac:chgData name="Varun Srivatsan" userId="5215c364-4639-494b-a156-0291b7c83c6d" providerId="ADAL" clId="{109E2DF9-1C2A-4103-865E-2669DE7650AC}" dt="2022-11-17T07:50:05.406" v="93368"/>
          <ac:spMkLst>
            <pc:docMk/>
            <pc:sldMk cId="1524044050" sldId="1817606786"/>
            <ac:spMk id="293" creationId="{D1C5C326-6F9A-48A1-F619-C01108E44B59}"/>
          </ac:spMkLst>
        </pc:spChg>
        <pc:spChg chg="add mod replST">
          <ac:chgData name="Varun Srivatsan" userId="5215c364-4639-494b-a156-0291b7c83c6d" providerId="ADAL" clId="{109E2DF9-1C2A-4103-865E-2669DE7650AC}" dt="2022-11-17T07:50:05.406" v="93369"/>
          <ac:spMkLst>
            <pc:docMk/>
            <pc:sldMk cId="1524044050" sldId="1817606786"/>
            <ac:spMk id="294" creationId="{99DCF9F2-0B51-11F9-5AB0-9A1B0E0142C8}"/>
          </ac:spMkLst>
        </pc:spChg>
        <pc:spChg chg="add mod replST">
          <ac:chgData name="Varun Srivatsan" userId="5215c364-4639-494b-a156-0291b7c83c6d" providerId="ADAL" clId="{109E2DF9-1C2A-4103-865E-2669DE7650AC}" dt="2022-11-17T07:50:05.406" v="93370"/>
          <ac:spMkLst>
            <pc:docMk/>
            <pc:sldMk cId="1524044050" sldId="1817606786"/>
            <ac:spMk id="295" creationId="{035E33B7-080F-0CDC-E35F-05467EAB815D}"/>
          </ac:spMkLst>
        </pc:spChg>
        <pc:spChg chg="add mod replST">
          <ac:chgData name="Varun Srivatsan" userId="5215c364-4639-494b-a156-0291b7c83c6d" providerId="ADAL" clId="{109E2DF9-1C2A-4103-865E-2669DE7650AC}" dt="2022-11-17T07:50:05.406" v="93371"/>
          <ac:spMkLst>
            <pc:docMk/>
            <pc:sldMk cId="1524044050" sldId="1817606786"/>
            <ac:spMk id="296" creationId="{A7CE675B-2920-84B1-EEA2-D65CB904FAB0}"/>
          </ac:spMkLst>
        </pc:spChg>
        <pc:spChg chg="add mod replST">
          <ac:chgData name="Varun Srivatsan" userId="5215c364-4639-494b-a156-0291b7c83c6d" providerId="ADAL" clId="{109E2DF9-1C2A-4103-865E-2669DE7650AC}" dt="2022-11-17T07:50:05.406" v="93372"/>
          <ac:spMkLst>
            <pc:docMk/>
            <pc:sldMk cId="1524044050" sldId="1817606786"/>
            <ac:spMk id="297" creationId="{2CF79D2A-7535-4EC1-ADC4-9BAA1C16DBA5}"/>
          </ac:spMkLst>
        </pc:spChg>
        <pc:spChg chg="add mod replST">
          <ac:chgData name="Varun Srivatsan" userId="5215c364-4639-494b-a156-0291b7c83c6d" providerId="ADAL" clId="{109E2DF9-1C2A-4103-865E-2669DE7650AC}" dt="2022-11-17T07:50:05.415" v="93375"/>
          <ac:spMkLst>
            <pc:docMk/>
            <pc:sldMk cId="1524044050" sldId="1817606786"/>
            <ac:spMk id="298" creationId="{78326DD1-9F5D-CCD5-7578-0F1BFE65C6A1}"/>
          </ac:spMkLst>
        </pc:spChg>
        <pc:spChg chg="add mod replST">
          <ac:chgData name="Varun Srivatsan" userId="5215c364-4639-494b-a156-0291b7c83c6d" providerId="ADAL" clId="{109E2DF9-1C2A-4103-865E-2669DE7650AC}" dt="2022-11-17T07:50:05.415" v="93376"/>
          <ac:spMkLst>
            <pc:docMk/>
            <pc:sldMk cId="1524044050" sldId="1817606786"/>
            <ac:spMk id="299" creationId="{CB42894F-3615-33AE-EF37-F3977FFD5869}"/>
          </ac:spMkLst>
        </pc:spChg>
        <pc:spChg chg="add mod replST">
          <ac:chgData name="Varun Srivatsan" userId="5215c364-4639-494b-a156-0291b7c83c6d" providerId="ADAL" clId="{109E2DF9-1C2A-4103-865E-2669DE7650AC}" dt="2022-11-17T07:50:05.416" v="93377"/>
          <ac:spMkLst>
            <pc:docMk/>
            <pc:sldMk cId="1524044050" sldId="1817606786"/>
            <ac:spMk id="300" creationId="{C683C41D-448A-9A9F-32F2-756AFA767142}"/>
          </ac:spMkLst>
        </pc:spChg>
        <pc:spChg chg="add mod replST">
          <ac:chgData name="Varun Srivatsan" userId="5215c364-4639-494b-a156-0291b7c83c6d" providerId="ADAL" clId="{109E2DF9-1C2A-4103-865E-2669DE7650AC}" dt="2022-11-17T07:50:05.406" v="93367"/>
          <ac:spMkLst>
            <pc:docMk/>
            <pc:sldMk cId="1524044050" sldId="1817606786"/>
            <ac:spMk id="301" creationId="{2FF22C00-6B8E-DEC8-7468-EC266AA1E85C}"/>
          </ac:spMkLst>
        </pc:spChg>
        <pc:spChg chg="add mod replST">
          <ac:chgData name="Varun Srivatsan" userId="5215c364-4639-494b-a156-0291b7c83c6d" providerId="ADAL" clId="{109E2DF9-1C2A-4103-865E-2669DE7650AC}" dt="2022-11-17T07:50:05.406" v="93363"/>
          <ac:spMkLst>
            <pc:docMk/>
            <pc:sldMk cId="1524044050" sldId="1817606786"/>
            <ac:spMk id="302" creationId="{4B9FFBE1-762C-78F2-DF18-B5CCA1F806E6}"/>
          </ac:spMkLst>
        </pc:spChg>
        <pc:spChg chg="add mod replST">
          <ac:chgData name="Varun Srivatsan" userId="5215c364-4639-494b-a156-0291b7c83c6d" providerId="ADAL" clId="{109E2DF9-1C2A-4103-865E-2669DE7650AC}" dt="2022-11-17T07:50:05.416" v="93378"/>
          <ac:spMkLst>
            <pc:docMk/>
            <pc:sldMk cId="1524044050" sldId="1817606786"/>
            <ac:spMk id="303" creationId="{DDBC166D-2C15-9ACC-CBFE-85000DD45515}"/>
          </ac:spMkLst>
        </pc:spChg>
        <pc:spChg chg="add del mod replST">
          <ac:chgData name="Varun Srivatsan" userId="5215c364-4639-494b-a156-0291b7c83c6d" providerId="ADAL" clId="{109E2DF9-1C2A-4103-865E-2669DE7650AC}" dt="2022-11-17T07:39:51.246" v="51678"/>
          <ac:spMkLst>
            <pc:docMk/>
            <pc:sldMk cId="1524044050" sldId="1817606786"/>
            <ac:spMk id="304" creationId="{E975FC2D-EB13-B218-75A8-12C8BD194824}"/>
          </ac:spMkLst>
        </pc:spChg>
        <pc:spChg chg="add del mod replST">
          <ac:chgData name="Varun Srivatsan" userId="5215c364-4639-494b-a156-0291b7c83c6d" providerId="ADAL" clId="{109E2DF9-1C2A-4103-865E-2669DE7650AC}" dt="2022-11-17T07:39:51.248" v="51683"/>
          <ac:spMkLst>
            <pc:docMk/>
            <pc:sldMk cId="1524044050" sldId="1817606786"/>
            <ac:spMk id="305" creationId="{0D547632-375E-B7BD-58E8-DB40BFF94F9D}"/>
          </ac:spMkLst>
        </pc:spChg>
        <pc:spChg chg="add del mod replST">
          <ac:chgData name="Varun Srivatsan" userId="5215c364-4639-494b-a156-0291b7c83c6d" providerId="ADAL" clId="{109E2DF9-1C2A-4103-865E-2669DE7650AC}" dt="2022-11-17T07:39:51.248" v="51688"/>
          <ac:spMkLst>
            <pc:docMk/>
            <pc:sldMk cId="1524044050" sldId="1817606786"/>
            <ac:spMk id="306" creationId="{8B5E24B3-F2CF-985D-68E9-7188EA600C63}"/>
          </ac:spMkLst>
        </pc:spChg>
        <pc:spChg chg="add del mod replST">
          <ac:chgData name="Varun Srivatsan" userId="5215c364-4639-494b-a156-0291b7c83c6d" providerId="ADAL" clId="{109E2DF9-1C2A-4103-865E-2669DE7650AC}" dt="2022-11-17T07:39:51.248" v="51693"/>
          <ac:spMkLst>
            <pc:docMk/>
            <pc:sldMk cId="1524044050" sldId="1817606786"/>
            <ac:spMk id="307" creationId="{E47B1F82-6259-177E-FAF5-DA0FE8FDFAB8}"/>
          </ac:spMkLst>
        </pc:spChg>
        <pc:spChg chg="add del mod replST">
          <ac:chgData name="Varun Srivatsan" userId="5215c364-4639-494b-a156-0291b7c83c6d" providerId="ADAL" clId="{109E2DF9-1C2A-4103-865E-2669DE7650AC}" dt="2022-11-17T07:39:51.256" v="51698"/>
          <ac:spMkLst>
            <pc:docMk/>
            <pc:sldMk cId="1524044050" sldId="1817606786"/>
            <ac:spMk id="308" creationId="{524F3101-EE57-D22A-026D-AEB827496A03}"/>
          </ac:spMkLst>
        </pc:spChg>
        <pc:spChg chg="add del mod replST">
          <ac:chgData name="Varun Srivatsan" userId="5215c364-4639-494b-a156-0291b7c83c6d" providerId="ADAL" clId="{109E2DF9-1C2A-4103-865E-2669DE7650AC}" dt="2022-11-17T07:39:51.261" v="51703"/>
          <ac:spMkLst>
            <pc:docMk/>
            <pc:sldMk cId="1524044050" sldId="1817606786"/>
            <ac:spMk id="309" creationId="{70672AFD-E143-28DF-B2B7-CB03155056DB}"/>
          </ac:spMkLst>
        </pc:spChg>
        <pc:spChg chg="add del mod replST">
          <ac:chgData name="Varun Srivatsan" userId="5215c364-4639-494b-a156-0291b7c83c6d" providerId="ADAL" clId="{109E2DF9-1C2A-4103-865E-2669DE7650AC}" dt="2022-11-17T07:39:51.262" v="51708"/>
          <ac:spMkLst>
            <pc:docMk/>
            <pc:sldMk cId="1524044050" sldId="1817606786"/>
            <ac:spMk id="310" creationId="{90960B1E-7BA4-DFFC-3257-14DA02259ECE}"/>
          </ac:spMkLst>
        </pc:spChg>
        <pc:spChg chg="add del mod replST">
          <ac:chgData name="Varun Srivatsan" userId="5215c364-4639-494b-a156-0291b7c83c6d" providerId="ADAL" clId="{109E2DF9-1C2A-4103-865E-2669DE7650AC}" dt="2022-11-17T07:39:51.262" v="51713"/>
          <ac:spMkLst>
            <pc:docMk/>
            <pc:sldMk cId="1524044050" sldId="1817606786"/>
            <ac:spMk id="311" creationId="{B73FD528-3893-2ED2-3A43-B2BD54E8919C}"/>
          </ac:spMkLst>
        </pc:spChg>
        <pc:spChg chg="add del mod replST">
          <ac:chgData name="Varun Srivatsan" userId="5215c364-4639-494b-a156-0291b7c83c6d" providerId="ADAL" clId="{109E2DF9-1C2A-4103-865E-2669DE7650AC}" dt="2022-11-17T07:39:51.262" v="51718"/>
          <ac:spMkLst>
            <pc:docMk/>
            <pc:sldMk cId="1524044050" sldId="1817606786"/>
            <ac:spMk id="312" creationId="{9A750178-8096-B9A0-1601-0B72B0480437}"/>
          </ac:spMkLst>
        </pc:spChg>
        <pc:spChg chg="add del mod replST">
          <ac:chgData name="Varun Srivatsan" userId="5215c364-4639-494b-a156-0291b7c83c6d" providerId="ADAL" clId="{109E2DF9-1C2A-4103-865E-2669DE7650AC}" dt="2022-11-17T07:39:51.270" v="51723"/>
          <ac:spMkLst>
            <pc:docMk/>
            <pc:sldMk cId="1524044050" sldId="1817606786"/>
            <ac:spMk id="313" creationId="{F7146348-E3ED-2FEA-1591-B5D7ECCA6BC3}"/>
          </ac:spMkLst>
        </pc:spChg>
        <pc:spChg chg="add del mod replST">
          <ac:chgData name="Varun Srivatsan" userId="5215c364-4639-494b-a156-0291b7c83c6d" providerId="ADAL" clId="{109E2DF9-1C2A-4103-865E-2669DE7650AC}" dt="2022-11-17T07:39:51.270" v="51728"/>
          <ac:spMkLst>
            <pc:docMk/>
            <pc:sldMk cId="1524044050" sldId="1817606786"/>
            <ac:spMk id="314" creationId="{3A17742A-9A22-40C4-44D6-19D703FA9040}"/>
          </ac:spMkLst>
        </pc:spChg>
        <pc:spChg chg="add del mod modVis">
          <ac:chgData name="Varun Srivatsan" userId="5215c364-4639-494b-a156-0291b7c83c6d" providerId="ADAL" clId="{109E2DF9-1C2A-4103-865E-2669DE7650AC}" dt="2022-11-17T07:39:51.348" v="51823"/>
          <ac:spMkLst>
            <pc:docMk/>
            <pc:sldMk cId="1524044050" sldId="1817606786"/>
            <ac:spMk id="315" creationId="{51E384D5-5A14-59FF-A1D5-E8586F936AD3}"/>
          </ac:spMkLst>
        </pc:spChg>
        <pc:spChg chg="add del mod ord replST">
          <ac:chgData name="Varun Srivatsan" userId="5215c364-4639-494b-a156-0291b7c83c6d" providerId="ADAL" clId="{109E2DF9-1C2A-4103-865E-2669DE7650AC}" dt="2022-11-17T07:39:51.507" v="51862"/>
          <ac:spMkLst>
            <pc:docMk/>
            <pc:sldMk cId="1524044050" sldId="1817606786"/>
            <ac:spMk id="316" creationId="{69B04223-DCF6-0ED2-BF22-6FEE282A7E84}"/>
          </ac:spMkLst>
        </pc:spChg>
        <pc:spChg chg="add del mod ord replST">
          <ac:chgData name="Varun Srivatsan" userId="5215c364-4639-494b-a156-0291b7c83c6d" providerId="ADAL" clId="{109E2DF9-1C2A-4103-865E-2669DE7650AC}" dt="2022-11-17T07:39:51.429" v="51827"/>
          <ac:spMkLst>
            <pc:docMk/>
            <pc:sldMk cId="1524044050" sldId="1817606786"/>
            <ac:spMk id="317" creationId="{F3BB6798-8958-4A17-F3F6-36351EAFA20F}"/>
          </ac:spMkLst>
        </pc:spChg>
        <pc:spChg chg="add del mod ord replST">
          <ac:chgData name="Varun Srivatsan" userId="5215c364-4639-494b-a156-0291b7c83c6d" providerId="ADAL" clId="{109E2DF9-1C2A-4103-865E-2669DE7650AC}" dt="2022-11-17T07:39:51.515" v="51864"/>
          <ac:spMkLst>
            <pc:docMk/>
            <pc:sldMk cId="1524044050" sldId="1817606786"/>
            <ac:spMk id="318" creationId="{C8526AB2-22AE-DE08-5FC0-B960DDC32D2F}"/>
          </ac:spMkLst>
        </pc:spChg>
        <pc:spChg chg="add del mod ord replST">
          <ac:chgData name="Varun Srivatsan" userId="5215c364-4639-494b-a156-0291b7c83c6d" providerId="ADAL" clId="{109E2DF9-1C2A-4103-865E-2669DE7650AC}" dt="2022-11-17T07:39:51.430" v="51829"/>
          <ac:spMkLst>
            <pc:docMk/>
            <pc:sldMk cId="1524044050" sldId="1817606786"/>
            <ac:spMk id="319" creationId="{B93A4AD8-25BA-13F0-0025-4E3FBD96EF9D}"/>
          </ac:spMkLst>
        </pc:spChg>
        <pc:spChg chg="add del mod ord replST">
          <ac:chgData name="Varun Srivatsan" userId="5215c364-4639-494b-a156-0291b7c83c6d" providerId="ADAL" clId="{109E2DF9-1C2A-4103-865E-2669DE7650AC}" dt="2022-11-17T07:39:51.516" v="51866"/>
          <ac:spMkLst>
            <pc:docMk/>
            <pc:sldMk cId="1524044050" sldId="1817606786"/>
            <ac:spMk id="320" creationId="{443B94D0-5692-1138-85D6-4E72D7088B54}"/>
          </ac:spMkLst>
        </pc:spChg>
        <pc:spChg chg="add del mod ord replST">
          <ac:chgData name="Varun Srivatsan" userId="5215c364-4639-494b-a156-0291b7c83c6d" providerId="ADAL" clId="{109E2DF9-1C2A-4103-865E-2669DE7650AC}" dt="2022-11-17T07:39:51.430" v="51831"/>
          <ac:spMkLst>
            <pc:docMk/>
            <pc:sldMk cId="1524044050" sldId="1817606786"/>
            <ac:spMk id="321" creationId="{7F60C072-CDE9-376D-9553-267A2DD084D6}"/>
          </ac:spMkLst>
        </pc:spChg>
        <pc:spChg chg="add del mod modVis">
          <ac:chgData name="Varun Srivatsan" userId="5215c364-4639-494b-a156-0291b7c83c6d" providerId="ADAL" clId="{109E2DF9-1C2A-4103-865E-2669DE7650AC}" dt="2022-11-17T07:39:51.990" v="52215"/>
          <ac:spMkLst>
            <pc:docMk/>
            <pc:sldMk cId="1524044050" sldId="1817606786"/>
            <ac:spMk id="323" creationId="{4C42B092-EEA1-2775-144A-8A837F452A0E}"/>
          </ac:spMkLst>
        </pc:spChg>
        <pc:spChg chg="add del mod ord replST">
          <ac:chgData name="Varun Srivatsan" userId="5215c364-4639-494b-a156-0291b7c83c6d" providerId="ADAL" clId="{109E2DF9-1C2A-4103-865E-2669DE7650AC}" dt="2022-11-17T07:43:25.180" v="67317"/>
          <ac:spMkLst>
            <pc:docMk/>
            <pc:sldMk cId="1524044050" sldId="1817606786"/>
            <ac:spMk id="324" creationId="{56B3577E-3065-1D67-37C3-23735A9F5AAD}"/>
          </ac:spMkLst>
        </pc:spChg>
        <pc:spChg chg="add del mod ord replST">
          <ac:chgData name="Varun Srivatsan" userId="5215c364-4639-494b-a156-0291b7c83c6d" providerId="ADAL" clId="{109E2DF9-1C2A-4103-865E-2669DE7650AC}" dt="2022-11-17T07:43:25.180" v="67319"/>
          <ac:spMkLst>
            <pc:docMk/>
            <pc:sldMk cId="1524044050" sldId="1817606786"/>
            <ac:spMk id="325" creationId="{67ECF784-745A-5993-23F3-205EE6E58243}"/>
          </ac:spMkLst>
        </pc:spChg>
        <pc:spChg chg="add del mod modVis">
          <ac:chgData name="Varun Srivatsan" userId="5215c364-4639-494b-a156-0291b7c83c6d" providerId="ADAL" clId="{109E2DF9-1C2A-4103-865E-2669DE7650AC}" dt="2022-11-17T07:43:12.635" v="66325"/>
          <ac:spMkLst>
            <pc:docMk/>
            <pc:sldMk cId="1524044050" sldId="1817606786"/>
            <ac:spMk id="327" creationId="{C69AFD3A-F727-575D-702F-69A04D7288EF}"/>
          </ac:spMkLst>
        </pc:spChg>
        <pc:spChg chg="add del mod modVis">
          <ac:chgData name="Varun Srivatsan" userId="5215c364-4639-494b-a156-0291b7c83c6d" providerId="ADAL" clId="{109E2DF9-1C2A-4103-865E-2669DE7650AC}" dt="2022-11-17T07:43:12.804" v="66413"/>
          <ac:spMkLst>
            <pc:docMk/>
            <pc:sldMk cId="1524044050" sldId="1817606786"/>
            <ac:spMk id="329" creationId="{703AC374-067A-1DDD-81B4-7DFA7EC4C27B}"/>
          </ac:spMkLst>
        </pc:spChg>
        <pc:spChg chg="add del mod modVis">
          <ac:chgData name="Varun Srivatsan" userId="5215c364-4639-494b-a156-0291b7c83c6d" providerId="ADAL" clId="{109E2DF9-1C2A-4103-865E-2669DE7650AC}" dt="2022-11-17T07:43:14.699" v="66997"/>
          <ac:spMkLst>
            <pc:docMk/>
            <pc:sldMk cId="1524044050" sldId="1817606786"/>
            <ac:spMk id="331" creationId="{8A762D1D-916C-6EA8-F0E5-5141D6FCAC09}"/>
          </ac:spMkLst>
        </pc:spChg>
        <pc:spChg chg="add mod replST delST">
          <ac:chgData name="Varun Srivatsan" userId="5215c364-4639-494b-a156-0291b7c83c6d" providerId="ADAL" clId="{109E2DF9-1C2A-4103-865E-2669DE7650AC}" dt="2022-11-17T07:50:05.398" v="93357"/>
          <ac:spMkLst>
            <pc:docMk/>
            <pc:sldMk cId="1524044050" sldId="1817606786"/>
            <ac:spMk id="332" creationId="{C5AB17C8-C570-824E-E3D8-0DD0EB89272D}"/>
          </ac:spMkLst>
        </pc:spChg>
        <pc:spChg chg="add del mod replST delST">
          <ac:chgData name="Varun Srivatsan" userId="5215c364-4639-494b-a156-0291b7c83c6d" providerId="ADAL" clId="{109E2DF9-1C2A-4103-865E-2669DE7650AC}" dt="2022-11-17T07:50:05.398" v="93358"/>
          <ac:spMkLst>
            <pc:docMk/>
            <pc:sldMk cId="1524044050" sldId="1817606786"/>
            <ac:spMk id="333" creationId="{5C332C57-06FB-09F2-CC63-451D6FA97254}"/>
          </ac:spMkLst>
        </pc:spChg>
        <pc:spChg chg="add del mod replST delST">
          <ac:chgData name="Varun Srivatsan" userId="5215c364-4639-494b-a156-0291b7c83c6d" providerId="ADAL" clId="{109E2DF9-1C2A-4103-865E-2669DE7650AC}" dt="2022-11-17T07:50:05.398" v="93355"/>
          <ac:spMkLst>
            <pc:docMk/>
            <pc:sldMk cId="1524044050" sldId="1817606786"/>
            <ac:spMk id="334" creationId="{5F066C1B-AE52-1C65-5380-13399B1462AC}"/>
          </ac:spMkLst>
        </pc:spChg>
        <pc:spChg chg="add del mod replST delST">
          <ac:chgData name="Varun Srivatsan" userId="5215c364-4639-494b-a156-0291b7c83c6d" providerId="ADAL" clId="{109E2DF9-1C2A-4103-865E-2669DE7650AC}" dt="2022-11-17T07:50:05.398" v="93356"/>
          <ac:spMkLst>
            <pc:docMk/>
            <pc:sldMk cId="1524044050" sldId="1817606786"/>
            <ac:spMk id="335" creationId="{0BE721F5-5D7D-5F4D-A623-081C8D1A245D}"/>
          </ac:spMkLst>
        </pc:spChg>
        <pc:spChg chg="add del mod replST delST">
          <ac:chgData name="Varun Srivatsan" userId="5215c364-4639-494b-a156-0291b7c83c6d" providerId="ADAL" clId="{109E2DF9-1C2A-4103-865E-2669DE7650AC}" dt="2022-11-17T07:50:05.406" v="93361"/>
          <ac:spMkLst>
            <pc:docMk/>
            <pc:sldMk cId="1524044050" sldId="1817606786"/>
            <ac:spMk id="336" creationId="{90D9BFAD-1771-72E2-1054-9F76E558FB51}"/>
          </ac:spMkLst>
        </pc:spChg>
        <pc:spChg chg="add del mod replST delST">
          <ac:chgData name="Varun Srivatsan" userId="5215c364-4639-494b-a156-0291b7c83c6d" providerId="ADAL" clId="{109E2DF9-1C2A-4103-865E-2669DE7650AC}" dt="2022-11-17T07:50:05.398" v="93359"/>
          <ac:spMkLst>
            <pc:docMk/>
            <pc:sldMk cId="1524044050" sldId="1817606786"/>
            <ac:spMk id="337" creationId="{B44580B2-8A72-6CBF-89AA-C8AB59C38BBB}"/>
          </ac:spMkLst>
        </pc:spChg>
        <pc:spChg chg="add del mod replST delST">
          <ac:chgData name="Varun Srivatsan" userId="5215c364-4639-494b-a156-0291b7c83c6d" providerId="ADAL" clId="{109E2DF9-1C2A-4103-865E-2669DE7650AC}" dt="2022-11-17T07:50:05.406" v="93360"/>
          <ac:spMkLst>
            <pc:docMk/>
            <pc:sldMk cId="1524044050" sldId="1817606786"/>
            <ac:spMk id="338" creationId="{EB465914-F78C-366A-6C4B-956060DF21F2}"/>
          </ac:spMkLst>
        </pc:spChg>
        <pc:spChg chg="add del mod modVis">
          <ac:chgData name="Varun Srivatsan" userId="5215c364-4639-494b-a156-0291b7c83c6d" providerId="ADAL" clId="{109E2DF9-1C2A-4103-865E-2669DE7650AC}" dt="2022-11-17T07:43:14.836" v="67132"/>
          <ac:spMkLst>
            <pc:docMk/>
            <pc:sldMk cId="1524044050" sldId="1817606786"/>
            <ac:spMk id="340" creationId="{D2061DDF-2778-77F6-D495-65608F78002F}"/>
          </ac:spMkLst>
        </pc:spChg>
        <pc:spChg chg="add del mod modVis">
          <ac:chgData name="Varun Srivatsan" userId="5215c364-4639-494b-a156-0291b7c83c6d" providerId="ADAL" clId="{109E2DF9-1C2A-4103-865E-2669DE7650AC}" dt="2022-11-17T07:43:15.828" v="67221"/>
          <ac:spMkLst>
            <pc:docMk/>
            <pc:sldMk cId="1524044050" sldId="1817606786"/>
            <ac:spMk id="342" creationId="{67724BE7-8D72-4862-1494-1EA18075651E}"/>
          </ac:spMkLst>
        </pc:spChg>
        <pc:spChg chg="add del mod modVis">
          <ac:chgData name="Varun Srivatsan" userId="5215c364-4639-494b-a156-0291b7c83c6d" providerId="ADAL" clId="{109E2DF9-1C2A-4103-865E-2669DE7650AC}" dt="2022-11-17T07:43:16.728" v="67309"/>
          <ac:spMkLst>
            <pc:docMk/>
            <pc:sldMk cId="1524044050" sldId="1817606786"/>
            <ac:spMk id="344" creationId="{E5A767A7-AFE9-37F0-AC6F-5F36C0374A3A}"/>
          </ac:spMkLst>
        </pc:spChg>
        <pc:spChg chg="add del mod modVis">
          <ac:chgData name="Varun Srivatsan" userId="5215c364-4639-494b-a156-0291b7c83c6d" providerId="ADAL" clId="{109E2DF9-1C2A-4103-865E-2669DE7650AC}" dt="2022-11-17T07:42:57.663" v="64973"/>
          <ac:spMkLst>
            <pc:docMk/>
            <pc:sldMk cId="1524044050" sldId="1817606786"/>
            <ac:spMk id="346" creationId="{A3EEDC4E-822A-06B2-1476-FD620A3F2D2A}"/>
          </ac:spMkLst>
        </pc:spChg>
        <pc:spChg chg="add del mod modVis">
          <ac:chgData name="Varun Srivatsan" userId="5215c364-4639-494b-a156-0291b7c83c6d" providerId="ADAL" clId="{109E2DF9-1C2A-4103-865E-2669DE7650AC}" dt="2022-11-17T07:42:57.007" v="64876"/>
          <ac:spMkLst>
            <pc:docMk/>
            <pc:sldMk cId="1524044050" sldId="1817606786"/>
            <ac:spMk id="348" creationId="{4FB2D2C4-3BF1-0DFC-BD0E-A4FEA2A286F5}"/>
          </ac:spMkLst>
        </pc:spChg>
        <pc:spChg chg="add del mod ord replST delST">
          <ac:chgData name="Varun Srivatsan" userId="5215c364-4639-494b-a156-0291b7c83c6d" providerId="ADAL" clId="{109E2DF9-1C2A-4103-865E-2669DE7650AC}" dt="2022-11-17T07:42:57.007" v="64876"/>
          <ac:spMkLst>
            <pc:docMk/>
            <pc:sldMk cId="1524044050" sldId="1817606786"/>
            <ac:spMk id="349" creationId="{219FC0D2-C491-2DF0-F1E5-88110C154C06}"/>
          </ac:spMkLst>
        </pc:spChg>
        <pc:spChg chg="add del mod modVis">
          <ac:chgData name="Varun Srivatsan" userId="5215c364-4639-494b-a156-0291b7c83c6d" providerId="ADAL" clId="{109E2DF9-1C2A-4103-865E-2669DE7650AC}" dt="2022-11-17T07:42:56.231" v="64692"/>
          <ac:spMkLst>
            <pc:docMk/>
            <pc:sldMk cId="1524044050" sldId="1817606786"/>
            <ac:spMk id="351" creationId="{9EBB6F14-5ED6-DD69-0918-61D4CBB47B52}"/>
          </ac:spMkLst>
        </pc:spChg>
        <pc:spChg chg="add del mod modVis">
          <ac:chgData name="Varun Srivatsan" userId="5215c364-4639-494b-a156-0291b7c83c6d" providerId="ADAL" clId="{109E2DF9-1C2A-4103-865E-2669DE7650AC}" dt="2022-11-17T07:42:54.732" v="64589"/>
          <ac:spMkLst>
            <pc:docMk/>
            <pc:sldMk cId="1524044050" sldId="1817606786"/>
            <ac:spMk id="353" creationId="{F90C09EB-1FA8-1AF2-E5ED-D03C84D7D74A}"/>
          </ac:spMkLst>
        </pc:spChg>
        <pc:spChg chg="add del mod replST delST">
          <ac:chgData name="Varun Srivatsan" userId="5215c364-4639-494b-a156-0291b7c83c6d" providerId="ADAL" clId="{109E2DF9-1C2A-4103-865E-2669DE7650AC}" dt="2022-11-17T07:42:54.732" v="64589"/>
          <ac:spMkLst>
            <pc:docMk/>
            <pc:sldMk cId="1524044050" sldId="1817606786"/>
            <ac:spMk id="354" creationId="{C0383093-D82E-D808-0F0A-CDCA3EDC2870}"/>
          </ac:spMkLst>
        </pc:spChg>
        <pc:spChg chg="add del mod replST delST">
          <ac:chgData name="Varun Srivatsan" userId="5215c364-4639-494b-a156-0291b7c83c6d" providerId="ADAL" clId="{109E2DF9-1C2A-4103-865E-2669DE7650AC}" dt="2022-11-17T07:42:54.732" v="64589"/>
          <ac:spMkLst>
            <pc:docMk/>
            <pc:sldMk cId="1524044050" sldId="1817606786"/>
            <ac:spMk id="355" creationId="{BB9018B0-3BEE-0159-D549-81E8B96339B7}"/>
          </ac:spMkLst>
        </pc:spChg>
        <pc:spChg chg="add del mod replST delST">
          <ac:chgData name="Varun Srivatsan" userId="5215c364-4639-494b-a156-0291b7c83c6d" providerId="ADAL" clId="{109E2DF9-1C2A-4103-865E-2669DE7650AC}" dt="2022-11-17T07:42:54.732" v="64589"/>
          <ac:spMkLst>
            <pc:docMk/>
            <pc:sldMk cId="1524044050" sldId="1817606786"/>
            <ac:spMk id="356" creationId="{DE24C9BB-6BC3-496D-7FC5-614BFF912B74}"/>
          </ac:spMkLst>
        </pc:spChg>
        <pc:spChg chg="add del mod replST delST">
          <ac:chgData name="Varun Srivatsan" userId="5215c364-4639-494b-a156-0291b7c83c6d" providerId="ADAL" clId="{109E2DF9-1C2A-4103-865E-2669DE7650AC}" dt="2022-11-17T07:42:54.732" v="64589"/>
          <ac:spMkLst>
            <pc:docMk/>
            <pc:sldMk cId="1524044050" sldId="1817606786"/>
            <ac:spMk id="357" creationId="{A3B40C9D-5EC0-AE0C-63AB-76543F360F39}"/>
          </ac:spMkLst>
        </pc:spChg>
        <pc:spChg chg="add del mod replST delST">
          <ac:chgData name="Varun Srivatsan" userId="5215c364-4639-494b-a156-0291b7c83c6d" providerId="ADAL" clId="{109E2DF9-1C2A-4103-865E-2669DE7650AC}" dt="2022-11-17T07:42:54.732" v="64589"/>
          <ac:spMkLst>
            <pc:docMk/>
            <pc:sldMk cId="1524044050" sldId="1817606786"/>
            <ac:spMk id="358" creationId="{36D6F4A7-BF86-03AA-07E0-99FB41A4302E}"/>
          </ac:spMkLst>
        </pc:spChg>
        <pc:spChg chg="add del mod replST delST">
          <ac:chgData name="Varun Srivatsan" userId="5215c364-4639-494b-a156-0291b7c83c6d" providerId="ADAL" clId="{109E2DF9-1C2A-4103-865E-2669DE7650AC}" dt="2022-11-17T07:42:54.732" v="64589"/>
          <ac:spMkLst>
            <pc:docMk/>
            <pc:sldMk cId="1524044050" sldId="1817606786"/>
            <ac:spMk id="359" creationId="{E84B3AB8-00D2-B25F-1204-05C2AAE72BFB}"/>
          </ac:spMkLst>
        </pc:spChg>
        <pc:spChg chg="add del mod modVis">
          <ac:chgData name="Varun Srivatsan" userId="5215c364-4639-494b-a156-0291b7c83c6d" providerId="ADAL" clId="{109E2DF9-1C2A-4103-865E-2669DE7650AC}" dt="2022-11-17T07:42:52.564" v="64141"/>
          <ac:spMkLst>
            <pc:docMk/>
            <pc:sldMk cId="1524044050" sldId="1817606786"/>
            <ac:spMk id="361" creationId="{B52E1159-6BD1-EAFD-9FCC-CFF29CBF9FF0}"/>
          </ac:spMkLst>
        </pc:spChg>
        <pc:spChg chg="add del mod modVis">
          <ac:chgData name="Varun Srivatsan" userId="5215c364-4639-494b-a156-0291b7c83c6d" providerId="ADAL" clId="{109E2DF9-1C2A-4103-865E-2669DE7650AC}" dt="2022-11-17T07:42:51.783" v="64055"/>
          <ac:spMkLst>
            <pc:docMk/>
            <pc:sldMk cId="1524044050" sldId="1817606786"/>
            <ac:spMk id="363" creationId="{C9B0E744-D7BD-8966-D192-298AE3AFEBD4}"/>
          </ac:spMkLst>
        </pc:spChg>
        <pc:spChg chg="add del mod ord replST delST">
          <ac:chgData name="Varun Srivatsan" userId="5215c364-4639-494b-a156-0291b7c83c6d" providerId="ADAL" clId="{109E2DF9-1C2A-4103-865E-2669DE7650AC}" dt="2022-11-17T07:42:51.783" v="64055"/>
          <ac:spMkLst>
            <pc:docMk/>
            <pc:sldMk cId="1524044050" sldId="1817606786"/>
            <ac:spMk id="364" creationId="{D899CF4C-51B7-3576-F07D-2E553283542E}"/>
          </ac:spMkLst>
        </pc:spChg>
        <pc:spChg chg="add del mod replST delST">
          <ac:chgData name="Varun Srivatsan" userId="5215c364-4639-494b-a156-0291b7c83c6d" providerId="ADAL" clId="{109E2DF9-1C2A-4103-865E-2669DE7650AC}" dt="2022-11-17T07:42:51.783" v="64055"/>
          <ac:spMkLst>
            <pc:docMk/>
            <pc:sldMk cId="1524044050" sldId="1817606786"/>
            <ac:spMk id="365" creationId="{92926A9C-2A52-3F3D-B331-A064B9302C33}"/>
          </ac:spMkLst>
        </pc:spChg>
        <pc:spChg chg="add del mod replST delST">
          <ac:chgData name="Varun Srivatsan" userId="5215c364-4639-494b-a156-0291b7c83c6d" providerId="ADAL" clId="{109E2DF9-1C2A-4103-865E-2669DE7650AC}" dt="2022-11-17T07:42:51.783" v="64055"/>
          <ac:spMkLst>
            <pc:docMk/>
            <pc:sldMk cId="1524044050" sldId="1817606786"/>
            <ac:spMk id="366" creationId="{F817FE02-C983-BB23-4678-448891EB2BF7}"/>
          </ac:spMkLst>
        </pc:spChg>
        <pc:spChg chg="add del mod replST delST">
          <ac:chgData name="Varun Srivatsan" userId="5215c364-4639-494b-a156-0291b7c83c6d" providerId="ADAL" clId="{109E2DF9-1C2A-4103-865E-2669DE7650AC}" dt="2022-11-17T07:42:51.783" v="64055"/>
          <ac:spMkLst>
            <pc:docMk/>
            <pc:sldMk cId="1524044050" sldId="1817606786"/>
            <ac:spMk id="367" creationId="{12EC5551-B889-5458-63FD-59011A460B76}"/>
          </ac:spMkLst>
        </pc:spChg>
        <pc:spChg chg="add del mod replST delST">
          <ac:chgData name="Varun Srivatsan" userId="5215c364-4639-494b-a156-0291b7c83c6d" providerId="ADAL" clId="{109E2DF9-1C2A-4103-865E-2669DE7650AC}" dt="2022-11-17T07:42:51.783" v="64055"/>
          <ac:spMkLst>
            <pc:docMk/>
            <pc:sldMk cId="1524044050" sldId="1817606786"/>
            <ac:spMk id="368" creationId="{F0A6213E-0A34-2227-D874-E1ED21B36C5B}"/>
          </ac:spMkLst>
        </pc:spChg>
        <pc:spChg chg="add del mod replST delST">
          <ac:chgData name="Varun Srivatsan" userId="5215c364-4639-494b-a156-0291b7c83c6d" providerId="ADAL" clId="{109E2DF9-1C2A-4103-865E-2669DE7650AC}" dt="2022-11-17T07:42:51.783" v="64055"/>
          <ac:spMkLst>
            <pc:docMk/>
            <pc:sldMk cId="1524044050" sldId="1817606786"/>
            <ac:spMk id="369" creationId="{00181F82-32F4-D50E-AC6F-C06B89259B41}"/>
          </ac:spMkLst>
        </pc:spChg>
        <pc:spChg chg="add del mod replST delST">
          <ac:chgData name="Varun Srivatsan" userId="5215c364-4639-494b-a156-0291b7c83c6d" providerId="ADAL" clId="{109E2DF9-1C2A-4103-865E-2669DE7650AC}" dt="2022-11-17T07:42:51.783" v="64055"/>
          <ac:spMkLst>
            <pc:docMk/>
            <pc:sldMk cId="1524044050" sldId="1817606786"/>
            <ac:spMk id="370" creationId="{5D004A1F-E632-1EDB-DF6E-2A21DE765B1C}"/>
          </ac:spMkLst>
        </pc:spChg>
        <pc:spChg chg="add del mod replST delST">
          <ac:chgData name="Varun Srivatsan" userId="5215c364-4639-494b-a156-0291b7c83c6d" providerId="ADAL" clId="{109E2DF9-1C2A-4103-865E-2669DE7650AC}" dt="2022-11-17T07:42:51.783" v="64055"/>
          <ac:spMkLst>
            <pc:docMk/>
            <pc:sldMk cId="1524044050" sldId="1817606786"/>
            <ac:spMk id="371" creationId="{32FA3562-F6C2-D968-81EC-F559F2056A38}"/>
          </ac:spMkLst>
        </pc:spChg>
        <pc:spChg chg="add del mod replST delST">
          <ac:chgData name="Varun Srivatsan" userId="5215c364-4639-494b-a156-0291b7c83c6d" providerId="ADAL" clId="{109E2DF9-1C2A-4103-865E-2669DE7650AC}" dt="2022-11-17T07:42:51.783" v="64055"/>
          <ac:spMkLst>
            <pc:docMk/>
            <pc:sldMk cId="1524044050" sldId="1817606786"/>
            <ac:spMk id="372" creationId="{452F09C8-5C2D-5490-D165-077B5D13B599}"/>
          </ac:spMkLst>
        </pc:spChg>
        <pc:spChg chg="add del mod replST delST">
          <ac:chgData name="Varun Srivatsan" userId="5215c364-4639-494b-a156-0291b7c83c6d" providerId="ADAL" clId="{109E2DF9-1C2A-4103-865E-2669DE7650AC}" dt="2022-11-17T07:42:51.783" v="64055"/>
          <ac:spMkLst>
            <pc:docMk/>
            <pc:sldMk cId="1524044050" sldId="1817606786"/>
            <ac:spMk id="373" creationId="{9DFDCBD0-5134-DA11-9658-A0AFA1BBEFF3}"/>
          </ac:spMkLst>
        </pc:spChg>
        <pc:spChg chg="add del mod modVis">
          <ac:chgData name="Varun Srivatsan" userId="5215c364-4639-494b-a156-0291b7c83c6d" providerId="ADAL" clId="{109E2DF9-1C2A-4103-865E-2669DE7650AC}" dt="2022-11-17T07:42:50.767" v="63369"/>
          <ac:spMkLst>
            <pc:docMk/>
            <pc:sldMk cId="1524044050" sldId="1817606786"/>
            <ac:spMk id="375" creationId="{D05E2A6E-EAA5-C24C-9B43-02685DFCF6D9}"/>
          </ac:spMkLst>
        </pc:spChg>
        <pc:spChg chg="add del mod ord replST delST">
          <ac:chgData name="Varun Srivatsan" userId="5215c364-4639-494b-a156-0291b7c83c6d" providerId="ADAL" clId="{109E2DF9-1C2A-4103-865E-2669DE7650AC}" dt="2022-11-17T07:42:50.767" v="63369"/>
          <ac:spMkLst>
            <pc:docMk/>
            <pc:sldMk cId="1524044050" sldId="1817606786"/>
            <ac:spMk id="376" creationId="{AF68167D-BD3C-19F4-7239-39A2CB329650}"/>
          </ac:spMkLst>
        </pc:spChg>
        <pc:spChg chg="add del mod replST delST">
          <ac:chgData name="Varun Srivatsan" userId="5215c364-4639-494b-a156-0291b7c83c6d" providerId="ADAL" clId="{109E2DF9-1C2A-4103-865E-2669DE7650AC}" dt="2022-11-17T07:42:50.767" v="63369"/>
          <ac:spMkLst>
            <pc:docMk/>
            <pc:sldMk cId="1524044050" sldId="1817606786"/>
            <ac:spMk id="377" creationId="{DFD166F5-3258-D33D-D9F2-C7E0D05F73E8}"/>
          </ac:spMkLst>
        </pc:spChg>
        <pc:spChg chg="add del mod replST delST">
          <ac:chgData name="Varun Srivatsan" userId="5215c364-4639-494b-a156-0291b7c83c6d" providerId="ADAL" clId="{109E2DF9-1C2A-4103-865E-2669DE7650AC}" dt="2022-11-17T07:42:50.767" v="63369"/>
          <ac:spMkLst>
            <pc:docMk/>
            <pc:sldMk cId="1524044050" sldId="1817606786"/>
            <ac:spMk id="378" creationId="{8CC89BC5-C768-3EB4-E76B-1C9C9C056EC2}"/>
          </ac:spMkLst>
        </pc:spChg>
        <pc:spChg chg="add del mod replST delST">
          <ac:chgData name="Varun Srivatsan" userId="5215c364-4639-494b-a156-0291b7c83c6d" providerId="ADAL" clId="{109E2DF9-1C2A-4103-865E-2669DE7650AC}" dt="2022-11-17T07:42:50.767" v="63369"/>
          <ac:spMkLst>
            <pc:docMk/>
            <pc:sldMk cId="1524044050" sldId="1817606786"/>
            <ac:spMk id="379" creationId="{30555BD9-98D4-EFFB-A4FA-3AC40E89C3C2}"/>
          </ac:spMkLst>
        </pc:spChg>
        <pc:spChg chg="add del mod replST delST">
          <ac:chgData name="Varun Srivatsan" userId="5215c364-4639-494b-a156-0291b7c83c6d" providerId="ADAL" clId="{109E2DF9-1C2A-4103-865E-2669DE7650AC}" dt="2022-11-17T07:42:50.767" v="63369"/>
          <ac:spMkLst>
            <pc:docMk/>
            <pc:sldMk cId="1524044050" sldId="1817606786"/>
            <ac:spMk id="380" creationId="{EEC555BE-7807-15C5-F862-4AF277795798}"/>
          </ac:spMkLst>
        </pc:spChg>
        <pc:spChg chg="add del mod replST delST">
          <ac:chgData name="Varun Srivatsan" userId="5215c364-4639-494b-a156-0291b7c83c6d" providerId="ADAL" clId="{109E2DF9-1C2A-4103-865E-2669DE7650AC}" dt="2022-11-17T07:42:50.767" v="63369"/>
          <ac:spMkLst>
            <pc:docMk/>
            <pc:sldMk cId="1524044050" sldId="1817606786"/>
            <ac:spMk id="381" creationId="{4D0113C3-E8A2-AD3C-FA8C-30AB0F075564}"/>
          </ac:spMkLst>
        </pc:spChg>
        <pc:spChg chg="add del mod replST delST">
          <ac:chgData name="Varun Srivatsan" userId="5215c364-4639-494b-a156-0291b7c83c6d" providerId="ADAL" clId="{109E2DF9-1C2A-4103-865E-2669DE7650AC}" dt="2022-11-17T07:42:50.767" v="63369"/>
          <ac:spMkLst>
            <pc:docMk/>
            <pc:sldMk cId="1524044050" sldId="1817606786"/>
            <ac:spMk id="382" creationId="{4E8067ED-60D2-73B7-0040-610002EE9B2D}"/>
          </ac:spMkLst>
        </pc:spChg>
        <pc:spChg chg="add del mod replST delST">
          <ac:chgData name="Varun Srivatsan" userId="5215c364-4639-494b-a156-0291b7c83c6d" providerId="ADAL" clId="{109E2DF9-1C2A-4103-865E-2669DE7650AC}" dt="2022-11-17T07:42:50.767" v="63369"/>
          <ac:spMkLst>
            <pc:docMk/>
            <pc:sldMk cId="1524044050" sldId="1817606786"/>
            <ac:spMk id="383" creationId="{1C17D982-6846-A6A6-5B09-3C4F38A81450}"/>
          </ac:spMkLst>
        </pc:spChg>
        <pc:spChg chg="add del mod replST delST">
          <ac:chgData name="Varun Srivatsan" userId="5215c364-4639-494b-a156-0291b7c83c6d" providerId="ADAL" clId="{109E2DF9-1C2A-4103-865E-2669DE7650AC}" dt="2022-11-17T07:42:50.767" v="63369"/>
          <ac:spMkLst>
            <pc:docMk/>
            <pc:sldMk cId="1524044050" sldId="1817606786"/>
            <ac:spMk id="384" creationId="{2D75D684-DBC8-68BC-5E58-6F111C82C227}"/>
          </ac:spMkLst>
        </pc:spChg>
        <pc:spChg chg="add del mod replST delST">
          <ac:chgData name="Varun Srivatsan" userId="5215c364-4639-494b-a156-0291b7c83c6d" providerId="ADAL" clId="{109E2DF9-1C2A-4103-865E-2669DE7650AC}" dt="2022-11-17T07:42:50.767" v="63369"/>
          <ac:spMkLst>
            <pc:docMk/>
            <pc:sldMk cId="1524044050" sldId="1817606786"/>
            <ac:spMk id="385" creationId="{2FB36F7B-CA6A-722D-B1FB-AC53A9CE0C5C}"/>
          </ac:spMkLst>
        </pc:spChg>
        <pc:spChg chg="add del mod replST delST">
          <ac:chgData name="Varun Srivatsan" userId="5215c364-4639-494b-a156-0291b7c83c6d" providerId="ADAL" clId="{109E2DF9-1C2A-4103-865E-2669DE7650AC}" dt="2022-11-17T07:42:50.767" v="63369"/>
          <ac:spMkLst>
            <pc:docMk/>
            <pc:sldMk cId="1524044050" sldId="1817606786"/>
            <ac:spMk id="386" creationId="{957BBC2E-128E-279E-1E68-946F4F44D5A1}"/>
          </ac:spMkLst>
        </pc:spChg>
        <pc:spChg chg="add del mod replST delST">
          <ac:chgData name="Varun Srivatsan" userId="5215c364-4639-494b-a156-0291b7c83c6d" providerId="ADAL" clId="{109E2DF9-1C2A-4103-865E-2669DE7650AC}" dt="2022-11-17T07:42:50.767" v="63369"/>
          <ac:spMkLst>
            <pc:docMk/>
            <pc:sldMk cId="1524044050" sldId="1817606786"/>
            <ac:spMk id="387" creationId="{4EBD6690-A5E6-4D5F-2FC5-99FB8FD9A863}"/>
          </ac:spMkLst>
        </pc:spChg>
        <pc:spChg chg="add del mod replST delST">
          <ac:chgData name="Varun Srivatsan" userId="5215c364-4639-494b-a156-0291b7c83c6d" providerId="ADAL" clId="{109E2DF9-1C2A-4103-865E-2669DE7650AC}" dt="2022-11-17T07:42:50.767" v="63369"/>
          <ac:spMkLst>
            <pc:docMk/>
            <pc:sldMk cId="1524044050" sldId="1817606786"/>
            <ac:spMk id="388" creationId="{89C1072B-F415-EF4B-2851-9D6FC9D95E4C}"/>
          </ac:spMkLst>
        </pc:spChg>
        <pc:spChg chg="add del mod modVis">
          <ac:chgData name="Varun Srivatsan" userId="5215c364-4639-494b-a156-0291b7c83c6d" providerId="ADAL" clId="{109E2DF9-1C2A-4103-865E-2669DE7650AC}" dt="2022-11-17T07:42:49.246" v="62518"/>
          <ac:spMkLst>
            <pc:docMk/>
            <pc:sldMk cId="1524044050" sldId="1817606786"/>
            <ac:spMk id="390" creationId="{E05BAF01-CB18-C81E-AA67-E75E238BB9E0}"/>
          </ac:spMkLst>
        </pc:spChg>
        <pc:spChg chg="add del mod ord replST delST">
          <ac:chgData name="Varun Srivatsan" userId="5215c364-4639-494b-a156-0291b7c83c6d" providerId="ADAL" clId="{109E2DF9-1C2A-4103-865E-2669DE7650AC}" dt="2022-11-17T07:42:49.246" v="62518"/>
          <ac:spMkLst>
            <pc:docMk/>
            <pc:sldMk cId="1524044050" sldId="1817606786"/>
            <ac:spMk id="391" creationId="{BC628E46-16BD-7087-6EB2-9A2672C5E984}"/>
          </ac:spMkLst>
        </pc:spChg>
        <pc:spChg chg="add mod replST delST">
          <ac:chgData name="Varun Srivatsan" userId="5215c364-4639-494b-a156-0291b7c83c6d" providerId="ADAL" clId="{109E2DF9-1C2A-4103-865E-2669DE7650AC}" dt="2022-11-17T07:42:49.246" v="62518"/>
          <ac:spMkLst>
            <pc:docMk/>
            <pc:sldMk cId="1524044050" sldId="1817606786"/>
            <ac:spMk id="392" creationId="{4AE7D51A-7D9F-2747-F640-FD1E0B37A93A}"/>
          </ac:spMkLst>
        </pc:spChg>
        <pc:spChg chg="add mod replST delST">
          <ac:chgData name="Varun Srivatsan" userId="5215c364-4639-494b-a156-0291b7c83c6d" providerId="ADAL" clId="{109E2DF9-1C2A-4103-865E-2669DE7650AC}" dt="2022-11-17T07:42:49.246" v="62518"/>
          <ac:spMkLst>
            <pc:docMk/>
            <pc:sldMk cId="1524044050" sldId="1817606786"/>
            <ac:spMk id="393" creationId="{D2340AE0-C67D-C545-1E76-562BE72316DE}"/>
          </ac:spMkLst>
        </pc:spChg>
        <pc:spChg chg="add mod replST delST">
          <ac:chgData name="Varun Srivatsan" userId="5215c364-4639-494b-a156-0291b7c83c6d" providerId="ADAL" clId="{109E2DF9-1C2A-4103-865E-2669DE7650AC}" dt="2022-11-17T07:42:49.246" v="62518"/>
          <ac:spMkLst>
            <pc:docMk/>
            <pc:sldMk cId="1524044050" sldId="1817606786"/>
            <ac:spMk id="394" creationId="{8A368E14-DE24-53B8-F05D-4833D8BA04C4}"/>
          </ac:spMkLst>
        </pc:spChg>
        <pc:spChg chg="add mod replST delST">
          <ac:chgData name="Varun Srivatsan" userId="5215c364-4639-494b-a156-0291b7c83c6d" providerId="ADAL" clId="{109E2DF9-1C2A-4103-865E-2669DE7650AC}" dt="2022-11-17T07:42:49.246" v="62518"/>
          <ac:spMkLst>
            <pc:docMk/>
            <pc:sldMk cId="1524044050" sldId="1817606786"/>
            <ac:spMk id="395" creationId="{FCF5F59A-03B3-FA55-42B3-728E7049D2F3}"/>
          </ac:spMkLst>
        </pc:spChg>
        <pc:spChg chg="add mod replST delST">
          <ac:chgData name="Varun Srivatsan" userId="5215c364-4639-494b-a156-0291b7c83c6d" providerId="ADAL" clId="{109E2DF9-1C2A-4103-865E-2669DE7650AC}" dt="2022-11-17T07:42:49.246" v="62518"/>
          <ac:spMkLst>
            <pc:docMk/>
            <pc:sldMk cId="1524044050" sldId="1817606786"/>
            <ac:spMk id="396" creationId="{2F52FEE5-04D4-BA7D-525E-BE8D1CECE442}"/>
          </ac:spMkLst>
        </pc:spChg>
        <pc:spChg chg="add mod replST delST">
          <ac:chgData name="Varun Srivatsan" userId="5215c364-4639-494b-a156-0291b7c83c6d" providerId="ADAL" clId="{109E2DF9-1C2A-4103-865E-2669DE7650AC}" dt="2022-11-17T07:42:49.246" v="62518"/>
          <ac:spMkLst>
            <pc:docMk/>
            <pc:sldMk cId="1524044050" sldId="1817606786"/>
            <ac:spMk id="397" creationId="{699835F3-19DA-E4E3-148E-FCAEEC264C28}"/>
          </ac:spMkLst>
        </pc:spChg>
        <pc:spChg chg="add mod replST delST">
          <ac:chgData name="Varun Srivatsan" userId="5215c364-4639-494b-a156-0291b7c83c6d" providerId="ADAL" clId="{109E2DF9-1C2A-4103-865E-2669DE7650AC}" dt="2022-11-17T07:42:49.246" v="62518"/>
          <ac:spMkLst>
            <pc:docMk/>
            <pc:sldMk cId="1524044050" sldId="1817606786"/>
            <ac:spMk id="398" creationId="{B8BA8A34-E428-CED2-1ED6-D4DEE259F150}"/>
          </ac:spMkLst>
        </pc:spChg>
        <pc:spChg chg="add mod replST delST">
          <ac:chgData name="Varun Srivatsan" userId="5215c364-4639-494b-a156-0291b7c83c6d" providerId="ADAL" clId="{109E2DF9-1C2A-4103-865E-2669DE7650AC}" dt="2022-11-17T07:42:49.246" v="62518"/>
          <ac:spMkLst>
            <pc:docMk/>
            <pc:sldMk cId="1524044050" sldId="1817606786"/>
            <ac:spMk id="399" creationId="{17349611-A646-E8F5-D262-85EBB288D8E4}"/>
          </ac:spMkLst>
        </pc:spChg>
        <pc:spChg chg="add mod replST delST">
          <ac:chgData name="Varun Srivatsan" userId="5215c364-4639-494b-a156-0291b7c83c6d" providerId="ADAL" clId="{109E2DF9-1C2A-4103-865E-2669DE7650AC}" dt="2022-11-17T07:42:49.246" v="62518"/>
          <ac:spMkLst>
            <pc:docMk/>
            <pc:sldMk cId="1524044050" sldId="1817606786"/>
            <ac:spMk id="400" creationId="{A612C2A4-8375-A7D9-A216-8D2AE2DB5220}"/>
          </ac:spMkLst>
        </pc:spChg>
        <pc:spChg chg="add del mod modVis">
          <ac:chgData name="Varun Srivatsan" userId="5215c364-4639-494b-a156-0291b7c83c6d" providerId="ADAL" clId="{109E2DF9-1C2A-4103-865E-2669DE7650AC}" dt="2022-11-17T07:42:41.650" v="60443" actId="962"/>
          <ac:spMkLst>
            <pc:docMk/>
            <pc:sldMk cId="1524044050" sldId="1817606786"/>
            <ac:spMk id="402" creationId="{38445901-9FEE-5E5E-8DCF-CDCF22553C3A}"/>
          </ac:spMkLst>
        </pc:spChg>
        <pc:spChg chg="add mod ord replST delST">
          <ac:chgData name="Varun Srivatsan" userId="5215c364-4639-494b-a156-0291b7c83c6d" providerId="ADAL" clId="{109E2DF9-1C2A-4103-865E-2669DE7650AC}" dt="2022-11-17T07:42:41.605" v="60308" actId="20577"/>
          <ac:spMkLst>
            <pc:docMk/>
            <pc:sldMk cId="1524044050" sldId="1817606786"/>
            <ac:spMk id="403" creationId="{B8D6273E-FFA5-F22F-2939-155F765F9869}"/>
          </ac:spMkLst>
        </pc:spChg>
        <pc:spChg chg="add del mod modVis">
          <ac:chgData name="Varun Srivatsan" userId="5215c364-4639-494b-a156-0291b7c83c6d" providerId="ADAL" clId="{109E2DF9-1C2A-4103-865E-2669DE7650AC}" dt="2022-11-17T07:42:40.391" v="60036"/>
          <ac:spMkLst>
            <pc:docMk/>
            <pc:sldMk cId="1524044050" sldId="1817606786"/>
            <ac:spMk id="418" creationId="{9BE43499-1E07-C971-AB63-016FB07AE1F2}"/>
          </ac:spMkLst>
        </pc:spChg>
        <pc:spChg chg="add del mod modVis">
          <ac:chgData name="Varun Srivatsan" userId="5215c364-4639-494b-a156-0291b7c83c6d" providerId="ADAL" clId="{109E2DF9-1C2A-4103-865E-2669DE7650AC}" dt="2022-11-17T07:43:25.572" v="67696"/>
          <ac:spMkLst>
            <pc:docMk/>
            <pc:sldMk cId="1524044050" sldId="1817606786"/>
            <ac:spMk id="420" creationId="{AEE9336B-9090-5B67-D477-4332D1B0F9CF}"/>
          </ac:spMkLst>
        </pc:spChg>
        <pc:spChg chg="add del mod modVis">
          <ac:chgData name="Varun Srivatsan" userId="5215c364-4639-494b-a156-0291b7c83c6d" providerId="ADAL" clId="{109E2DF9-1C2A-4103-865E-2669DE7650AC}" dt="2022-11-17T07:43:29.780" v="68212"/>
          <ac:spMkLst>
            <pc:docMk/>
            <pc:sldMk cId="1524044050" sldId="1817606786"/>
            <ac:spMk id="423" creationId="{5F1EDFC7-3FF1-B638-965F-F88135B3A1DE}"/>
          </ac:spMkLst>
        </pc:spChg>
        <pc:spChg chg="add del mod ord replST">
          <ac:chgData name="Varun Srivatsan" userId="5215c364-4639-494b-a156-0291b7c83c6d" providerId="ADAL" clId="{109E2DF9-1C2A-4103-865E-2669DE7650AC}" dt="2022-11-17T07:49:16.487" v="89734"/>
          <ac:spMkLst>
            <pc:docMk/>
            <pc:sldMk cId="1524044050" sldId="1817606786"/>
            <ac:spMk id="424" creationId="{A455A271-0C63-4587-ACA9-97F73FEC2974}"/>
          </ac:spMkLst>
        </pc:spChg>
        <pc:spChg chg="add mod replST">
          <ac:chgData name="Varun Srivatsan" userId="5215c364-4639-494b-a156-0291b7c83c6d" providerId="ADAL" clId="{109E2DF9-1C2A-4103-865E-2669DE7650AC}" dt="2022-11-17T07:50:05.425" v="93399"/>
          <ac:spMkLst>
            <pc:docMk/>
            <pc:sldMk cId="1524044050" sldId="1817606786"/>
            <ac:spMk id="438" creationId="{6A34C5D9-DA97-2687-F6DD-708BF074C1C8}"/>
          </ac:spMkLst>
        </pc:spChg>
        <pc:spChg chg="add del mod modVis">
          <ac:chgData name="Varun Srivatsan" userId="5215c364-4639-494b-a156-0291b7c83c6d" providerId="ADAL" clId="{109E2DF9-1C2A-4103-865E-2669DE7650AC}" dt="2022-11-17T07:43:44.463" v="68478"/>
          <ac:spMkLst>
            <pc:docMk/>
            <pc:sldMk cId="1524044050" sldId="1817606786"/>
            <ac:spMk id="439" creationId="{C9F2BEFF-874B-E5B3-E254-A87D625904B1}"/>
          </ac:spMkLst>
        </pc:spChg>
        <pc:spChg chg="add del mod replST">
          <ac:chgData name="Varun Srivatsan" userId="5215c364-4639-494b-a156-0291b7c83c6d" providerId="ADAL" clId="{109E2DF9-1C2A-4103-865E-2669DE7650AC}" dt="2022-11-17T07:43:47.146" v="68721"/>
          <ac:spMkLst>
            <pc:docMk/>
            <pc:sldMk cId="1524044050" sldId="1817606786"/>
            <ac:spMk id="440" creationId="{C228EE54-8968-EC05-ED82-4FDF5B84E577}"/>
          </ac:spMkLst>
        </pc:spChg>
        <pc:spChg chg="add del mod modVis">
          <ac:chgData name="Varun Srivatsan" userId="5215c364-4639-494b-a156-0291b7c83c6d" providerId="ADAL" clId="{109E2DF9-1C2A-4103-865E-2669DE7650AC}" dt="2022-11-17T07:43:46.328" v="68641"/>
          <ac:spMkLst>
            <pc:docMk/>
            <pc:sldMk cId="1524044050" sldId="1817606786"/>
            <ac:spMk id="442" creationId="{1FDE948C-1E05-70E5-F9D2-3B098AB46351}"/>
          </ac:spMkLst>
        </pc:spChg>
        <pc:spChg chg="add del mod modVis">
          <ac:chgData name="Varun Srivatsan" userId="5215c364-4639-494b-a156-0291b7c83c6d" providerId="ADAL" clId="{109E2DF9-1C2A-4103-865E-2669DE7650AC}" dt="2022-11-17T07:43:47.232" v="68804"/>
          <ac:spMkLst>
            <pc:docMk/>
            <pc:sldMk cId="1524044050" sldId="1817606786"/>
            <ac:spMk id="444" creationId="{3D4F0F8F-B527-E7FA-7149-099BED9697E6}"/>
          </ac:spMkLst>
        </pc:spChg>
        <pc:spChg chg="add del mod modVis">
          <ac:chgData name="Varun Srivatsan" userId="5215c364-4639-494b-a156-0291b7c83c6d" providerId="ADAL" clId="{109E2DF9-1C2A-4103-865E-2669DE7650AC}" dt="2022-11-17T07:44:07.644" v="72072"/>
          <ac:spMkLst>
            <pc:docMk/>
            <pc:sldMk cId="1524044050" sldId="1817606786"/>
            <ac:spMk id="446" creationId="{A1026AFB-5770-1B97-60CC-16D338CCDFFB}"/>
          </ac:spMkLst>
        </pc:spChg>
        <pc:spChg chg="add del mod modVis">
          <ac:chgData name="Varun Srivatsan" userId="5215c364-4639-494b-a156-0291b7c83c6d" providerId="ADAL" clId="{109E2DF9-1C2A-4103-865E-2669DE7650AC}" dt="2022-11-17T07:44:06.748" v="71973"/>
          <ac:spMkLst>
            <pc:docMk/>
            <pc:sldMk cId="1524044050" sldId="1817606786"/>
            <ac:spMk id="448" creationId="{1B34CCC3-867B-6F62-80A6-5CFC7D07B84D}"/>
          </ac:spMkLst>
        </pc:spChg>
        <pc:spChg chg="add del mod replST delST">
          <ac:chgData name="Varun Srivatsan" userId="5215c364-4639-494b-a156-0291b7c83c6d" providerId="ADAL" clId="{109E2DF9-1C2A-4103-865E-2669DE7650AC}" dt="2022-11-17T07:44:06.748" v="71973"/>
          <ac:spMkLst>
            <pc:docMk/>
            <pc:sldMk cId="1524044050" sldId="1817606786"/>
            <ac:spMk id="449" creationId="{6F97FF65-4170-0126-77CD-E03864107DF4}"/>
          </ac:spMkLst>
        </pc:spChg>
        <pc:spChg chg="add del mod modVis">
          <ac:chgData name="Varun Srivatsan" userId="5215c364-4639-494b-a156-0291b7c83c6d" providerId="ADAL" clId="{109E2DF9-1C2A-4103-865E-2669DE7650AC}" dt="2022-11-17T07:44:06.748" v="71973"/>
          <ac:spMkLst>
            <pc:docMk/>
            <pc:sldMk cId="1524044050" sldId="1817606786"/>
            <ac:spMk id="451" creationId="{E4768A57-03A8-731A-A127-B906538F0F73}"/>
          </ac:spMkLst>
        </pc:spChg>
        <pc:spChg chg="add mod replST delST">
          <ac:chgData name="Varun Srivatsan" userId="5215c364-4639-494b-a156-0291b7c83c6d" providerId="ADAL" clId="{109E2DF9-1C2A-4103-865E-2669DE7650AC}" dt="2022-11-17T07:44:06.748" v="71973"/>
          <ac:spMkLst>
            <pc:docMk/>
            <pc:sldMk cId="1524044050" sldId="1817606786"/>
            <ac:spMk id="452" creationId="{D901E2C1-1A8B-1AA6-E269-2DD2DAEABFCF}"/>
          </ac:spMkLst>
        </pc:spChg>
        <pc:spChg chg="add del mod modVis">
          <ac:chgData name="Varun Srivatsan" userId="5215c364-4639-494b-a156-0291b7c83c6d" providerId="ADAL" clId="{109E2DF9-1C2A-4103-865E-2669DE7650AC}" dt="2022-11-17T07:44:05.661" v="71642"/>
          <ac:spMkLst>
            <pc:docMk/>
            <pc:sldMk cId="1524044050" sldId="1817606786"/>
            <ac:spMk id="454" creationId="{952B61C8-69FD-FC56-2C47-E308C74BB29F}"/>
          </ac:spMkLst>
        </pc:spChg>
        <pc:spChg chg="add mod replST delST">
          <ac:chgData name="Varun Srivatsan" userId="5215c364-4639-494b-a156-0291b7c83c6d" providerId="ADAL" clId="{109E2DF9-1C2A-4103-865E-2669DE7650AC}" dt="2022-11-17T07:44:05.661" v="71642"/>
          <ac:spMkLst>
            <pc:docMk/>
            <pc:sldMk cId="1524044050" sldId="1817606786"/>
            <ac:spMk id="455" creationId="{15976400-B84F-F810-373F-8B6E273B0874}"/>
          </ac:spMkLst>
        </pc:spChg>
        <pc:spChg chg="add mod replST delST">
          <ac:chgData name="Varun Srivatsan" userId="5215c364-4639-494b-a156-0291b7c83c6d" providerId="ADAL" clId="{109E2DF9-1C2A-4103-865E-2669DE7650AC}" dt="2022-11-17T07:44:05.661" v="71642"/>
          <ac:spMkLst>
            <pc:docMk/>
            <pc:sldMk cId="1524044050" sldId="1817606786"/>
            <ac:spMk id="456" creationId="{1A86D70C-5859-4AB8-460E-CA6E01592E98}"/>
          </ac:spMkLst>
        </pc:spChg>
        <pc:spChg chg="add mod replST delST">
          <ac:chgData name="Varun Srivatsan" userId="5215c364-4639-494b-a156-0291b7c83c6d" providerId="ADAL" clId="{109E2DF9-1C2A-4103-865E-2669DE7650AC}" dt="2022-11-17T07:44:05.661" v="71642"/>
          <ac:spMkLst>
            <pc:docMk/>
            <pc:sldMk cId="1524044050" sldId="1817606786"/>
            <ac:spMk id="457" creationId="{006AC781-7BAB-5450-C6C6-69FE32B98C3B}"/>
          </ac:spMkLst>
        </pc:spChg>
        <pc:spChg chg="add mod replST delST">
          <ac:chgData name="Varun Srivatsan" userId="5215c364-4639-494b-a156-0291b7c83c6d" providerId="ADAL" clId="{109E2DF9-1C2A-4103-865E-2669DE7650AC}" dt="2022-11-17T07:44:05.661" v="71642"/>
          <ac:spMkLst>
            <pc:docMk/>
            <pc:sldMk cId="1524044050" sldId="1817606786"/>
            <ac:spMk id="458" creationId="{9A353D92-F264-C5D5-906C-3A24E508F245}"/>
          </ac:spMkLst>
        </pc:spChg>
        <pc:spChg chg="add mod replST delST">
          <ac:chgData name="Varun Srivatsan" userId="5215c364-4639-494b-a156-0291b7c83c6d" providerId="ADAL" clId="{109E2DF9-1C2A-4103-865E-2669DE7650AC}" dt="2022-11-17T07:44:05.661" v="71642"/>
          <ac:spMkLst>
            <pc:docMk/>
            <pc:sldMk cId="1524044050" sldId="1817606786"/>
            <ac:spMk id="459" creationId="{15E94D6E-63E2-8936-5318-01DCC025CF02}"/>
          </ac:spMkLst>
        </pc:spChg>
        <pc:spChg chg="add mod replST delST">
          <ac:chgData name="Varun Srivatsan" userId="5215c364-4639-494b-a156-0291b7c83c6d" providerId="ADAL" clId="{109E2DF9-1C2A-4103-865E-2669DE7650AC}" dt="2022-11-17T07:44:05.661" v="71642"/>
          <ac:spMkLst>
            <pc:docMk/>
            <pc:sldMk cId="1524044050" sldId="1817606786"/>
            <ac:spMk id="460" creationId="{CEE6E8EB-D0C5-3A24-7BE9-6A2AFD54CD39}"/>
          </ac:spMkLst>
        </pc:spChg>
        <pc:spChg chg="add mod replST delST">
          <ac:chgData name="Varun Srivatsan" userId="5215c364-4639-494b-a156-0291b7c83c6d" providerId="ADAL" clId="{109E2DF9-1C2A-4103-865E-2669DE7650AC}" dt="2022-11-17T07:44:05.661" v="71642"/>
          <ac:spMkLst>
            <pc:docMk/>
            <pc:sldMk cId="1524044050" sldId="1817606786"/>
            <ac:spMk id="461" creationId="{8E0244A9-251E-2787-563D-D924F66FBEFD}"/>
          </ac:spMkLst>
        </pc:spChg>
        <pc:spChg chg="add mod replST delST">
          <ac:chgData name="Varun Srivatsan" userId="5215c364-4639-494b-a156-0291b7c83c6d" providerId="ADAL" clId="{109E2DF9-1C2A-4103-865E-2669DE7650AC}" dt="2022-11-17T07:44:05.661" v="71642"/>
          <ac:spMkLst>
            <pc:docMk/>
            <pc:sldMk cId="1524044050" sldId="1817606786"/>
            <ac:spMk id="462" creationId="{71F53F00-6F2C-1E2E-E1DD-52AF31B91AC9}"/>
          </ac:spMkLst>
        </pc:spChg>
        <pc:spChg chg="add mod replST delST">
          <ac:chgData name="Varun Srivatsan" userId="5215c364-4639-494b-a156-0291b7c83c6d" providerId="ADAL" clId="{109E2DF9-1C2A-4103-865E-2669DE7650AC}" dt="2022-11-17T07:44:05.661" v="71642"/>
          <ac:spMkLst>
            <pc:docMk/>
            <pc:sldMk cId="1524044050" sldId="1817606786"/>
            <ac:spMk id="463" creationId="{DB4500D6-2F98-67E6-3D2F-3D586C9CEC63}"/>
          </ac:spMkLst>
        </pc:spChg>
        <pc:spChg chg="add mod replST delST">
          <ac:chgData name="Varun Srivatsan" userId="5215c364-4639-494b-a156-0291b7c83c6d" providerId="ADAL" clId="{109E2DF9-1C2A-4103-865E-2669DE7650AC}" dt="2022-11-17T07:44:05.661" v="71642"/>
          <ac:spMkLst>
            <pc:docMk/>
            <pc:sldMk cId="1524044050" sldId="1817606786"/>
            <ac:spMk id="464" creationId="{DC474EDF-7E99-8D16-FB9B-67F820F9F359}"/>
          </ac:spMkLst>
        </pc:spChg>
        <pc:spChg chg="add mod replST delST">
          <ac:chgData name="Varun Srivatsan" userId="5215c364-4639-494b-a156-0291b7c83c6d" providerId="ADAL" clId="{109E2DF9-1C2A-4103-865E-2669DE7650AC}" dt="2022-11-17T07:44:05.661" v="71642"/>
          <ac:spMkLst>
            <pc:docMk/>
            <pc:sldMk cId="1524044050" sldId="1817606786"/>
            <ac:spMk id="465" creationId="{0B8E124C-BA1B-16B6-305E-88C4CE11283E}"/>
          </ac:spMkLst>
        </pc:spChg>
        <pc:spChg chg="add del mod modVis">
          <ac:chgData name="Varun Srivatsan" userId="5215c364-4639-494b-a156-0291b7c83c6d" providerId="ADAL" clId="{109E2DF9-1C2A-4103-865E-2669DE7650AC}" dt="2022-11-17T07:44:05.661" v="71642"/>
          <ac:spMkLst>
            <pc:docMk/>
            <pc:sldMk cId="1524044050" sldId="1817606786"/>
            <ac:spMk id="467" creationId="{B4AED756-89C6-4273-7607-8C5EEA42D6CF}"/>
          </ac:spMkLst>
        </pc:spChg>
        <pc:spChg chg="add del mod modVis">
          <ac:chgData name="Varun Srivatsan" userId="5215c364-4639-494b-a156-0291b7c83c6d" providerId="ADAL" clId="{109E2DF9-1C2A-4103-865E-2669DE7650AC}" dt="2022-11-17T07:44:12.557" v="72824"/>
          <ac:spMkLst>
            <pc:docMk/>
            <pc:sldMk cId="1524044050" sldId="1817606786"/>
            <ac:spMk id="469" creationId="{95C42362-802E-C52E-1D90-C5434592885E}"/>
          </ac:spMkLst>
        </pc:spChg>
        <pc:spChg chg="add del mod replST">
          <ac:chgData name="Varun Srivatsan" userId="5215c364-4639-494b-a156-0291b7c83c6d" providerId="ADAL" clId="{109E2DF9-1C2A-4103-865E-2669DE7650AC}" dt="2022-11-17T07:49:34.457" v="91093"/>
          <ac:spMkLst>
            <pc:docMk/>
            <pc:sldMk cId="1524044050" sldId="1817606786"/>
            <ac:spMk id="470" creationId="{4A22C09F-CEE1-02F2-6849-94968D3BB3F2}"/>
          </ac:spMkLst>
        </pc:spChg>
        <pc:spChg chg="add del mod modVis">
          <ac:chgData name="Varun Srivatsan" userId="5215c364-4639-494b-a156-0291b7c83c6d" providerId="ADAL" clId="{109E2DF9-1C2A-4103-865E-2669DE7650AC}" dt="2022-11-17T07:44:41.772" v="76591"/>
          <ac:spMkLst>
            <pc:docMk/>
            <pc:sldMk cId="1524044050" sldId="1817606786"/>
            <ac:spMk id="472" creationId="{C68976DF-9A8E-2F33-B18E-220CF6355B18}"/>
          </ac:spMkLst>
        </pc:spChg>
        <pc:spChg chg="add del mod replST delST">
          <ac:chgData name="Varun Srivatsan" userId="5215c364-4639-494b-a156-0291b7c83c6d" providerId="ADAL" clId="{109E2DF9-1C2A-4103-865E-2669DE7650AC}" dt="2022-11-17T07:49:18.812" v="89893"/>
          <ac:spMkLst>
            <pc:docMk/>
            <pc:sldMk cId="1524044050" sldId="1817606786"/>
            <ac:spMk id="473" creationId="{1ECA3CB7-FF0A-0BF4-FBCF-7C9FD56F0B67}"/>
          </ac:spMkLst>
        </pc:spChg>
        <pc:spChg chg="add del mod replST delST">
          <ac:chgData name="Varun Srivatsan" userId="5215c364-4639-494b-a156-0291b7c83c6d" providerId="ADAL" clId="{109E2DF9-1C2A-4103-865E-2669DE7650AC}" dt="2022-11-17T07:49:20.986" v="90050"/>
          <ac:spMkLst>
            <pc:docMk/>
            <pc:sldMk cId="1524044050" sldId="1817606786"/>
            <ac:spMk id="474" creationId="{54777207-0223-0B07-E94F-34D5EFC493D2}"/>
          </ac:spMkLst>
        </pc:spChg>
        <pc:spChg chg="add del mod replST delST">
          <ac:chgData name="Varun Srivatsan" userId="5215c364-4639-494b-a156-0291b7c83c6d" providerId="ADAL" clId="{109E2DF9-1C2A-4103-865E-2669DE7650AC}" dt="2022-11-17T07:49:22.773" v="90205"/>
          <ac:spMkLst>
            <pc:docMk/>
            <pc:sldMk cId="1524044050" sldId="1817606786"/>
            <ac:spMk id="475" creationId="{FEFC6392-3041-159D-8F11-56830460FB9A}"/>
          </ac:spMkLst>
        </pc:spChg>
        <pc:spChg chg="add del mod replST delST">
          <ac:chgData name="Varun Srivatsan" userId="5215c364-4639-494b-a156-0291b7c83c6d" providerId="ADAL" clId="{109E2DF9-1C2A-4103-865E-2669DE7650AC}" dt="2022-11-17T07:49:24.642" v="90358"/>
          <ac:spMkLst>
            <pc:docMk/>
            <pc:sldMk cId="1524044050" sldId="1817606786"/>
            <ac:spMk id="476" creationId="{B829A980-546D-9F87-A89A-8DE5A1427626}"/>
          </ac:spMkLst>
        </pc:spChg>
        <pc:spChg chg="add del mod replST delST">
          <ac:chgData name="Varun Srivatsan" userId="5215c364-4639-494b-a156-0291b7c83c6d" providerId="ADAL" clId="{109E2DF9-1C2A-4103-865E-2669DE7650AC}" dt="2022-11-17T07:48:11.163" v="81799"/>
          <ac:spMkLst>
            <pc:docMk/>
            <pc:sldMk cId="1524044050" sldId="1817606786"/>
            <ac:spMk id="477" creationId="{BC05E5BF-73F0-60DF-1D0A-60F3BF78B640}"/>
          </ac:spMkLst>
        </pc:spChg>
        <pc:spChg chg="add del mod replST delST">
          <ac:chgData name="Varun Srivatsan" userId="5215c364-4639-494b-a156-0291b7c83c6d" providerId="ADAL" clId="{109E2DF9-1C2A-4103-865E-2669DE7650AC}" dt="2022-11-17T07:49:26.474" v="90509"/>
          <ac:spMkLst>
            <pc:docMk/>
            <pc:sldMk cId="1524044050" sldId="1817606786"/>
            <ac:spMk id="478" creationId="{662EF352-6D96-69E7-3789-83B62D9DE535}"/>
          </ac:spMkLst>
        </pc:spChg>
        <pc:spChg chg="add del mod replST delST">
          <ac:chgData name="Varun Srivatsan" userId="5215c364-4639-494b-a156-0291b7c83c6d" providerId="ADAL" clId="{109E2DF9-1C2A-4103-865E-2669DE7650AC}" dt="2022-11-17T07:49:28.306" v="90658"/>
          <ac:spMkLst>
            <pc:docMk/>
            <pc:sldMk cId="1524044050" sldId="1817606786"/>
            <ac:spMk id="479" creationId="{EE0368B5-E917-D448-2BFA-C36F3AA94EB9}"/>
          </ac:spMkLst>
        </pc:spChg>
        <pc:spChg chg="add del mod replST delST">
          <ac:chgData name="Varun Srivatsan" userId="5215c364-4639-494b-a156-0291b7c83c6d" providerId="ADAL" clId="{109E2DF9-1C2A-4103-865E-2669DE7650AC}" dt="2022-11-17T07:49:30.460" v="90805"/>
          <ac:spMkLst>
            <pc:docMk/>
            <pc:sldMk cId="1524044050" sldId="1817606786"/>
            <ac:spMk id="480" creationId="{9A3F9AD3-7984-9ED2-1A2A-6FBA673B6DC6}"/>
          </ac:spMkLst>
        </pc:spChg>
        <pc:spChg chg="add del mod replST delST">
          <ac:chgData name="Varun Srivatsan" userId="5215c364-4639-494b-a156-0291b7c83c6d" providerId="ADAL" clId="{109E2DF9-1C2A-4103-865E-2669DE7650AC}" dt="2022-11-17T07:49:32.578" v="90950"/>
          <ac:spMkLst>
            <pc:docMk/>
            <pc:sldMk cId="1524044050" sldId="1817606786"/>
            <ac:spMk id="481" creationId="{DA107BF9-3705-E7AE-1035-D0C33A1765E9}"/>
          </ac:spMkLst>
        </pc:spChg>
        <pc:spChg chg="add del mod replST delST">
          <ac:chgData name="Varun Srivatsan" userId="5215c364-4639-494b-a156-0291b7c83c6d" providerId="ADAL" clId="{109E2DF9-1C2A-4103-865E-2669DE7650AC}" dt="2022-11-17T08:04:04.323" v="94829"/>
          <ac:spMkLst>
            <pc:docMk/>
            <pc:sldMk cId="1524044050" sldId="1817606786"/>
            <ac:spMk id="482" creationId="{C61F41D6-B0C7-4C00-1253-DB146C45851C}"/>
          </ac:spMkLst>
        </pc:spChg>
        <pc:spChg chg="add del mod replST delST">
          <ac:chgData name="Varun Srivatsan" userId="5215c364-4639-494b-a156-0291b7c83c6d" providerId="ADAL" clId="{109E2DF9-1C2A-4103-865E-2669DE7650AC}" dt="2022-11-17T08:04:05.193" v="94901"/>
          <ac:spMkLst>
            <pc:docMk/>
            <pc:sldMk cId="1524044050" sldId="1817606786"/>
            <ac:spMk id="483" creationId="{87AEE5B6-B342-267F-C8D1-F6D1FAD009C9}"/>
          </ac:spMkLst>
        </pc:spChg>
        <pc:spChg chg="add del mod replST delST">
          <ac:chgData name="Varun Srivatsan" userId="5215c364-4639-494b-a156-0291b7c83c6d" providerId="ADAL" clId="{109E2DF9-1C2A-4103-865E-2669DE7650AC}" dt="2022-11-17T08:04:05.986" v="94974"/>
          <ac:spMkLst>
            <pc:docMk/>
            <pc:sldMk cId="1524044050" sldId="1817606786"/>
            <ac:spMk id="484" creationId="{6041A1B1-D37F-66D0-2AD0-BB35683E4FBE}"/>
          </ac:spMkLst>
        </pc:spChg>
        <pc:spChg chg="add del mod modVis">
          <ac:chgData name="Varun Srivatsan" userId="5215c364-4639-494b-a156-0291b7c83c6d" providerId="ADAL" clId="{109E2DF9-1C2A-4103-865E-2669DE7650AC}" dt="2022-11-17T07:44:41.772" v="76591"/>
          <ac:spMkLst>
            <pc:docMk/>
            <pc:sldMk cId="1524044050" sldId="1817606786"/>
            <ac:spMk id="486" creationId="{9F5E826A-1977-0FFB-F756-8686962E7004}"/>
          </ac:spMkLst>
        </pc:spChg>
        <pc:spChg chg="add del mod modVis">
          <ac:chgData name="Varun Srivatsan" userId="5215c364-4639-494b-a156-0291b7c83c6d" providerId="ADAL" clId="{109E2DF9-1C2A-4103-865E-2669DE7650AC}" dt="2022-11-17T07:44:41.772" v="76591"/>
          <ac:spMkLst>
            <pc:docMk/>
            <pc:sldMk cId="1524044050" sldId="1817606786"/>
            <ac:spMk id="488" creationId="{275191D4-41FB-EFEE-60AA-BC75C6EB35D4}"/>
          </ac:spMkLst>
        </pc:spChg>
        <pc:spChg chg="add del mod modVis">
          <ac:chgData name="Varun Srivatsan" userId="5215c364-4639-494b-a156-0291b7c83c6d" providerId="ADAL" clId="{109E2DF9-1C2A-4103-865E-2669DE7650AC}" dt="2022-11-17T07:44:41.772" v="76591"/>
          <ac:spMkLst>
            <pc:docMk/>
            <pc:sldMk cId="1524044050" sldId="1817606786"/>
            <ac:spMk id="490" creationId="{9EF13F70-1357-C85E-85FE-AF6CD241FFB3}"/>
          </ac:spMkLst>
        </pc:spChg>
        <pc:spChg chg="add del mod modVis">
          <ac:chgData name="Varun Srivatsan" userId="5215c364-4639-494b-a156-0291b7c83c6d" providerId="ADAL" clId="{109E2DF9-1C2A-4103-865E-2669DE7650AC}" dt="2022-11-17T07:44:46.838" v="76933"/>
          <ac:spMkLst>
            <pc:docMk/>
            <pc:sldMk cId="1524044050" sldId="1817606786"/>
            <ac:spMk id="492" creationId="{46F67A4C-560B-C32B-7EF8-1DE40E138A50}"/>
          </ac:spMkLst>
        </pc:spChg>
        <pc:spChg chg="add del mod modVis">
          <ac:chgData name="Varun Srivatsan" userId="5215c364-4639-494b-a156-0291b7c83c6d" providerId="ADAL" clId="{109E2DF9-1C2A-4103-865E-2669DE7650AC}" dt="2022-11-17T07:44:48.309" v="77095"/>
          <ac:spMkLst>
            <pc:docMk/>
            <pc:sldMk cId="1524044050" sldId="1817606786"/>
            <ac:spMk id="494" creationId="{BA271360-FDE9-E1EC-33D1-5B85DDD10EE7}"/>
          </ac:spMkLst>
        </pc:spChg>
        <pc:spChg chg="add del mod modVis">
          <ac:chgData name="Varun Srivatsan" userId="5215c364-4639-494b-a156-0291b7c83c6d" providerId="ADAL" clId="{109E2DF9-1C2A-4103-865E-2669DE7650AC}" dt="2022-11-17T07:44:50.426" v="77257"/>
          <ac:spMkLst>
            <pc:docMk/>
            <pc:sldMk cId="1524044050" sldId="1817606786"/>
            <ac:spMk id="496" creationId="{FE2344E0-0A08-3E74-438D-B97F7E3ACE7B}"/>
          </ac:spMkLst>
        </pc:spChg>
        <pc:spChg chg="add del mod modVis">
          <ac:chgData name="Varun Srivatsan" userId="5215c364-4639-494b-a156-0291b7c83c6d" providerId="ADAL" clId="{109E2DF9-1C2A-4103-865E-2669DE7650AC}" dt="2022-11-17T07:45:04.930" v="77419"/>
          <ac:spMkLst>
            <pc:docMk/>
            <pc:sldMk cId="1524044050" sldId="1817606786"/>
            <ac:spMk id="498" creationId="{0E170557-AAB1-81A2-702E-77C0BE4E3229}"/>
          </ac:spMkLst>
        </pc:spChg>
        <pc:spChg chg="add del mod modVis">
          <ac:chgData name="Varun Srivatsan" userId="5215c364-4639-494b-a156-0291b7c83c6d" providerId="ADAL" clId="{109E2DF9-1C2A-4103-865E-2669DE7650AC}" dt="2022-11-17T07:45:21.287" v="77581"/>
          <ac:spMkLst>
            <pc:docMk/>
            <pc:sldMk cId="1524044050" sldId="1817606786"/>
            <ac:spMk id="500" creationId="{9DB292FB-FC76-0B82-B4CD-5E85A4B1BD64}"/>
          </ac:spMkLst>
        </pc:spChg>
        <pc:spChg chg="add del mod modVis">
          <ac:chgData name="Varun Srivatsan" userId="5215c364-4639-494b-a156-0291b7c83c6d" providerId="ADAL" clId="{109E2DF9-1C2A-4103-865E-2669DE7650AC}" dt="2022-11-17T07:45:25.401" v="77743"/>
          <ac:spMkLst>
            <pc:docMk/>
            <pc:sldMk cId="1524044050" sldId="1817606786"/>
            <ac:spMk id="502" creationId="{5A982C6D-4F3A-9E33-5E41-7502670E5008}"/>
          </ac:spMkLst>
        </pc:spChg>
        <pc:spChg chg="add del mod modVis">
          <ac:chgData name="Varun Srivatsan" userId="5215c364-4639-494b-a156-0291b7c83c6d" providerId="ADAL" clId="{109E2DF9-1C2A-4103-865E-2669DE7650AC}" dt="2022-11-17T07:45:29.169" v="77905"/>
          <ac:spMkLst>
            <pc:docMk/>
            <pc:sldMk cId="1524044050" sldId="1817606786"/>
            <ac:spMk id="504" creationId="{351A1862-8C69-ED35-C054-5B72EE1088A5}"/>
          </ac:spMkLst>
        </pc:spChg>
        <pc:spChg chg="add del mod modVis">
          <ac:chgData name="Varun Srivatsan" userId="5215c364-4639-494b-a156-0291b7c83c6d" providerId="ADAL" clId="{109E2DF9-1C2A-4103-865E-2669DE7650AC}" dt="2022-11-17T07:46:05.820" v="78067"/>
          <ac:spMkLst>
            <pc:docMk/>
            <pc:sldMk cId="1524044050" sldId="1817606786"/>
            <ac:spMk id="506" creationId="{69D59949-5FA3-9768-F87F-2C9CFE4BAD4C}"/>
          </ac:spMkLst>
        </pc:spChg>
        <pc:spChg chg="add del mod modVis">
          <ac:chgData name="Varun Srivatsan" userId="5215c364-4639-494b-a156-0291b7c83c6d" providerId="ADAL" clId="{109E2DF9-1C2A-4103-865E-2669DE7650AC}" dt="2022-11-17T07:46:31.241" v="78229"/>
          <ac:spMkLst>
            <pc:docMk/>
            <pc:sldMk cId="1524044050" sldId="1817606786"/>
            <ac:spMk id="508" creationId="{135927CB-2C35-8C5B-D0D3-C183FFF90FD3}"/>
          </ac:spMkLst>
        </pc:spChg>
        <pc:spChg chg="add del mod modVis">
          <ac:chgData name="Varun Srivatsan" userId="5215c364-4639-494b-a156-0291b7c83c6d" providerId="ADAL" clId="{109E2DF9-1C2A-4103-865E-2669DE7650AC}" dt="2022-11-17T07:46:58.543" v="79279"/>
          <ac:spMkLst>
            <pc:docMk/>
            <pc:sldMk cId="1524044050" sldId="1817606786"/>
            <ac:spMk id="510" creationId="{E3A1142C-F064-B8D3-675E-69C1B6F25D6D}"/>
          </ac:spMkLst>
        </pc:spChg>
        <pc:spChg chg="add del mod modVis">
          <ac:chgData name="Varun Srivatsan" userId="5215c364-4639-494b-a156-0291b7c83c6d" providerId="ADAL" clId="{109E2DF9-1C2A-4103-865E-2669DE7650AC}" dt="2022-11-17T07:46:59.704" v="79441"/>
          <ac:spMkLst>
            <pc:docMk/>
            <pc:sldMk cId="1524044050" sldId="1817606786"/>
            <ac:spMk id="512" creationId="{B64655AD-3A1F-143F-7531-EF1B033983B2}"/>
          </ac:spMkLst>
        </pc:spChg>
        <pc:spChg chg="add del mod modVis">
          <ac:chgData name="Varun Srivatsan" userId="5215c364-4639-494b-a156-0291b7c83c6d" providerId="ADAL" clId="{109E2DF9-1C2A-4103-865E-2669DE7650AC}" dt="2022-11-17T07:47:02.507" v="79813"/>
          <ac:spMkLst>
            <pc:docMk/>
            <pc:sldMk cId="1524044050" sldId="1817606786"/>
            <ac:spMk id="514" creationId="{F4A61FBC-F0B0-3709-9CB5-E895D5973082}"/>
          </ac:spMkLst>
        </pc:spChg>
        <pc:spChg chg="add del mod modVis">
          <ac:chgData name="Varun Srivatsan" userId="5215c364-4639-494b-a156-0291b7c83c6d" providerId="ADAL" clId="{109E2DF9-1C2A-4103-865E-2669DE7650AC}" dt="2022-11-17T07:47:07.027" v="80155"/>
          <ac:spMkLst>
            <pc:docMk/>
            <pc:sldMk cId="1524044050" sldId="1817606786"/>
            <ac:spMk id="516" creationId="{C5A47519-A1DE-72C0-9BF0-ECDD3E621522}"/>
          </ac:spMkLst>
        </pc:spChg>
        <pc:spChg chg="add del mod modVis">
          <ac:chgData name="Varun Srivatsan" userId="5215c364-4639-494b-a156-0291b7c83c6d" providerId="ADAL" clId="{109E2DF9-1C2A-4103-865E-2669DE7650AC}" dt="2022-11-17T07:47:07.678" v="80317"/>
          <ac:spMkLst>
            <pc:docMk/>
            <pc:sldMk cId="1524044050" sldId="1817606786"/>
            <ac:spMk id="518" creationId="{A3372B57-3B38-37B7-C414-82B82E44DF04}"/>
          </ac:spMkLst>
        </pc:spChg>
        <pc:spChg chg="add del mod modVis">
          <ac:chgData name="Varun Srivatsan" userId="5215c364-4639-494b-a156-0291b7c83c6d" providerId="ADAL" clId="{109E2DF9-1C2A-4103-865E-2669DE7650AC}" dt="2022-11-17T07:47:09.539" v="80479"/>
          <ac:spMkLst>
            <pc:docMk/>
            <pc:sldMk cId="1524044050" sldId="1817606786"/>
            <ac:spMk id="520" creationId="{042FB98B-FD85-61B5-496E-794E82961A34}"/>
          </ac:spMkLst>
        </pc:spChg>
        <pc:spChg chg="add del mod modVis">
          <ac:chgData name="Varun Srivatsan" userId="5215c364-4639-494b-a156-0291b7c83c6d" providerId="ADAL" clId="{109E2DF9-1C2A-4103-865E-2669DE7650AC}" dt="2022-11-17T07:47:12.507" v="80851"/>
          <ac:spMkLst>
            <pc:docMk/>
            <pc:sldMk cId="1524044050" sldId="1817606786"/>
            <ac:spMk id="522" creationId="{2B83495A-3C99-75EA-728C-987A392DBD52}"/>
          </ac:spMkLst>
        </pc:spChg>
        <pc:spChg chg="add del mod modVis">
          <ac:chgData name="Varun Srivatsan" userId="5215c364-4639-494b-a156-0291b7c83c6d" providerId="ADAL" clId="{109E2DF9-1C2A-4103-865E-2669DE7650AC}" dt="2022-11-17T07:47:52.566" v="81193"/>
          <ac:spMkLst>
            <pc:docMk/>
            <pc:sldMk cId="1524044050" sldId="1817606786"/>
            <ac:spMk id="524" creationId="{FF0CA111-7148-9F7F-F9BD-4100B0B82F04}"/>
          </ac:spMkLst>
        </pc:spChg>
        <pc:spChg chg="add del mod modVis">
          <ac:chgData name="Varun Srivatsan" userId="5215c364-4639-494b-a156-0291b7c83c6d" providerId="ADAL" clId="{109E2DF9-1C2A-4103-865E-2669DE7650AC}" dt="2022-11-17T07:48:02.137" v="81466"/>
          <ac:spMkLst>
            <pc:docMk/>
            <pc:sldMk cId="1524044050" sldId="1817606786"/>
            <ac:spMk id="526" creationId="{D3DF3852-DCE3-28C2-83D9-C96AE53D011E}"/>
          </ac:spMkLst>
        </pc:spChg>
        <pc:spChg chg="add del mod ord replST">
          <ac:chgData name="Varun Srivatsan" userId="5215c364-4639-494b-a156-0291b7c83c6d" providerId="ADAL" clId="{109E2DF9-1C2A-4103-865E-2669DE7650AC}" dt="2022-11-17T07:48:28.564" v="82592"/>
          <ac:spMkLst>
            <pc:docMk/>
            <pc:sldMk cId="1524044050" sldId="1817606786"/>
            <ac:spMk id="527" creationId="{79C5F750-6872-01D2-C0FB-BF4304649C46}"/>
          </ac:spMkLst>
        </pc:spChg>
        <pc:spChg chg="add del mod modVis">
          <ac:chgData name="Varun Srivatsan" userId="5215c364-4639-494b-a156-0291b7c83c6d" providerId="ADAL" clId="{109E2DF9-1C2A-4103-865E-2669DE7650AC}" dt="2022-11-17T07:48:09.041" v="81631"/>
          <ac:spMkLst>
            <pc:docMk/>
            <pc:sldMk cId="1524044050" sldId="1817606786"/>
            <ac:spMk id="529" creationId="{A100B2C1-A131-280E-9A11-D71077C42ABA}"/>
          </ac:spMkLst>
        </pc:spChg>
        <pc:spChg chg="add del mod modVis">
          <ac:chgData name="Varun Srivatsan" userId="5215c364-4639-494b-a156-0291b7c83c6d" providerId="ADAL" clId="{109E2DF9-1C2A-4103-865E-2669DE7650AC}" dt="2022-11-17T07:48:11.075" v="81796"/>
          <ac:spMkLst>
            <pc:docMk/>
            <pc:sldMk cId="1524044050" sldId="1817606786"/>
            <ac:spMk id="531" creationId="{81BF664A-F9D0-2AC1-90F3-F0A724DE7D03}"/>
          </ac:spMkLst>
        </pc:spChg>
        <pc:spChg chg="add del mod modVis">
          <ac:chgData name="Varun Srivatsan" userId="5215c364-4639-494b-a156-0291b7c83c6d" providerId="ADAL" clId="{109E2DF9-1C2A-4103-865E-2669DE7650AC}" dt="2022-11-17T07:48:11.334" v="81960"/>
          <ac:spMkLst>
            <pc:docMk/>
            <pc:sldMk cId="1524044050" sldId="1817606786"/>
            <ac:spMk id="533" creationId="{1426B4B7-8177-400A-0F27-D874DF82F6E8}"/>
          </ac:spMkLst>
        </pc:spChg>
        <pc:spChg chg="add del mod modVis">
          <ac:chgData name="Varun Srivatsan" userId="5215c364-4639-494b-a156-0291b7c83c6d" providerId="ADAL" clId="{109E2DF9-1C2A-4103-865E-2669DE7650AC}" dt="2022-11-17T07:48:17" v="82123"/>
          <ac:spMkLst>
            <pc:docMk/>
            <pc:sldMk cId="1524044050" sldId="1817606786"/>
            <ac:spMk id="535" creationId="{AAF26D79-F57B-64EB-41C9-A3B0A82C41F8}"/>
          </ac:spMkLst>
        </pc:spChg>
        <pc:spChg chg="add del mod ord replST">
          <ac:chgData name="Varun Srivatsan" userId="5215c364-4639-494b-a156-0291b7c83c6d" providerId="ADAL" clId="{109E2DF9-1C2A-4103-865E-2669DE7650AC}" dt="2022-11-17T07:48:28.564" v="82594"/>
          <ac:spMkLst>
            <pc:docMk/>
            <pc:sldMk cId="1524044050" sldId="1817606786"/>
            <ac:spMk id="537" creationId="{A6418ADC-5582-9BC2-D0B0-A80A935BE056}"/>
          </ac:spMkLst>
        </pc:spChg>
        <pc:spChg chg="add del mod modVis">
          <ac:chgData name="Varun Srivatsan" userId="5215c364-4639-494b-a156-0291b7c83c6d" providerId="ADAL" clId="{109E2DF9-1C2A-4103-865E-2669DE7650AC}" dt="2022-11-17T07:48:18.306" v="82354"/>
          <ac:spMkLst>
            <pc:docMk/>
            <pc:sldMk cId="1524044050" sldId="1817606786"/>
            <ac:spMk id="538" creationId="{FDC737CF-EF2A-7270-FCA0-5C0A9A64D37C}"/>
          </ac:spMkLst>
        </pc:spChg>
        <pc:spChg chg="add del mod ord replST">
          <ac:chgData name="Varun Srivatsan" userId="5215c364-4639-494b-a156-0291b7c83c6d" providerId="ADAL" clId="{109E2DF9-1C2A-4103-865E-2669DE7650AC}" dt="2022-11-17T07:48:28.564" v="82596"/>
          <ac:spMkLst>
            <pc:docMk/>
            <pc:sldMk cId="1524044050" sldId="1817606786"/>
            <ac:spMk id="540" creationId="{12653CE7-3ABB-E703-5B2A-34B1E73219B4}"/>
          </ac:spMkLst>
        </pc:spChg>
        <pc:spChg chg="add del mod modVis">
          <ac:chgData name="Varun Srivatsan" userId="5215c364-4639-494b-a156-0291b7c83c6d" providerId="ADAL" clId="{109E2DF9-1C2A-4103-865E-2669DE7650AC}" dt="2022-11-17T07:48:24.520" v="82588"/>
          <ac:spMkLst>
            <pc:docMk/>
            <pc:sldMk cId="1524044050" sldId="1817606786"/>
            <ac:spMk id="541" creationId="{BCFEC458-15EF-9C1E-4DF9-EAF29A84868A}"/>
          </ac:spMkLst>
        </pc:spChg>
        <pc:spChg chg="add del mod modVis">
          <ac:chgData name="Varun Srivatsan" userId="5215c364-4639-494b-a156-0291b7c83c6d" providerId="ADAL" clId="{109E2DF9-1C2A-4103-865E-2669DE7650AC}" dt="2022-11-17T07:48:28.726" v="82754"/>
          <ac:spMkLst>
            <pc:docMk/>
            <pc:sldMk cId="1524044050" sldId="1817606786"/>
            <ac:spMk id="543" creationId="{A6F4A6C1-F217-D18A-1390-A126C761F611}"/>
          </ac:spMkLst>
        </pc:spChg>
        <pc:spChg chg="add del mod modVis">
          <ac:chgData name="Varun Srivatsan" userId="5215c364-4639-494b-a156-0291b7c83c6d" providerId="ADAL" clId="{109E2DF9-1C2A-4103-865E-2669DE7650AC}" dt="2022-11-17T07:48:50.666" v="87817"/>
          <ac:spMkLst>
            <pc:docMk/>
            <pc:sldMk cId="1524044050" sldId="1817606786"/>
            <ac:spMk id="545" creationId="{13075B92-788E-3D8B-BF1A-FAC650E45D93}"/>
          </ac:spMkLst>
        </pc:spChg>
        <pc:spChg chg="add mod ord replST delST">
          <ac:chgData name="Varun Srivatsan" userId="5215c364-4639-494b-a156-0291b7c83c6d" providerId="ADAL" clId="{109E2DF9-1C2A-4103-865E-2669DE7650AC}" dt="2022-11-17T07:48:50.666" v="87817"/>
          <ac:spMkLst>
            <pc:docMk/>
            <pc:sldMk cId="1524044050" sldId="1817606786"/>
            <ac:spMk id="546" creationId="{4C5BEF76-587B-B63C-696A-76BC700E4CB6}"/>
          </ac:spMkLst>
        </pc:spChg>
        <pc:spChg chg="add mod replST delST">
          <ac:chgData name="Varun Srivatsan" userId="5215c364-4639-494b-a156-0291b7c83c6d" providerId="ADAL" clId="{109E2DF9-1C2A-4103-865E-2669DE7650AC}" dt="2022-11-17T07:48:50.666" v="87817"/>
          <ac:spMkLst>
            <pc:docMk/>
            <pc:sldMk cId="1524044050" sldId="1817606786"/>
            <ac:spMk id="547" creationId="{42447785-18FE-8383-3AB6-8715A76E1982}"/>
          </ac:spMkLst>
        </pc:spChg>
        <pc:spChg chg="add mod ord replST delST">
          <ac:chgData name="Varun Srivatsan" userId="5215c364-4639-494b-a156-0291b7c83c6d" providerId="ADAL" clId="{109E2DF9-1C2A-4103-865E-2669DE7650AC}" dt="2022-11-17T07:48:50.666" v="87817"/>
          <ac:spMkLst>
            <pc:docMk/>
            <pc:sldMk cId="1524044050" sldId="1817606786"/>
            <ac:spMk id="548" creationId="{816C8674-D922-02E7-FA7B-803EA19C6C65}"/>
          </ac:spMkLst>
        </pc:spChg>
        <pc:spChg chg="add del mod ord replST delST">
          <ac:chgData name="Varun Srivatsan" userId="5215c364-4639-494b-a156-0291b7c83c6d" providerId="ADAL" clId="{109E2DF9-1C2A-4103-865E-2669DE7650AC}" dt="2022-11-17T07:48:50.666" v="87817"/>
          <ac:spMkLst>
            <pc:docMk/>
            <pc:sldMk cId="1524044050" sldId="1817606786"/>
            <ac:spMk id="549" creationId="{7999C05F-B5B6-9E15-EC57-658A6A43FC70}"/>
          </ac:spMkLst>
        </pc:spChg>
        <pc:spChg chg="add mod ord replST delST">
          <ac:chgData name="Varun Srivatsan" userId="5215c364-4639-494b-a156-0291b7c83c6d" providerId="ADAL" clId="{109E2DF9-1C2A-4103-865E-2669DE7650AC}" dt="2022-11-17T07:48:50.666" v="87817"/>
          <ac:spMkLst>
            <pc:docMk/>
            <pc:sldMk cId="1524044050" sldId="1817606786"/>
            <ac:spMk id="550" creationId="{30C4DF8F-DFD1-7E19-F535-C12182CFC315}"/>
          </ac:spMkLst>
        </pc:spChg>
        <pc:spChg chg="add mod ord replST delST">
          <ac:chgData name="Varun Srivatsan" userId="5215c364-4639-494b-a156-0291b7c83c6d" providerId="ADAL" clId="{109E2DF9-1C2A-4103-865E-2669DE7650AC}" dt="2022-11-17T07:48:50.666" v="87817"/>
          <ac:spMkLst>
            <pc:docMk/>
            <pc:sldMk cId="1524044050" sldId="1817606786"/>
            <ac:spMk id="551" creationId="{1FD4FA24-DEFA-E8C7-EF56-D66F9B46D39C}"/>
          </ac:spMkLst>
        </pc:spChg>
        <pc:spChg chg="add mod ord replST delST">
          <ac:chgData name="Varun Srivatsan" userId="5215c364-4639-494b-a156-0291b7c83c6d" providerId="ADAL" clId="{109E2DF9-1C2A-4103-865E-2669DE7650AC}" dt="2022-11-17T07:48:50.666" v="87817"/>
          <ac:spMkLst>
            <pc:docMk/>
            <pc:sldMk cId="1524044050" sldId="1817606786"/>
            <ac:spMk id="552" creationId="{1AD3BDC9-8617-6D50-6893-7E548A04C7D2}"/>
          </ac:spMkLst>
        </pc:spChg>
        <pc:spChg chg="add mod ord replST delST">
          <ac:chgData name="Varun Srivatsan" userId="5215c364-4639-494b-a156-0291b7c83c6d" providerId="ADAL" clId="{109E2DF9-1C2A-4103-865E-2669DE7650AC}" dt="2022-11-17T07:48:50.666" v="87817"/>
          <ac:spMkLst>
            <pc:docMk/>
            <pc:sldMk cId="1524044050" sldId="1817606786"/>
            <ac:spMk id="553" creationId="{95441456-5001-CE83-81CD-D6ED9187FC44}"/>
          </ac:spMkLst>
        </pc:spChg>
        <pc:spChg chg="add mod ord replST delST">
          <ac:chgData name="Varun Srivatsan" userId="5215c364-4639-494b-a156-0291b7c83c6d" providerId="ADAL" clId="{109E2DF9-1C2A-4103-865E-2669DE7650AC}" dt="2022-11-17T07:48:50.666" v="87817"/>
          <ac:spMkLst>
            <pc:docMk/>
            <pc:sldMk cId="1524044050" sldId="1817606786"/>
            <ac:spMk id="554" creationId="{07CFD42E-2DE6-2B0E-D471-4A8ED145BFC0}"/>
          </ac:spMkLst>
        </pc:spChg>
        <pc:spChg chg="add mod ord replST delST">
          <ac:chgData name="Varun Srivatsan" userId="5215c364-4639-494b-a156-0291b7c83c6d" providerId="ADAL" clId="{109E2DF9-1C2A-4103-865E-2669DE7650AC}" dt="2022-11-17T07:48:50.666" v="87817"/>
          <ac:spMkLst>
            <pc:docMk/>
            <pc:sldMk cId="1524044050" sldId="1817606786"/>
            <ac:spMk id="555" creationId="{D2A23CF1-4B28-7F88-8327-E3A452CA3AD0}"/>
          </ac:spMkLst>
        </pc:spChg>
        <pc:spChg chg="add mod ord replST delST">
          <ac:chgData name="Varun Srivatsan" userId="5215c364-4639-494b-a156-0291b7c83c6d" providerId="ADAL" clId="{109E2DF9-1C2A-4103-865E-2669DE7650AC}" dt="2022-11-17T07:48:50.666" v="87817"/>
          <ac:spMkLst>
            <pc:docMk/>
            <pc:sldMk cId="1524044050" sldId="1817606786"/>
            <ac:spMk id="556" creationId="{2B4C182F-6059-55EF-6F6E-6A97251EF82C}"/>
          </ac:spMkLst>
        </pc:spChg>
        <pc:spChg chg="add mod ord replST delST">
          <ac:chgData name="Varun Srivatsan" userId="5215c364-4639-494b-a156-0291b7c83c6d" providerId="ADAL" clId="{109E2DF9-1C2A-4103-865E-2669DE7650AC}" dt="2022-11-17T07:48:50.666" v="87817"/>
          <ac:spMkLst>
            <pc:docMk/>
            <pc:sldMk cId="1524044050" sldId="1817606786"/>
            <ac:spMk id="557" creationId="{A9665358-A143-C352-D081-B6371CB120D5}"/>
          </ac:spMkLst>
        </pc:spChg>
        <pc:spChg chg="add mod ord replST delST">
          <ac:chgData name="Varun Srivatsan" userId="5215c364-4639-494b-a156-0291b7c83c6d" providerId="ADAL" clId="{109E2DF9-1C2A-4103-865E-2669DE7650AC}" dt="2022-11-17T07:48:50.666" v="87817"/>
          <ac:spMkLst>
            <pc:docMk/>
            <pc:sldMk cId="1524044050" sldId="1817606786"/>
            <ac:spMk id="558" creationId="{5C2504A9-C30B-F745-9C1D-76B9F8F648EE}"/>
          </ac:spMkLst>
        </pc:spChg>
        <pc:spChg chg="add mod ord replST delST">
          <ac:chgData name="Varun Srivatsan" userId="5215c364-4639-494b-a156-0291b7c83c6d" providerId="ADAL" clId="{109E2DF9-1C2A-4103-865E-2669DE7650AC}" dt="2022-11-17T07:48:50.666" v="87817"/>
          <ac:spMkLst>
            <pc:docMk/>
            <pc:sldMk cId="1524044050" sldId="1817606786"/>
            <ac:spMk id="559" creationId="{780C0977-BCA9-9DB7-7D6B-61E95B5C8D04}"/>
          </ac:spMkLst>
        </pc:spChg>
        <pc:spChg chg="add mod ord replST delST">
          <ac:chgData name="Varun Srivatsan" userId="5215c364-4639-494b-a156-0291b7c83c6d" providerId="ADAL" clId="{109E2DF9-1C2A-4103-865E-2669DE7650AC}" dt="2022-11-17T07:48:50.666" v="87817"/>
          <ac:spMkLst>
            <pc:docMk/>
            <pc:sldMk cId="1524044050" sldId="1817606786"/>
            <ac:spMk id="560" creationId="{5F980228-B299-B775-37CF-775C93B08C88}"/>
          </ac:spMkLst>
        </pc:spChg>
        <pc:spChg chg="add mod ord replST delST">
          <ac:chgData name="Varun Srivatsan" userId="5215c364-4639-494b-a156-0291b7c83c6d" providerId="ADAL" clId="{109E2DF9-1C2A-4103-865E-2669DE7650AC}" dt="2022-11-17T07:48:50.666" v="87817"/>
          <ac:spMkLst>
            <pc:docMk/>
            <pc:sldMk cId="1524044050" sldId="1817606786"/>
            <ac:spMk id="561" creationId="{257DBE00-BABF-099E-D10D-5899DFF6235F}"/>
          </ac:spMkLst>
        </pc:spChg>
        <pc:spChg chg="add mod ord replST delST">
          <ac:chgData name="Varun Srivatsan" userId="5215c364-4639-494b-a156-0291b7c83c6d" providerId="ADAL" clId="{109E2DF9-1C2A-4103-865E-2669DE7650AC}" dt="2022-11-17T07:48:50.666" v="87817"/>
          <ac:spMkLst>
            <pc:docMk/>
            <pc:sldMk cId="1524044050" sldId="1817606786"/>
            <ac:spMk id="562" creationId="{959F476D-F380-31ED-060E-B1026D2C2CE7}"/>
          </ac:spMkLst>
        </pc:spChg>
        <pc:spChg chg="add mod ord replST delST">
          <ac:chgData name="Varun Srivatsan" userId="5215c364-4639-494b-a156-0291b7c83c6d" providerId="ADAL" clId="{109E2DF9-1C2A-4103-865E-2669DE7650AC}" dt="2022-11-17T07:48:50.666" v="87817"/>
          <ac:spMkLst>
            <pc:docMk/>
            <pc:sldMk cId="1524044050" sldId="1817606786"/>
            <ac:spMk id="563" creationId="{061D61E8-935B-8C53-B374-A03284273078}"/>
          </ac:spMkLst>
        </pc:spChg>
        <pc:spChg chg="add mod ord replST delST">
          <ac:chgData name="Varun Srivatsan" userId="5215c364-4639-494b-a156-0291b7c83c6d" providerId="ADAL" clId="{109E2DF9-1C2A-4103-865E-2669DE7650AC}" dt="2022-11-17T07:48:50.666" v="87817"/>
          <ac:spMkLst>
            <pc:docMk/>
            <pc:sldMk cId="1524044050" sldId="1817606786"/>
            <ac:spMk id="564" creationId="{F0C50266-DE16-62F7-E35E-7ECDB67707D3}"/>
          </ac:spMkLst>
        </pc:spChg>
        <pc:spChg chg="add mod ord replST delST">
          <ac:chgData name="Varun Srivatsan" userId="5215c364-4639-494b-a156-0291b7c83c6d" providerId="ADAL" clId="{109E2DF9-1C2A-4103-865E-2669DE7650AC}" dt="2022-11-17T07:48:50.666" v="87817"/>
          <ac:spMkLst>
            <pc:docMk/>
            <pc:sldMk cId="1524044050" sldId="1817606786"/>
            <ac:spMk id="565" creationId="{523333FD-0541-1474-A0C4-6670F533381C}"/>
          </ac:spMkLst>
        </pc:spChg>
        <pc:spChg chg="add mod ord replST delST">
          <ac:chgData name="Varun Srivatsan" userId="5215c364-4639-494b-a156-0291b7c83c6d" providerId="ADAL" clId="{109E2DF9-1C2A-4103-865E-2669DE7650AC}" dt="2022-11-17T07:48:50.666" v="87817"/>
          <ac:spMkLst>
            <pc:docMk/>
            <pc:sldMk cId="1524044050" sldId="1817606786"/>
            <ac:spMk id="566" creationId="{5E045B44-BAE7-B87F-10D5-2AF8ED6CE385}"/>
          </ac:spMkLst>
        </pc:spChg>
        <pc:spChg chg="add mod ord replST delST">
          <ac:chgData name="Varun Srivatsan" userId="5215c364-4639-494b-a156-0291b7c83c6d" providerId="ADAL" clId="{109E2DF9-1C2A-4103-865E-2669DE7650AC}" dt="2022-11-17T07:48:50.666" v="87817"/>
          <ac:spMkLst>
            <pc:docMk/>
            <pc:sldMk cId="1524044050" sldId="1817606786"/>
            <ac:spMk id="567" creationId="{4B17AE9A-2113-D57D-C497-5934604EB6A7}"/>
          </ac:spMkLst>
        </pc:spChg>
        <pc:spChg chg="add mod ord replST delST">
          <ac:chgData name="Varun Srivatsan" userId="5215c364-4639-494b-a156-0291b7c83c6d" providerId="ADAL" clId="{109E2DF9-1C2A-4103-865E-2669DE7650AC}" dt="2022-11-17T07:48:50.666" v="87817"/>
          <ac:spMkLst>
            <pc:docMk/>
            <pc:sldMk cId="1524044050" sldId="1817606786"/>
            <ac:spMk id="568" creationId="{6F369AE3-81FB-E1CC-8E56-1DF4B6236E6A}"/>
          </ac:spMkLst>
        </pc:spChg>
        <pc:spChg chg="add mod replST delST">
          <ac:chgData name="Varun Srivatsan" userId="5215c364-4639-494b-a156-0291b7c83c6d" providerId="ADAL" clId="{109E2DF9-1C2A-4103-865E-2669DE7650AC}" dt="2022-11-17T07:48:50.666" v="87817"/>
          <ac:spMkLst>
            <pc:docMk/>
            <pc:sldMk cId="1524044050" sldId="1817606786"/>
            <ac:spMk id="569" creationId="{48B15CB4-CFB3-67B9-E41A-5928759365F8}"/>
          </ac:spMkLst>
        </pc:spChg>
        <pc:spChg chg="add mod ord replST delST">
          <ac:chgData name="Varun Srivatsan" userId="5215c364-4639-494b-a156-0291b7c83c6d" providerId="ADAL" clId="{109E2DF9-1C2A-4103-865E-2669DE7650AC}" dt="2022-11-17T07:48:50.666" v="87817"/>
          <ac:spMkLst>
            <pc:docMk/>
            <pc:sldMk cId="1524044050" sldId="1817606786"/>
            <ac:spMk id="570" creationId="{6F1EE2AC-AA19-BB71-4593-090C0FDBE6EA}"/>
          </ac:spMkLst>
        </pc:spChg>
        <pc:spChg chg="add mod replST delST">
          <ac:chgData name="Varun Srivatsan" userId="5215c364-4639-494b-a156-0291b7c83c6d" providerId="ADAL" clId="{109E2DF9-1C2A-4103-865E-2669DE7650AC}" dt="2022-11-17T07:48:50.666" v="87817"/>
          <ac:spMkLst>
            <pc:docMk/>
            <pc:sldMk cId="1524044050" sldId="1817606786"/>
            <ac:spMk id="571" creationId="{638C8540-5CE3-D447-AD17-93F821FEB31D}"/>
          </ac:spMkLst>
        </pc:spChg>
        <pc:spChg chg="add mod ord replST delST">
          <ac:chgData name="Varun Srivatsan" userId="5215c364-4639-494b-a156-0291b7c83c6d" providerId="ADAL" clId="{109E2DF9-1C2A-4103-865E-2669DE7650AC}" dt="2022-11-17T07:48:50.666" v="87817"/>
          <ac:spMkLst>
            <pc:docMk/>
            <pc:sldMk cId="1524044050" sldId="1817606786"/>
            <ac:spMk id="572" creationId="{0C906D8D-5095-CCDA-6E2E-6EB080B6A461}"/>
          </ac:spMkLst>
        </pc:spChg>
        <pc:spChg chg="add mod replST delST">
          <ac:chgData name="Varun Srivatsan" userId="5215c364-4639-494b-a156-0291b7c83c6d" providerId="ADAL" clId="{109E2DF9-1C2A-4103-865E-2669DE7650AC}" dt="2022-11-17T07:48:50.666" v="87817"/>
          <ac:spMkLst>
            <pc:docMk/>
            <pc:sldMk cId="1524044050" sldId="1817606786"/>
            <ac:spMk id="573" creationId="{BBE1E4D3-6197-5B1A-6708-217C7F53900D}"/>
          </ac:spMkLst>
        </pc:spChg>
        <pc:spChg chg="add del mod modVis">
          <ac:chgData name="Varun Srivatsan" userId="5215c364-4639-494b-a156-0291b7c83c6d" providerId="ADAL" clId="{109E2DF9-1C2A-4103-865E-2669DE7650AC}" dt="2022-11-17T07:48:48.656" v="86177"/>
          <ac:spMkLst>
            <pc:docMk/>
            <pc:sldMk cId="1524044050" sldId="1817606786"/>
            <ac:spMk id="575" creationId="{56A774B2-3520-6A78-9982-849F867A3D01}"/>
          </ac:spMkLst>
        </pc:spChg>
        <pc:spChg chg="add del mod modVis">
          <ac:chgData name="Varun Srivatsan" userId="5215c364-4639-494b-a156-0291b7c83c6d" providerId="ADAL" clId="{109E2DF9-1C2A-4103-865E-2669DE7650AC}" dt="2022-11-17T07:48:47.812" v="86056" actId="962"/>
          <ac:spMkLst>
            <pc:docMk/>
            <pc:sldMk cId="1524044050" sldId="1817606786"/>
            <ac:spMk id="577" creationId="{D0497637-33DD-ED78-7318-B69DFB16CB43}"/>
          </ac:spMkLst>
        </pc:spChg>
        <pc:spChg chg="add del mod modVis">
          <ac:chgData name="Varun Srivatsan" userId="5215c364-4639-494b-a156-0291b7c83c6d" providerId="ADAL" clId="{109E2DF9-1C2A-4103-865E-2669DE7650AC}" dt="2022-11-17T07:48:47.770" v="85938" actId="962"/>
          <ac:spMkLst>
            <pc:docMk/>
            <pc:sldMk cId="1524044050" sldId="1817606786"/>
            <ac:spMk id="579" creationId="{2AE883A1-C427-D2C1-EC6D-388E70F8013E}"/>
          </ac:spMkLst>
        </pc:spChg>
        <pc:spChg chg="add del mod modVis">
          <ac:chgData name="Varun Srivatsan" userId="5215c364-4639-494b-a156-0291b7c83c6d" providerId="ADAL" clId="{109E2DF9-1C2A-4103-865E-2669DE7650AC}" dt="2022-11-17T07:48:57.333" v="88155"/>
          <ac:spMkLst>
            <pc:docMk/>
            <pc:sldMk cId="1524044050" sldId="1817606786"/>
            <ac:spMk id="581" creationId="{5C7CA6D2-C38C-902A-A470-CEFD1C7DBE57}"/>
          </ac:spMkLst>
        </pc:spChg>
        <pc:spChg chg="add del mod modVis">
          <ac:chgData name="Varun Srivatsan" userId="5215c364-4639-494b-a156-0291b7c83c6d" providerId="ADAL" clId="{109E2DF9-1C2A-4103-865E-2669DE7650AC}" dt="2022-11-17T07:49:09.928" v="89071" actId="962"/>
          <ac:spMkLst>
            <pc:docMk/>
            <pc:sldMk cId="1524044050" sldId="1817606786"/>
            <ac:spMk id="583" creationId="{0B5066B4-3351-55A1-B70E-6AA109766C8B}"/>
          </ac:spMkLst>
        </pc:spChg>
        <pc:spChg chg="add del mod modVis">
          <ac:chgData name="Varun Srivatsan" userId="5215c364-4639-494b-a156-0291b7c83c6d" providerId="ADAL" clId="{109E2DF9-1C2A-4103-865E-2669DE7650AC}" dt="2022-11-17T07:49:09.893" v="89003" actId="962"/>
          <ac:spMkLst>
            <pc:docMk/>
            <pc:sldMk cId="1524044050" sldId="1817606786"/>
            <ac:spMk id="585" creationId="{DFD43C4E-0BB2-AAD0-6030-BDFBB54CB25B}"/>
          </ac:spMkLst>
        </pc:spChg>
        <pc:spChg chg="add del mod modVis">
          <ac:chgData name="Varun Srivatsan" userId="5215c364-4639-494b-a156-0291b7c83c6d" providerId="ADAL" clId="{109E2DF9-1C2A-4103-865E-2669DE7650AC}" dt="2022-11-17T07:49:09.861" v="88935" actId="962"/>
          <ac:spMkLst>
            <pc:docMk/>
            <pc:sldMk cId="1524044050" sldId="1817606786"/>
            <ac:spMk id="587" creationId="{2B631361-C780-A19A-10E4-EA213DA3C2DE}"/>
          </ac:spMkLst>
        </pc:spChg>
        <pc:spChg chg="add del mod modVis">
          <ac:chgData name="Varun Srivatsan" userId="5215c364-4639-494b-a156-0291b7c83c6d" providerId="ADAL" clId="{109E2DF9-1C2A-4103-865E-2669DE7650AC}" dt="2022-11-17T07:49:09.829" v="88867" actId="962"/>
          <ac:spMkLst>
            <pc:docMk/>
            <pc:sldMk cId="1524044050" sldId="1817606786"/>
            <ac:spMk id="589" creationId="{AEC97C85-FF22-DF40-9CCB-52255C7D34CE}"/>
          </ac:spMkLst>
        </pc:spChg>
        <pc:spChg chg="add del mod modVis">
          <ac:chgData name="Varun Srivatsan" userId="5215c364-4639-494b-a156-0291b7c83c6d" providerId="ADAL" clId="{109E2DF9-1C2A-4103-865E-2669DE7650AC}" dt="2022-11-17T07:49:12.620" v="89411"/>
          <ac:spMkLst>
            <pc:docMk/>
            <pc:sldMk cId="1524044050" sldId="1817606786"/>
            <ac:spMk id="591" creationId="{253F2DD5-3716-C868-F692-4C77F5C7BA66}"/>
          </ac:spMkLst>
        </pc:spChg>
        <pc:spChg chg="add del mod modVis">
          <ac:chgData name="Varun Srivatsan" userId="5215c364-4639-494b-a156-0291b7c83c6d" providerId="ADAL" clId="{109E2DF9-1C2A-4103-865E-2669DE7650AC}" dt="2022-11-17T07:49:14.851" v="89571"/>
          <ac:spMkLst>
            <pc:docMk/>
            <pc:sldMk cId="1524044050" sldId="1817606786"/>
            <ac:spMk id="593" creationId="{D86343DF-F482-F3AF-D33C-43BD89F6D8E6}"/>
          </ac:spMkLst>
        </pc:spChg>
        <pc:spChg chg="add del mod modVis">
          <ac:chgData name="Varun Srivatsan" userId="5215c364-4639-494b-a156-0291b7c83c6d" providerId="ADAL" clId="{109E2DF9-1C2A-4103-865E-2669DE7650AC}" dt="2022-11-17T07:49:16.289" v="89731"/>
          <ac:spMkLst>
            <pc:docMk/>
            <pc:sldMk cId="1524044050" sldId="1817606786"/>
            <ac:spMk id="595" creationId="{C171C181-7642-76E7-5408-EA18B6D322CD}"/>
          </ac:spMkLst>
        </pc:spChg>
        <pc:spChg chg="add del mod modVis">
          <ac:chgData name="Varun Srivatsan" userId="5215c364-4639-494b-a156-0291b7c83c6d" providerId="ADAL" clId="{109E2DF9-1C2A-4103-865E-2669DE7650AC}" dt="2022-11-17T07:49:16.647" v="89890"/>
          <ac:spMkLst>
            <pc:docMk/>
            <pc:sldMk cId="1524044050" sldId="1817606786"/>
            <ac:spMk id="597" creationId="{FD21AE01-0F77-9741-A7A7-B13B1ED5B97F}"/>
          </ac:spMkLst>
        </pc:spChg>
        <pc:spChg chg="add del mod modVis">
          <ac:chgData name="Varun Srivatsan" userId="5215c364-4639-494b-a156-0291b7c83c6d" providerId="ADAL" clId="{109E2DF9-1C2A-4103-865E-2669DE7650AC}" dt="2022-11-17T07:49:18.973" v="90047"/>
          <ac:spMkLst>
            <pc:docMk/>
            <pc:sldMk cId="1524044050" sldId="1817606786"/>
            <ac:spMk id="599" creationId="{0A34BF55-BCBA-038E-F1B4-D28DC69F158C}"/>
          </ac:spMkLst>
        </pc:spChg>
        <pc:spChg chg="add del mod modVis">
          <ac:chgData name="Varun Srivatsan" userId="5215c364-4639-494b-a156-0291b7c83c6d" providerId="ADAL" clId="{109E2DF9-1C2A-4103-865E-2669DE7650AC}" dt="2022-11-17T07:49:21.145" v="90202"/>
          <ac:spMkLst>
            <pc:docMk/>
            <pc:sldMk cId="1524044050" sldId="1817606786"/>
            <ac:spMk id="601" creationId="{B9C81C59-8486-8AA9-87BE-3BDF60D5C4B0}"/>
          </ac:spMkLst>
        </pc:spChg>
        <pc:spChg chg="add del mod modVis">
          <ac:chgData name="Varun Srivatsan" userId="5215c364-4639-494b-a156-0291b7c83c6d" providerId="ADAL" clId="{109E2DF9-1C2A-4103-865E-2669DE7650AC}" dt="2022-11-17T07:49:22.925" v="90355"/>
          <ac:spMkLst>
            <pc:docMk/>
            <pc:sldMk cId="1524044050" sldId="1817606786"/>
            <ac:spMk id="603" creationId="{AFCFFAF0-AEDB-FF62-B6DF-60A8E95A41A2}"/>
          </ac:spMkLst>
        </pc:spChg>
        <pc:spChg chg="add del mod modVis">
          <ac:chgData name="Varun Srivatsan" userId="5215c364-4639-494b-a156-0291b7c83c6d" providerId="ADAL" clId="{109E2DF9-1C2A-4103-865E-2669DE7650AC}" dt="2022-11-17T07:49:24.797" v="90506"/>
          <ac:spMkLst>
            <pc:docMk/>
            <pc:sldMk cId="1524044050" sldId="1817606786"/>
            <ac:spMk id="605" creationId="{C8D9B970-7741-22D4-C51D-8D7AB51EB2B5}"/>
          </ac:spMkLst>
        </pc:spChg>
        <pc:spChg chg="add del mod modVis">
          <ac:chgData name="Varun Srivatsan" userId="5215c364-4639-494b-a156-0291b7c83c6d" providerId="ADAL" clId="{109E2DF9-1C2A-4103-865E-2669DE7650AC}" dt="2022-11-17T07:49:26.625" v="90655"/>
          <ac:spMkLst>
            <pc:docMk/>
            <pc:sldMk cId="1524044050" sldId="1817606786"/>
            <ac:spMk id="607" creationId="{C927F63A-6649-CAA6-98D0-8C8D2CC2882D}"/>
          </ac:spMkLst>
        </pc:spChg>
        <pc:spChg chg="add del mod modVis">
          <ac:chgData name="Varun Srivatsan" userId="5215c364-4639-494b-a156-0291b7c83c6d" providerId="ADAL" clId="{109E2DF9-1C2A-4103-865E-2669DE7650AC}" dt="2022-11-17T07:49:28.457" v="90802"/>
          <ac:spMkLst>
            <pc:docMk/>
            <pc:sldMk cId="1524044050" sldId="1817606786"/>
            <ac:spMk id="609" creationId="{74846FC5-2583-DF72-DC78-A076171ECDD6}"/>
          </ac:spMkLst>
        </pc:spChg>
        <pc:spChg chg="add del mod modVis">
          <ac:chgData name="Varun Srivatsan" userId="5215c364-4639-494b-a156-0291b7c83c6d" providerId="ADAL" clId="{109E2DF9-1C2A-4103-865E-2669DE7650AC}" dt="2022-11-17T07:49:30.616" v="90947"/>
          <ac:spMkLst>
            <pc:docMk/>
            <pc:sldMk cId="1524044050" sldId="1817606786"/>
            <ac:spMk id="611" creationId="{4181B07F-5FB5-D2CE-797C-4410D724F828}"/>
          </ac:spMkLst>
        </pc:spChg>
        <pc:spChg chg="add del mod modVis">
          <ac:chgData name="Varun Srivatsan" userId="5215c364-4639-494b-a156-0291b7c83c6d" providerId="ADAL" clId="{109E2DF9-1C2A-4103-865E-2669DE7650AC}" dt="2022-11-17T07:49:32.724" v="91090"/>
          <ac:spMkLst>
            <pc:docMk/>
            <pc:sldMk cId="1524044050" sldId="1817606786"/>
            <ac:spMk id="613" creationId="{276711AD-A37C-7F31-044B-C04E33F79B35}"/>
          </ac:spMkLst>
        </pc:spChg>
        <pc:spChg chg="add del mod modVis">
          <ac:chgData name="Varun Srivatsan" userId="5215c364-4639-494b-a156-0291b7c83c6d" providerId="ADAL" clId="{109E2DF9-1C2A-4103-865E-2669DE7650AC}" dt="2022-11-17T07:49:34.605" v="91231"/>
          <ac:spMkLst>
            <pc:docMk/>
            <pc:sldMk cId="1524044050" sldId="1817606786"/>
            <ac:spMk id="615" creationId="{A23D8E60-8BA1-71FB-97A1-C6ED2D0A7882}"/>
          </ac:spMkLst>
        </pc:spChg>
        <pc:spChg chg="add del mod modVis">
          <ac:chgData name="Varun Srivatsan" userId="5215c364-4639-494b-a156-0291b7c83c6d" providerId="ADAL" clId="{109E2DF9-1C2A-4103-865E-2669DE7650AC}" dt="2022-11-17T08:04:04.323" v="94829"/>
          <ac:spMkLst>
            <pc:docMk/>
            <pc:sldMk cId="1524044050" sldId="1817606786"/>
            <ac:spMk id="617" creationId="{99EF4982-E157-9545-15CA-66C14F91C335}"/>
          </ac:spMkLst>
        </pc:spChg>
        <pc:spChg chg="add del mod modVis">
          <ac:chgData name="Varun Srivatsan" userId="5215c364-4639-494b-a156-0291b7c83c6d" providerId="ADAL" clId="{109E2DF9-1C2A-4103-865E-2669DE7650AC}" dt="2022-11-17T08:04:05.193" v="94901"/>
          <ac:spMkLst>
            <pc:docMk/>
            <pc:sldMk cId="1524044050" sldId="1817606786"/>
            <ac:spMk id="619" creationId="{4D99B5ED-9FAB-40DB-5FC3-700D95FC97FF}"/>
          </ac:spMkLst>
        </pc:spChg>
        <pc:spChg chg="add del mod modVis">
          <ac:chgData name="Varun Srivatsan" userId="5215c364-4639-494b-a156-0291b7c83c6d" providerId="ADAL" clId="{109E2DF9-1C2A-4103-865E-2669DE7650AC}" dt="2022-11-17T08:04:05.986" v="94974"/>
          <ac:spMkLst>
            <pc:docMk/>
            <pc:sldMk cId="1524044050" sldId="1817606786"/>
            <ac:spMk id="621" creationId="{8C4EA24D-35EA-D8A0-D891-ACE131D9FAD1}"/>
          </ac:spMkLst>
        </pc:spChg>
        <pc:spChg chg="add del mod modVis">
          <ac:chgData name="Varun Srivatsan" userId="5215c364-4639-494b-a156-0291b7c83c6d" providerId="ADAL" clId="{109E2DF9-1C2A-4103-865E-2669DE7650AC}" dt="2022-11-17T08:04:00.267" v="94540"/>
          <ac:spMkLst>
            <pc:docMk/>
            <pc:sldMk cId="1524044050" sldId="1817606786"/>
            <ac:spMk id="623" creationId="{BE77AD88-83F7-64B4-A07C-4174863142E9}"/>
          </ac:spMkLst>
        </pc:spChg>
        <pc:spChg chg="add mod replST delST">
          <ac:chgData name="Varun Srivatsan" userId="5215c364-4639-494b-a156-0291b7c83c6d" providerId="ADAL" clId="{109E2DF9-1C2A-4103-865E-2669DE7650AC}" dt="2022-11-17T08:04:00.267" v="94540"/>
          <ac:spMkLst>
            <pc:docMk/>
            <pc:sldMk cId="1524044050" sldId="1817606786"/>
            <ac:spMk id="624" creationId="{D6398E36-354F-5238-E697-6F598734AC20}"/>
          </ac:spMkLst>
        </pc:spChg>
        <pc:spChg chg="add mod ord replST delST">
          <ac:chgData name="Varun Srivatsan" userId="5215c364-4639-494b-a156-0291b7c83c6d" providerId="ADAL" clId="{109E2DF9-1C2A-4103-865E-2669DE7650AC}" dt="2022-11-17T08:04:00.267" v="94540"/>
          <ac:spMkLst>
            <pc:docMk/>
            <pc:sldMk cId="1524044050" sldId="1817606786"/>
            <ac:spMk id="625" creationId="{A2D0F947-E2EA-20A1-C232-BC8830DD78C9}"/>
          </ac:spMkLst>
        </pc:spChg>
        <pc:spChg chg="add mod ord replST delST">
          <ac:chgData name="Varun Srivatsan" userId="5215c364-4639-494b-a156-0291b7c83c6d" providerId="ADAL" clId="{109E2DF9-1C2A-4103-865E-2669DE7650AC}" dt="2022-11-17T08:04:00.267" v="94540"/>
          <ac:spMkLst>
            <pc:docMk/>
            <pc:sldMk cId="1524044050" sldId="1817606786"/>
            <ac:spMk id="626" creationId="{23C0CDD0-DF96-F018-19E6-1FD3516E597A}"/>
          </ac:spMkLst>
        </pc:spChg>
        <pc:spChg chg="add mod ord replST delST">
          <ac:chgData name="Varun Srivatsan" userId="5215c364-4639-494b-a156-0291b7c83c6d" providerId="ADAL" clId="{109E2DF9-1C2A-4103-865E-2669DE7650AC}" dt="2022-11-17T08:04:00.267" v="94540"/>
          <ac:spMkLst>
            <pc:docMk/>
            <pc:sldMk cId="1524044050" sldId="1817606786"/>
            <ac:spMk id="627" creationId="{768C2844-1993-66E2-6197-102596221B20}"/>
          </ac:spMkLst>
        </pc:spChg>
        <pc:spChg chg="add mod ord replST delST">
          <ac:chgData name="Varun Srivatsan" userId="5215c364-4639-494b-a156-0291b7c83c6d" providerId="ADAL" clId="{109E2DF9-1C2A-4103-865E-2669DE7650AC}" dt="2022-11-17T08:04:00.267" v="94540"/>
          <ac:spMkLst>
            <pc:docMk/>
            <pc:sldMk cId="1524044050" sldId="1817606786"/>
            <ac:spMk id="628" creationId="{BB2EAC5B-3EB1-59D9-62C3-A8853DE648F9}"/>
          </ac:spMkLst>
        </pc:spChg>
        <pc:spChg chg="add mod ord replST delST">
          <ac:chgData name="Varun Srivatsan" userId="5215c364-4639-494b-a156-0291b7c83c6d" providerId="ADAL" clId="{109E2DF9-1C2A-4103-865E-2669DE7650AC}" dt="2022-11-17T08:04:00.267" v="94540"/>
          <ac:spMkLst>
            <pc:docMk/>
            <pc:sldMk cId="1524044050" sldId="1817606786"/>
            <ac:spMk id="629" creationId="{1D1789BB-572C-841F-D877-B43F39A0CB6A}"/>
          </ac:spMkLst>
        </pc:spChg>
        <pc:spChg chg="add mod ord replST delST">
          <ac:chgData name="Varun Srivatsan" userId="5215c364-4639-494b-a156-0291b7c83c6d" providerId="ADAL" clId="{109E2DF9-1C2A-4103-865E-2669DE7650AC}" dt="2022-11-17T08:04:00.267" v="94540"/>
          <ac:spMkLst>
            <pc:docMk/>
            <pc:sldMk cId="1524044050" sldId="1817606786"/>
            <ac:spMk id="630" creationId="{59A15F60-7A5E-D7D8-C402-6BB92B215EF6}"/>
          </ac:spMkLst>
        </pc:spChg>
        <pc:spChg chg="add mod ord replST delST">
          <ac:chgData name="Varun Srivatsan" userId="5215c364-4639-494b-a156-0291b7c83c6d" providerId="ADAL" clId="{109E2DF9-1C2A-4103-865E-2669DE7650AC}" dt="2022-11-17T08:04:00.267" v="94540"/>
          <ac:spMkLst>
            <pc:docMk/>
            <pc:sldMk cId="1524044050" sldId="1817606786"/>
            <ac:spMk id="631" creationId="{CC52DFA6-FA22-9ADC-CB4F-AD361D328063}"/>
          </ac:spMkLst>
        </pc:spChg>
        <pc:spChg chg="add mod ord replST delST">
          <ac:chgData name="Varun Srivatsan" userId="5215c364-4639-494b-a156-0291b7c83c6d" providerId="ADAL" clId="{109E2DF9-1C2A-4103-865E-2669DE7650AC}" dt="2022-11-17T08:04:00.267" v="94540"/>
          <ac:spMkLst>
            <pc:docMk/>
            <pc:sldMk cId="1524044050" sldId="1817606786"/>
            <ac:spMk id="632" creationId="{8BBE8CF7-ABFB-891F-A4E3-5AD6C2719CEF}"/>
          </ac:spMkLst>
        </pc:spChg>
        <pc:spChg chg="add mod ord replST delST">
          <ac:chgData name="Varun Srivatsan" userId="5215c364-4639-494b-a156-0291b7c83c6d" providerId="ADAL" clId="{109E2DF9-1C2A-4103-865E-2669DE7650AC}" dt="2022-11-17T08:04:00.267" v="94540"/>
          <ac:spMkLst>
            <pc:docMk/>
            <pc:sldMk cId="1524044050" sldId="1817606786"/>
            <ac:spMk id="633" creationId="{F66D97B6-8CFE-7708-D0FB-45630D953442}"/>
          </ac:spMkLst>
        </pc:spChg>
        <pc:spChg chg="add mod ord replST delST">
          <ac:chgData name="Varun Srivatsan" userId="5215c364-4639-494b-a156-0291b7c83c6d" providerId="ADAL" clId="{109E2DF9-1C2A-4103-865E-2669DE7650AC}" dt="2022-11-17T08:04:00.267" v="94540"/>
          <ac:spMkLst>
            <pc:docMk/>
            <pc:sldMk cId="1524044050" sldId="1817606786"/>
            <ac:spMk id="634" creationId="{9980237D-B11B-1B0E-5F1D-20945208A326}"/>
          </ac:spMkLst>
        </pc:spChg>
        <pc:spChg chg="add mod replST delST">
          <ac:chgData name="Varun Srivatsan" userId="5215c364-4639-494b-a156-0291b7c83c6d" providerId="ADAL" clId="{109E2DF9-1C2A-4103-865E-2669DE7650AC}" dt="2022-11-17T08:04:00.267" v="94540"/>
          <ac:spMkLst>
            <pc:docMk/>
            <pc:sldMk cId="1524044050" sldId="1817606786"/>
            <ac:spMk id="635" creationId="{F62B4EDD-521B-281E-8572-5CB95B14108E}"/>
          </ac:spMkLst>
        </pc:spChg>
        <pc:spChg chg="add mod replST delST">
          <ac:chgData name="Varun Srivatsan" userId="5215c364-4639-494b-a156-0291b7c83c6d" providerId="ADAL" clId="{109E2DF9-1C2A-4103-865E-2669DE7650AC}" dt="2022-11-17T08:04:00.267" v="94540"/>
          <ac:spMkLst>
            <pc:docMk/>
            <pc:sldMk cId="1524044050" sldId="1817606786"/>
            <ac:spMk id="636" creationId="{9FE68B0A-854F-89D9-D6B3-4A2183C7D921}"/>
          </ac:spMkLst>
        </pc:spChg>
        <pc:spChg chg="add mod replST delST">
          <ac:chgData name="Varun Srivatsan" userId="5215c364-4639-494b-a156-0291b7c83c6d" providerId="ADAL" clId="{109E2DF9-1C2A-4103-865E-2669DE7650AC}" dt="2022-11-17T08:04:00.267" v="94540"/>
          <ac:spMkLst>
            <pc:docMk/>
            <pc:sldMk cId="1524044050" sldId="1817606786"/>
            <ac:spMk id="637" creationId="{185301DD-7A85-41E0-9A48-C26FF2401EBC}"/>
          </ac:spMkLst>
        </pc:spChg>
        <pc:spChg chg="add del mod modVis">
          <ac:chgData name="Varun Srivatsan" userId="5215c364-4639-494b-a156-0291b7c83c6d" providerId="ADAL" clId="{109E2DF9-1C2A-4103-865E-2669DE7650AC}" dt="2022-11-17T08:03:58.819" v="93726"/>
          <ac:spMkLst>
            <pc:docMk/>
            <pc:sldMk cId="1524044050" sldId="1817606786"/>
            <ac:spMk id="639" creationId="{3F3431F0-0C1F-96DD-68A9-B6872DBBD911}"/>
          </ac:spMkLst>
        </pc:spChg>
        <pc:spChg chg="add del mod modVis">
          <ac:chgData name="Varun Srivatsan" userId="5215c364-4639-494b-a156-0291b7c83c6d" providerId="ADAL" clId="{109E2DF9-1C2A-4103-865E-2669DE7650AC}" dt="2022-11-17T07:50:09.122" v="93622" actId="962"/>
          <ac:spMkLst>
            <pc:docMk/>
            <pc:sldMk cId="1524044050" sldId="1817606786"/>
            <ac:spMk id="641" creationId="{064665B1-0F5D-5F09-337F-4D755373D30F}"/>
          </ac:spMkLst>
        </pc:spChg>
        <pc:spChg chg="add del mod modVis">
          <ac:chgData name="Varun Srivatsan" userId="5215c364-4639-494b-a156-0291b7c83c6d" providerId="ADAL" clId="{109E2DF9-1C2A-4103-865E-2669DE7650AC}" dt="2022-11-17T07:50:09.082" v="93494" actId="962"/>
          <ac:spMkLst>
            <pc:docMk/>
            <pc:sldMk cId="1524044050" sldId="1817606786"/>
            <ac:spMk id="643" creationId="{36117AF9-20F0-4D49-2F22-EDDCF06D34C0}"/>
          </ac:spMkLst>
        </pc:spChg>
        <pc:graphicFrameChg chg="mod">
          <ac:chgData name="Varun Srivatsan" userId="5215c364-4639-494b-a156-0291b7c83c6d" providerId="ADAL" clId="{109E2DF9-1C2A-4103-865E-2669DE7650AC}" dt="2022-11-17T08:04:05.994" v="94976"/>
          <ac:graphicFrameMkLst>
            <pc:docMk/>
            <pc:sldMk cId="1524044050" sldId="1817606786"/>
            <ac:graphicFrameMk id="7" creationId="{CA188CE8-71A5-489E-AE5E-BD2C5C5FB317}"/>
          </ac:graphicFrameMkLst>
        </pc:graphicFrameChg>
        <pc:graphicFrameChg chg="add del mod">
          <ac:chgData name="Varun Srivatsan" userId="5215c364-4639-494b-a156-0291b7c83c6d" providerId="ADAL" clId="{109E2DF9-1C2A-4103-865E-2669DE7650AC}" dt="2022-11-17T04:40:11.861" v="8" actId="478"/>
          <ac:graphicFrameMkLst>
            <pc:docMk/>
            <pc:sldMk cId="1524044050" sldId="1817606786"/>
            <ac:graphicFrameMk id="55" creationId="{FD0A6F72-9DDB-11C0-91D2-FBC60660387F}"/>
          </ac:graphicFrameMkLst>
        </pc:graphicFrameChg>
        <pc:graphicFrameChg chg="add del mod replST">
          <ac:chgData name="Varun Srivatsan" userId="5215c364-4639-494b-a156-0291b7c83c6d" providerId="ADAL" clId="{109E2DF9-1C2A-4103-865E-2669DE7650AC}" dt="2022-11-17T04:59:08.514" v="1006"/>
          <ac:graphicFrameMkLst>
            <pc:docMk/>
            <pc:sldMk cId="1524044050" sldId="1817606786"/>
            <ac:graphicFrameMk id="63" creationId="{5FEA5A4F-9050-F012-E345-EFE175A92F8E}"/>
          </ac:graphicFrameMkLst>
        </pc:graphicFrameChg>
        <pc:graphicFrameChg chg="del">
          <ac:chgData name="Varun Srivatsan" userId="5215c364-4639-494b-a156-0291b7c83c6d" providerId="ADAL" clId="{109E2DF9-1C2A-4103-865E-2669DE7650AC}" dt="2022-11-17T04:59:00.150" v="741"/>
          <ac:graphicFrameMkLst>
            <pc:docMk/>
            <pc:sldMk cId="1524044050" sldId="1817606786"/>
            <ac:graphicFrameMk id="65" creationId="{AB6891B5-0CC7-E14F-28F9-324F46A8ACF9}"/>
          </ac:graphicFrameMkLst>
        </pc:graphicFrameChg>
        <pc:graphicFrameChg chg="add del mod replST">
          <ac:chgData name="Varun Srivatsan" userId="5215c364-4639-494b-a156-0291b7c83c6d" providerId="ADAL" clId="{109E2DF9-1C2A-4103-865E-2669DE7650AC}" dt="2022-11-17T04:59:14.303" v="1271"/>
          <ac:graphicFrameMkLst>
            <pc:docMk/>
            <pc:sldMk cId="1524044050" sldId="1817606786"/>
            <ac:graphicFrameMk id="66" creationId="{3D15A8DC-500D-0D00-E078-B4EA6195500D}"/>
          </ac:graphicFrameMkLst>
        </pc:graphicFrameChg>
        <pc:graphicFrameChg chg="add del mod replST">
          <ac:chgData name="Varun Srivatsan" userId="5215c364-4639-494b-a156-0291b7c83c6d" providerId="ADAL" clId="{109E2DF9-1C2A-4103-865E-2669DE7650AC}" dt="2022-11-17T04:59:18.113" v="1624"/>
          <ac:graphicFrameMkLst>
            <pc:docMk/>
            <pc:sldMk cId="1524044050" sldId="1817606786"/>
            <ac:graphicFrameMk id="68" creationId="{998BA20C-FD20-E700-4A6A-BF1523C66F10}"/>
          </ac:graphicFrameMkLst>
        </pc:graphicFrameChg>
        <pc:graphicFrameChg chg="add del mod replST">
          <ac:chgData name="Varun Srivatsan" userId="5215c364-4639-494b-a156-0291b7c83c6d" providerId="ADAL" clId="{109E2DF9-1C2A-4103-865E-2669DE7650AC}" dt="2022-11-17T04:59:22.419" v="1889"/>
          <ac:graphicFrameMkLst>
            <pc:docMk/>
            <pc:sldMk cId="1524044050" sldId="1817606786"/>
            <ac:graphicFrameMk id="70" creationId="{9A9B502B-F59C-53D7-729F-40DF41B6C573}"/>
          </ac:graphicFrameMkLst>
        </pc:graphicFrameChg>
        <pc:graphicFrameChg chg="add del mod replST">
          <ac:chgData name="Varun Srivatsan" userId="5215c364-4639-494b-a156-0291b7c83c6d" providerId="ADAL" clId="{109E2DF9-1C2A-4103-865E-2669DE7650AC}" dt="2022-11-17T04:59:25.394" v="2154"/>
          <ac:graphicFrameMkLst>
            <pc:docMk/>
            <pc:sldMk cId="1524044050" sldId="1817606786"/>
            <ac:graphicFrameMk id="72" creationId="{E1230D1A-29C0-D35F-6FE6-0E862BEDB5C4}"/>
          </ac:graphicFrameMkLst>
        </pc:graphicFrameChg>
        <pc:graphicFrameChg chg="add del mod replST">
          <ac:chgData name="Varun Srivatsan" userId="5215c364-4639-494b-a156-0291b7c83c6d" providerId="ADAL" clId="{109E2DF9-1C2A-4103-865E-2669DE7650AC}" dt="2022-11-17T04:59:27.855" v="2419"/>
          <ac:graphicFrameMkLst>
            <pc:docMk/>
            <pc:sldMk cId="1524044050" sldId="1817606786"/>
            <ac:graphicFrameMk id="74" creationId="{45B4B031-EFFE-3959-1F81-AA39B4BD0DBF}"/>
          </ac:graphicFrameMkLst>
        </pc:graphicFrameChg>
        <pc:graphicFrameChg chg="add del mod replST">
          <ac:chgData name="Varun Srivatsan" userId="5215c364-4639-494b-a156-0291b7c83c6d" providerId="ADAL" clId="{109E2DF9-1C2A-4103-865E-2669DE7650AC}" dt="2022-11-17T04:59:30.465" v="2684"/>
          <ac:graphicFrameMkLst>
            <pc:docMk/>
            <pc:sldMk cId="1524044050" sldId="1817606786"/>
            <ac:graphicFrameMk id="81" creationId="{50779A94-1D08-B7B3-7F2F-FA6DFE42B00A}"/>
          </ac:graphicFrameMkLst>
        </pc:graphicFrameChg>
        <pc:graphicFrameChg chg="add del mod replST">
          <ac:chgData name="Varun Srivatsan" userId="5215c364-4639-494b-a156-0291b7c83c6d" providerId="ADAL" clId="{109E2DF9-1C2A-4103-865E-2669DE7650AC}" dt="2022-11-17T04:59:40.005" v="2947"/>
          <ac:graphicFrameMkLst>
            <pc:docMk/>
            <pc:sldMk cId="1524044050" sldId="1817606786"/>
            <ac:graphicFrameMk id="83" creationId="{7787AED2-96C7-5BC0-BD95-48C4DCC93AD1}"/>
          </ac:graphicFrameMkLst>
        </pc:graphicFrameChg>
        <pc:graphicFrameChg chg="add del mod replST">
          <ac:chgData name="Varun Srivatsan" userId="5215c364-4639-494b-a156-0291b7c83c6d" providerId="ADAL" clId="{109E2DF9-1C2A-4103-865E-2669DE7650AC}" dt="2022-11-17T05:00:59.931" v="3212"/>
          <ac:graphicFrameMkLst>
            <pc:docMk/>
            <pc:sldMk cId="1524044050" sldId="1817606786"/>
            <ac:graphicFrameMk id="85" creationId="{B1CA231B-68A0-BB6B-E222-EC76946319AA}"/>
          </ac:graphicFrameMkLst>
        </pc:graphicFrameChg>
        <pc:graphicFrameChg chg="add del mod replST">
          <ac:chgData name="Varun Srivatsan" userId="5215c364-4639-494b-a156-0291b7c83c6d" providerId="ADAL" clId="{109E2DF9-1C2A-4103-865E-2669DE7650AC}" dt="2022-11-17T05:01:04.870" v="3477"/>
          <ac:graphicFrameMkLst>
            <pc:docMk/>
            <pc:sldMk cId="1524044050" sldId="1817606786"/>
            <ac:graphicFrameMk id="87" creationId="{2B00ECF7-C572-8B6E-4A83-D33560C7D8C8}"/>
          </ac:graphicFrameMkLst>
        </pc:graphicFrameChg>
        <pc:graphicFrameChg chg="add del mod replST">
          <ac:chgData name="Varun Srivatsan" userId="5215c364-4639-494b-a156-0291b7c83c6d" providerId="ADAL" clId="{109E2DF9-1C2A-4103-865E-2669DE7650AC}" dt="2022-11-17T05:01:07.089" v="3742"/>
          <ac:graphicFrameMkLst>
            <pc:docMk/>
            <pc:sldMk cId="1524044050" sldId="1817606786"/>
            <ac:graphicFrameMk id="89" creationId="{A441D92D-5698-B904-87A6-D09CFC36D002}"/>
          </ac:graphicFrameMkLst>
        </pc:graphicFrameChg>
        <pc:graphicFrameChg chg="add del mod replST">
          <ac:chgData name="Varun Srivatsan" userId="5215c364-4639-494b-a156-0291b7c83c6d" providerId="ADAL" clId="{109E2DF9-1C2A-4103-865E-2669DE7650AC}" dt="2022-11-17T05:01:09.691" v="4007"/>
          <ac:graphicFrameMkLst>
            <pc:docMk/>
            <pc:sldMk cId="1524044050" sldId="1817606786"/>
            <ac:graphicFrameMk id="91" creationId="{5F8CA0F0-15A8-79FC-9A43-05657F25C808}"/>
          </ac:graphicFrameMkLst>
        </pc:graphicFrameChg>
        <pc:graphicFrameChg chg="add del mod replST">
          <ac:chgData name="Varun Srivatsan" userId="5215c364-4639-494b-a156-0291b7c83c6d" providerId="ADAL" clId="{109E2DF9-1C2A-4103-865E-2669DE7650AC}" dt="2022-11-17T05:01:12.728" v="4270"/>
          <ac:graphicFrameMkLst>
            <pc:docMk/>
            <pc:sldMk cId="1524044050" sldId="1817606786"/>
            <ac:graphicFrameMk id="93" creationId="{8C0AE8AD-E8FB-9C7F-210D-3F2516A28A8E}"/>
          </ac:graphicFrameMkLst>
        </pc:graphicFrameChg>
        <pc:graphicFrameChg chg="add del mod replST">
          <ac:chgData name="Varun Srivatsan" userId="5215c364-4639-494b-a156-0291b7c83c6d" providerId="ADAL" clId="{109E2DF9-1C2A-4103-865E-2669DE7650AC}" dt="2022-11-17T05:01:15.611" v="4541"/>
          <ac:graphicFrameMkLst>
            <pc:docMk/>
            <pc:sldMk cId="1524044050" sldId="1817606786"/>
            <ac:graphicFrameMk id="99" creationId="{53118802-1515-0CD9-2CB3-50FFDCC5D46B}"/>
          </ac:graphicFrameMkLst>
        </pc:graphicFrameChg>
        <pc:graphicFrameChg chg="add del mod replST">
          <ac:chgData name="Varun Srivatsan" userId="5215c364-4639-494b-a156-0291b7c83c6d" providerId="ADAL" clId="{109E2DF9-1C2A-4103-865E-2669DE7650AC}" dt="2022-11-17T05:01:20.676" v="4800"/>
          <ac:graphicFrameMkLst>
            <pc:docMk/>
            <pc:sldMk cId="1524044050" sldId="1817606786"/>
            <ac:graphicFrameMk id="102" creationId="{AF22E14B-1FC7-D997-4741-E3302F245715}"/>
          </ac:graphicFrameMkLst>
        </pc:graphicFrameChg>
        <pc:graphicFrameChg chg="add del mod replST">
          <ac:chgData name="Varun Srivatsan" userId="5215c364-4639-494b-a156-0291b7c83c6d" providerId="ADAL" clId="{109E2DF9-1C2A-4103-865E-2669DE7650AC}" dt="2022-11-17T05:01:27.028" v="5054"/>
          <ac:graphicFrameMkLst>
            <pc:docMk/>
            <pc:sldMk cId="1524044050" sldId="1817606786"/>
            <ac:graphicFrameMk id="104" creationId="{E31288EB-5E9B-4426-FD58-6E79BDA9053E}"/>
          </ac:graphicFrameMkLst>
        </pc:graphicFrameChg>
        <pc:graphicFrameChg chg="add del mod replST">
          <ac:chgData name="Varun Srivatsan" userId="5215c364-4639-494b-a156-0291b7c83c6d" providerId="ADAL" clId="{109E2DF9-1C2A-4103-865E-2669DE7650AC}" dt="2022-11-17T05:01:29.952" v="5321"/>
          <ac:graphicFrameMkLst>
            <pc:docMk/>
            <pc:sldMk cId="1524044050" sldId="1817606786"/>
            <ac:graphicFrameMk id="107" creationId="{F3C833F4-ECA7-ABEF-22AB-E495CFD63FD4}"/>
          </ac:graphicFrameMkLst>
        </pc:graphicFrameChg>
        <pc:graphicFrameChg chg="add del mod replST">
          <ac:chgData name="Varun Srivatsan" userId="5215c364-4639-494b-a156-0291b7c83c6d" providerId="ADAL" clId="{109E2DF9-1C2A-4103-865E-2669DE7650AC}" dt="2022-11-17T05:01:32.642" v="5564"/>
          <ac:graphicFrameMkLst>
            <pc:docMk/>
            <pc:sldMk cId="1524044050" sldId="1817606786"/>
            <ac:graphicFrameMk id="109" creationId="{2A29E1A6-73BD-FC91-1D1E-E36E6847976A}"/>
          </ac:graphicFrameMkLst>
        </pc:graphicFrameChg>
        <pc:graphicFrameChg chg="add del mod replST">
          <ac:chgData name="Varun Srivatsan" userId="5215c364-4639-494b-a156-0291b7c83c6d" providerId="ADAL" clId="{109E2DF9-1C2A-4103-865E-2669DE7650AC}" dt="2022-11-17T05:01:35.525" v="5786"/>
          <ac:graphicFrameMkLst>
            <pc:docMk/>
            <pc:sldMk cId="1524044050" sldId="1817606786"/>
            <ac:graphicFrameMk id="111" creationId="{6568D4A8-FE70-7567-86BA-80DC231C7105}"/>
          </ac:graphicFrameMkLst>
        </pc:graphicFrameChg>
        <pc:graphicFrameChg chg="add del mod replST">
          <ac:chgData name="Varun Srivatsan" userId="5215c364-4639-494b-a156-0291b7c83c6d" providerId="ADAL" clId="{109E2DF9-1C2A-4103-865E-2669DE7650AC}" dt="2022-11-17T05:04:42.750" v="6015"/>
          <ac:graphicFrameMkLst>
            <pc:docMk/>
            <pc:sldMk cId="1524044050" sldId="1817606786"/>
            <ac:graphicFrameMk id="113" creationId="{581BFC0C-2BC8-2159-3B91-9208E2532C13}"/>
          </ac:graphicFrameMkLst>
        </pc:graphicFrameChg>
        <pc:graphicFrameChg chg="add del mod replST">
          <ac:chgData name="Varun Srivatsan" userId="5215c364-4639-494b-a156-0291b7c83c6d" providerId="ADAL" clId="{109E2DF9-1C2A-4103-865E-2669DE7650AC}" dt="2022-11-17T05:04:43.752" v="6277"/>
          <ac:graphicFrameMkLst>
            <pc:docMk/>
            <pc:sldMk cId="1524044050" sldId="1817606786"/>
            <ac:graphicFrameMk id="115" creationId="{4C2E1D9A-D5B2-072E-DDC9-7B264D8CCAE7}"/>
          </ac:graphicFrameMkLst>
        </pc:graphicFrameChg>
        <pc:graphicFrameChg chg="add del mod replST">
          <ac:chgData name="Varun Srivatsan" userId="5215c364-4639-494b-a156-0291b7c83c6d" providerId="ADAL" clId="{109E2DF9-1C2A-4103-865E-2669DE7650AC}" dt="2022-11-17T05:04:54.518" v="8165"/>
          <ac:graphicFrameMkLst>
            <pc:docMk/>
            <pc:sldMk cId="1524044050" sldId="1817606786"/>
            <ac:graphicFrameMk id="117" creationId="{08786618-E13C-4F4C-F10E-740661CE5521}"/>
          </ac:graphicFrameMkLst>
        </pc:graphicFrameChg>
        <pc:graphicFrameChg chg="add del mod replST">
          <ac:chgData name="Varun Srivatsan" userId="5215c364-4639-494b-a156-0291b7c83c6d" providerId="ADAL" clId="{109E2DF9-1C2A-4103-865E-2669DE7650AC}" dt="2022-11-17T06:46:28.714" v="9245"/>
          <ac:graphicFrameMkLst>
            <pc:docMk/>
            <pc:sldMk cId="1524044050" sldId="1817606786"/>
            <ac:graphicFrameMk id="140" creationId="{8A8C1D3F-0A21-E3D0-DAE5-4715F1985ECF}"/>
          </ac:graphicFrameMkLst>
        </pc:graphicFrameChg>
        <pc:graphicFrameChg chg="add del mod replST">
          <ac:chgData name="Varun Srivatsan" userId="5215c364-4639-494b-a156-0291b7c83c6d" providerId="ADAL" clId="{109E2DF9-1C2A-4103-865E-2669DE7650AC}" dt="2022-11-17T06:46:33.713" v="9480"/>
          <ac:graphicFrameMkLst>
            <pc:docMk/>
            <pc:sldMk cId="1524044050" sldId="1817606786"/>
            <ac:graphicFrameMk id="154" creationId="{9DACF7AB-8264-6A22-194E-6D6A9058F88D}"/>
          </ac:graphicFrameMkLst>
        </pc:graphicFrameChg>
        <pc:graphicFrameChg chg="add del mod replST">
          <ac:chgData name="Varun Srivatsan" userId="5215c364-4639-494b-a156-0291b7c83c6d" providerId="ADAL" clId="{109E2DF9-1C2A-4103-865E-2669DE7650AC}" dt="2022-11-17T06:46:51.797" v="9782"/>
          <ac:graphicFrameMkLst>
            <pc:docMk/>
            <pc:sldMk cId="1524044050" sldId="1817606786"/>
            <ac:graphicFrameMk id="158" creationId="{DC01982C-D455-9291-3B50-974A9644E706}"/>
          </ac:graphicFrameMkLst>
        </pc:graphicFrameChg>
        <pc:graphicFrameChg chg="add del mod replST">
          <ac:chgData name="Varun Srivatsan" userId="5215c364-4639-494b-a156-0291b7c83c6d" providerId="ADAL" clId="{109E2DF9-1C2A-4103-865E-2669DE7650AC}" dt="2022-11-17T06:46:57.591" v="9981"/>
          <ac:graphicFrameMkLst>
            <pc:docMk/>
            <pc:sldMk cId="1524044050" sldId="1817606786"/>
            <ac:graphicFrameMk id="161" creationId="{85CD2DC5-0E61-B00A-72D0-615E525674E9}"/>
          </ac:graphicFrameMkLst>
        </pc:graphicFrameChg>
        <pc:graphicFrameChg chg="add del mod replST">
          <ac:chgData name="Varun Srivatsan" userId="5215c364-4639-494b-a156-0291b7c83c6d" providerId="ADAL" clId="{109E2DF9-1C2A-4103-865E-2669DE7650AC}" dt="2022-11-17T06:48:02.908" v="10180"/>
          <ac:graphicFrameMkLst>
            <pc:docMk/>
            <pc:sldMk cId="1524044050" sldId="1817606786"/>
            <ac:graphicFrameMk id="163" creationId="{C7C9A984-7BDA-172C-9F71-F85BADFE5DC8}"/>
          </ac:graphicFrameMkLst>
        </pc:graphicFrameChg>
        <pc:graphicFrameChg chg="add del mod replST">
          <ac:chgData name="Varun Srivatsan" userId="5215c364-4639-494b-a156-0291b7c83c6d" providerId="ADAL" clId="{109E2DF9-1C2A-4103-865E-2669DE7650AC}" dt="2022-11-17T06:48:07.409" v="10379"/>
          <ac:graphicFrameMkLst>
            <pc:docMk/>
            <pc:sldMk cId="1524044050" sldId="1817606786"/>
            <ac:graphicFrameMk id="165" creationId="{632EAD6E-7696-4E39-BF67-3FF8679B4147}"/>
          </ac:graphicFrameMkLst>
        </pc:graphicFrameChg>
        <pc:graphicFrameChg chg="add del mod replST">
          <ac:chgData name="Varun Srivatsan" userId="5215c364-4639-494b-a156-0291b7c83c6d" providerId="ADAL" clId="{109E2DF9-1C2A-4103-865E-2669DE7650AC}" dt="2022-11-17T06:48:09.792" v="10578"/>
          <ac:graphicFrameMkLst>
            <pc:docMk/>
            <pc:sldMk cId="1524044050" sldId="1817606786"/>
            <ac:graphicFrameMk id="167" creationId="{FC81F59A-A67C-53EA-E72C-9E94A73AA40D}"/>
          </ac:graphicFrameMkLst>
        </pc:graphicFrameChg>
        <pc:graphicFrameChg chg="add del mod replST">
          <ac:chgData name="Varun Srivatsan" userId="5215c364-4639-494b-a156-0291b7c83c6d" providerId="ADAL" clId="{109E2DF9-1C2A-4103-865E-2669DE7650AC}" dt="2022-11-17T06:48:22.700" v="10777"/>
          <ac:graphicFrameMkLst>
            <pc:docMk/>
            <pc:sldMk cId="1524044050" sldId="1817606786"/>
            <ac:graphicFrameMk id="169" creationId="{E97E865C-1ABF-207C-F27C-E639666BFE59}"/>
          </ac:graphicFrameMkLst>
        </pc:graphicFrameChg>
        <pc:graphicFrameChg chg="add del mod replST">
          <ac:chgData name="Varun Srivatsan" userId="5215c364-4639-494b-a156-0291b7c83c6d" providerId="ADAL" clId="{109E2DF9-1C2A-4103-865E-2669DE7650AC}" dt="2022-11-17T06:49:03.617" v="11124"/>
          <ac:graphicFrameMkLst>
            <pc:docMk/>
            <pc:sldMk cId="1524044050" sldId="1817606786"/>
            <ac:graphicFrameMk id="171" creationId="{E3122385-0BAD-A834-18B3-8C86C3EC75B9}"/>
          </ac:graphicFrameMkLst>
        </pc:graphicFrameChg>
        <pc:graphicFrameChg chg="add del mod replST">
          <ac:chgData name="Varun Srivatsan" userId="5215c364-4639-494b-a156-0291b7c83c6d" providerId="ADAL" clId="{109E2DF9-1C2A-4103-865E-2669DE7650AC}" dt="2022-11-17T06:49:08.345" v="11602"/>
          <ac:graphicFrameMkLst>
            <pc:docMk/>
            <pc:sldMk cId="1524044050" sldId="1817606786"/>
            <ac:graphicFrameMk id="182" creationId="{20DB09C8-2183-028D-EF41-6BA2082E9FB8}"/>
          </ac:graphicFrameMkLst>
        </pc:graphicFrameChg>
        <pc:graphicFrameChg chg="add del mod replST">
          <ac:chgData name="Varun Srivatsan" userId="5215c364-4639-494b-a156-0291b7c83c6d" providerId="ADAL" clId="{109E2DF9-1C2A-4103-865E-2669DE7650AC}" dt="2022-11-17T06:49:12.269" v="11801"/>
          <ac:graphicFrameMkLst>
            <pc:docMk/>
            <pc:sldMk cId="1524044050" sldId="1817606786"/>
            <ac:graphicFrameMk id="193" creationId="{546F4E14-8EA9-FEFA-3281-BACF74D3E282}"/>
          </ac:graphicFrameMkLst>
        </pc:graphicFrameChg>
        <pc:graphicFrameChg chg="add del mod replST">
          <ac:chgData name="Varun Srivatsan" userId="5215c364-4639-494b-a156-0291b7c83c6d" providerId="ADAL" clId="{109E2DF9-1C2A-4103-865E-2669DE7650AC}" dt="2022-11-17T06:49:19.601" v="12000"/>
          <ac:graphicFrameMkLst>
            <pc:docMk/>
            <pc:sldMk cId="1524044050" sldId="1817606786"/>
            <ac:graphicFrameMk id="195" creationId="{41A04DF9-F3EE-B505-B950-1613DC230C5E}"/>
          </ac:graphicFrameMkLst>
        </pc:graphicFrameChg>
        <pc:graphicFrameChg chg="add del mod replST">
          <ac:chgData name="Varun Srivatsan" userId="5215c364-4639-494b-a156-0291b7c83c6d" providerId="ADAL" clId="{109E2DF9-1C2A-4103-865E-2669DE7650AC}" dt="2022-11-17T06:49:27.575" v="12229"/>
          <ac:graphicFrameMkLst>
            <pc:docMk/>
            <pc:sldMk cId="1524044050" sldId="1817606786"/>
            <ac:graphicFrameMk id="197" creationId="{CF3039EF-7188-A650-6C1D-D36D49774D48}"/>
          </ac:graphicFrameMkLst>
        </pc:graphicFrameChg>
        <pc:graphicFrameChg chg="add del mod replST">
          <ac:chgData name="Varun Srivatsan" userId="5215c364-4639-494b-a156-0291b7c83c6d" providerId="ADAL" clId="{109E2DF9-1C2A-4103-865E-2669DE7650AC}" dt="2022-11-17T06:49:30.124" v="12458"/>
          <ac:graphicFrameMkLst>
            <pc:docMk/>
            <pc:sldMk cId="1524044050" sldId="1817606786"/>
            <ac:graphicFrameMk id="199" creationId="{D1656035-E078-F748-9A96-C011E7DA7F2B}"/>
          </ac:graphicFrameMkLst>
        </pc:graphicFrameChg>
        <pc:graphicFrameChg chg="add del mod replST">
          <ac:chgData name="Varun Srivatsan" userId="5215c364-4639-494b-a156-0291b7c83c6d" providerId="ADAL" clId="{109E2DF9-1C2A-4103-865E-2669DE7650AC}" dt="2022-11-17T06:54:55.496" v="12657"/>
          <ac:graphicFrameMkLst>
            <pc:docMk/>
            <pc:sldMk cId="1524044050" sldId="1817606786"/>
            <ac:graphicFrameMk id="201" creationId="{90AF1CCA-5EC7-E289-8148-A4A981C69F6D}"/>
          </ac:graphicFrameMkLst>
        </pc:graphicFrameChg>
        <pc:graphicFrameChg chg="add del mod replST">
          <ac:chgData name="Varun Srivatsan" userId="5215c364-4639-494b-a156-0291b7c83c6d" providerId="ADAL" clId="{109E2DF9-1C2A-4103-865E-2669DE7650AC}" dt="2022-11-17T06:55:07.936" v="12856"/>
          <ac:graphicFrameMkLst>
            <pc:docMk/>
            <pc:sldMk cId="1524044050" sldId="1817606786"/>
            <ac:graphicFrameMk id="203" creationId="{D6937693-12B6-A136-FB24-1DD05F8C2B8E}"/>
          </ac:graphicFrameMkLst>
        </pc:graphicFrameChg>
        <pc:graphicFrameChg chg="add del mod replST">
          <ac:chgData name="Varun Srivatsan" userId="5215c364-4639-494b-a156-0291b7c83c6d" providerId="ADAL" clId="{109E2DF9-1C2A-4103-865E-2669DE7650AC}" dt="2022-11-17T06:57:23.151" v="13062"/>
          <ac:graphicFrameMkLst>
            <pc:docMk/>
            <pc:sldMk cId="1524044050" sldId="1817606786"/>
            <ac:graphicFrameMk id="205" creationId="{266AD3D1-FF10-6503-91C2-8D00D083E9F5}"/>
          </ac:graphicFrameMkLst>
        </pc:graphicFrameChg>
        <pc:graphicFrameChg chg="add del mod replST">
          <ac:chgData name="Varun Srivatsan" userId="5215c364-4639-494b-a156-0291b7c83c6d" providerId="ADAL" clId="{109E2DF9-1C2A-4103-865E-2669DE7650AC}" dt="2022-11-17T06:57:43.404" v="13261"/>
          <ac:graphicFrameMkLst>
            <pc:docMk/>
            <pc:sldMk cId="1524044050" sldId="1817606786"/>
            <ac:graphicFrameMk id="207" creationId="{4553AF08-E6FB-263F-1DF4-666B45EFAE02}"/>
          </ac:graphicFrameMkLst>
        </pc:graphicFrameChg>
        <pc:graphicFrameChg chg="add del mod replST">
          <ac:chgData name="Varun Srivatsan" userId="5215c364-4639-494b-a156-0291b7c83c6d" providerId="ADAL" clId="{109E2DF9-1C2A-4103-865E-2669DE7650AC}" dt="2022-11-17T07:22:35.998" v="13460"/>
          <ac:graphicFrameMkLst>
            <pc:docMk/>
            <pc:sldMk cId="1524044050" sldId="1817606786"/>
            <ac:graphicFrameMk id="209" creationId="{6E075205-58DF-AAF0-4665-477099C594BA}"/>
          </ac:graphicFrameMkLst>
        </pc:graphicFrameChg>
        <pc:graphicFrameChg chg="add del mod replST">
          <ac:chgData name="Varun Srivatsan" userId="5215c364-4639-494b-a156-0291b7c83c6d" providerId="ADAL" clId="{109E2DF9-1C2A-4103-865E-2669DE7650AC}" dt="2022-11-17T07:22:48.075" v="13659"/>
          <ac:graphicFrameMkLst>
            <pc:docMk/>
            <pc:sldMk cId="1524044050" sldId="1817606786"/>
            <ac:graphicFrameMk id="211" creationId="{F097EC52-B16C-A463-F097-C15D05AEA0A6}"/>
          </ac:graphicFrameMkLst>
        </pc:graphicFrameChg>
        <pc:graphicFrameChg chg="add del mod replST">
          <ac:chgData name="Varun Srivatsan" userId="5215c364-4639-494b-a156-0291b7c83c6d" providerId="ADAL" clId="{109E2DF9-1C2A-4103-865E-2669DE7650AC}" dt="2022-11-17T07:24:37.748" v="15582"/>
          <ac:graphicFrameMkLst>
            <pc:docMk/>
            <pc:sldMk cId="1524044050" sldId="1817606786"/>
            <ac:graphicFrameMk id="213" creationId="{CC6522DF-1262-160B-0B70-EC8973B97689}"/>
          </ac:graphicFrameMkLst>
        </pc:graphicFrameChg>
        <pc:graphicFrameChg chg="add del mod replST">
          <ac:chgData name="Varun Srivatsan" userId="5215c364-4639-494b-a156-0291b7c83c6d" providerId="ADAL" clId="{109E2DF9-1C2A-4103-865E-2669DE7650AC}" dt="2022-11-17T07:24:42.420" v="16301"/>
          <ac:graphicFrameMkLst>
            <pc:docMk/>
            <pc:sldMk cId="1524044050" sldId="1817606786"/>
            <ac:graphicFrameMk id="241" creationId="{36F84A19-961D-DC03-849B-18E37D061EF7}"/>
          </ac:graphicFrameMkLst>
        </pc:graphicFrameChg>
        <pc:graphicFrameChg chg="add del mod replST">
          <ac:chgData name="Varun Srivatsan" userId="5215c364-4639-494b-a156-0291b7c83c6d" providerId="ADAL" clId="{109E2DF9-1C2A-4103-865E-2669DE7650AC}" dt="2022-11-17T07:24:38.752" v="15795"/>
          <ac:graphicFrameMkLst>
            <pc:docMk/>
            <pc:sldMk cId="1524044050" sldId="1817606786"/>
            <ac:graphicFrameMk id="243" creationId="{31B952E8-FB62-8860-195B-7193856F2DCF}"/>
          </ac:graphicFrameMkLst>
        </pc:graphicFrameChg>
        <pc:graphicFrameChg chg="add del mod replST">
          <ac:chgData name="Varun Srivatsan" userId="5215c364-4639-494b-a156-0291b7c83c6d" providerId="ADAL" clId="{109E2DF9-1C2A-4103-865E-2669DE7650AC}" dt="2022-11-17T07:24:41.766" v="16008"/>
          <ac:graphicFrameMkLst>
            <pc:docMk/>
            <pc:sldMk cId="1524044050" sldId="1817606786"/>
            <ac:graphicFrameMk id="245" creationId="{4311DB67-7763-EAA8-AF1B-92BFC01465ED}"/>
          </ac:graphicFrameMkLst>
        </pc:graphicFrameChg>
        <pc:graphicFrameChg chg="add del mod replST">
          <ac:chgData name="Varun Srivatsan" userId="5215c364-4639-494b-a156-0291b7c83c6d" providerId="ADAL" clId="{109E2DF9-1C2A-4103-865E-2669DE7650AC}" dt="2022-11-17T07:24:42.325" v="16165"/>
          <ac:graphicFrameMkLst>
            <pc:docMk/>
            <pc:sldMk cId="1524044050" sldId="1817606786"/>
            <ac:graphicFrameMk id="247" creationId="{0EFC139A-8202-0FFC-1FB1-A9A196D1B55A}"/>
          </ac:graphicFrameMkLst>
        </pc:graphicFrameChg>
        <pc:graphicFrameChg chg="add del mod replST">
          <ac:chgData name="Varun Srivatsan" userId="5215c364-4639-494b-a156-0291b7c83c6d" providerId="ADAL" clId="{109E2DF9-1C2A-4103-865E-2669DE7650AC}" dt="2022-11-17T07:24:46.249" v="16386"/>
          <ac:graphicFrameMkLst>
            <pc:docMk/>
            <pc:sldMk cId="1524044050" sldId="1817606786"/>
            <ac:graphicFrameMk id="248" creationId="{33B67DF4-7C81-8AE9-9DE9-DD6A8984955C}"/>
          </ac:graphicFrameMkLst>
        </pc:graphicFrameChg>
        <pc:graphicFrameChg chg="add del mod replST">
          <ac:chgData name="Varun Srivatsan" userId="5215c364-4639-494b-a156-0291b7c83c6d" providerId="ADAL" clId="{109E2DF9-1C2A-4103-865E-2669DE7650AC}" dt="2022-11-17T07:24:47.339" v="16469"/>
          <ac:graphicFrameMkLst>
            <pc:docMk/>
            <pc:sldMk cId="1524044050" sldId="1817606786"/>
            <ac:graphicFrameMk id="249" creationId="{8F9E4212-C274-0D1B-2828-60F7D10CBF5F}"/>
          </ac:graphicFrameMkLst>
        </pc:graphicFrameChg>
        <pc:graphicFrameChg chg="add del mod replST">
          <ac:chgData name="Varun Srivatsan" userId="5215c364-4639-494b-a156-0291b7c83c6d" providerId="ADAL" clId="{109E2DF9-1C2A-4103-865E-2669DE7650AC}" dt="2022-11-17T07:24:53.777" v="16743"/>
          <ac:graphicFrameMkLst>
            <pc:docMk/>
            <pc:sldMk cId="1524044050" sldId="1817606786"/>
            <ac:graphicFrameMk id="250" creationId="{29E81D4E-27FB-5FB1-4EC8-446C298DC74B}"/>
          </ac:graphicFrameMkLst>
        </pc:graphicFrameChg>
        <pc:graphicFrameChg chg="add del mod replST">
          <ac:chgData name="Varun Srivatsan" userId="5215c364-4639-494b-a156-0291b7c83c6d" providerId="ADAL" clId="{109E2DF9-1C2A-4103-865E-2669DE7650AC}" dt="2022-11-17T07:24:56.453" v="16969"/>
          <ac:graphicFrameMkLst>
            <pc:docMk/>
            <pc:sldMk cId="1524044050" sldId="1817606786"/>
            <ac:graphicFrameMk id="257" creationId="{C75D684C-CAB7-8CAD-33ED-FF60593CFA95}"/>
          </ac:graphicFrameMkLst>
        </pc:graphicFrameChg>
        <pc:graphicFrameChg chg="add del mod replST">
          <ac:chgData name="Varun Srivatsan" userId="5215c364-4639-494b-a156-0291b7c83c6d" providerId="ADAL" clId="{109E2DF9-1C2A-4103-865E-2669DE7650AC}" dt="2022-11-17T07:24:58.854" v="17124"/>
          <ac:graphicFrameMkLst>
            <pc:docMk/>
            <pc:sldMk cId="1524044050" sldId="1817606786"/>
            <ac:graphicFrameMk id="258" creationId="{5E98D05C-F737-6CE2-2E78-2860942014C9}"/>
          </ac:graphicFrameMkLst>
        </pc:graphicFrameChg>
        <pc:graphicFrameChg chg="add del mod replST">
          <ac:chgData name="Varun Srivatsan" userId="5215c364-4639-494b-a156-0291b7c83c6d" providerId="ADAL" clId="{109E2DF9-1C2A-4103-865E-2669DE7650AC}" dt="2022-11-17T07:26:41.735" v="17291"/>
          <ac:graphicFrameMkLst>
            <pc:docMk/>
            <pc:sldMk cId="1524044050" sldId="1817606786"/>
            <ac:graphicFrameMk id="259" creationId="{693772B2-49A7-22CC-4FC6-1D38AF09DF46}"/>
          </ac:graphicFrameMkLst>
        </pc:graphicFrameChg>
        <pc:graphicFrameChg chg="add del mod replST">
          <ac:chgData name="Varun Srivatsan" userId="5215c364-4639-494b-a156-0291b7c83c6d" providerId="ADAL" clId="{109E2DF9-1C2A-4103-865E-2669DE7650AC}" dt="2022-11-17T07:26:52.491" v="17352"/>
          <ac:graphicFrameMkLst>
            <pc:docMk/>
            <pc:sldMk cId="1524044050" sldId="1817606786"/>
            <ac:graphicFrameMk id="261" creationId="{E319C575-718D-0BDF-7EC2-7FF48835F9BF}"/>
          </ac:graphicFrameMkLst>
        </pc:graphicFrameChg>
        <pc:graphicFrameChg chg="add del mod replST">
          <ac:chgData name="Varun Srivatsan" userId="5215c364-4639-494b-a156-0291b7c83c6d" providerId="ADAL" clId="{109E2DF9-1C2A-4103-865E-2669DE7650AC}" dt="2022-11-17T07:27:31.827" v="18875"/>
          <ac:graphicFrameMkLst>
            <pc:docMk/>
            <pc:sldMk cId="1524044050" sldId="1817606786"/>
            <ac:graphicFrameMk id="277" creationId="{487BB193-6F4C-C5B2-8B64-213734735E7B}"/>
          </ac:graphicFrameMkLst>
        </pc:graphicFrameChg>
        <pc:graphicFrameChg chg="add del mod replST">
          <ac:chgData name="Varun Srivatsan" userId="5215c364-4639-494b-a156-0291b7c83c6d" providerId="ADAL" clId="{109E2DF9-1C2A-4103-865E-2669DE7650AC}" dt="2022-11-17T07:28:13.530" v="18934"/>
          <ac:graphicFrameMkLst>
            <pc:docMk/>
            <pc:sldMk cId="1524044050" sldId="1817606786"/>
            <ac:graphicFrameMk id="278" creationId="{7FD17251-F5FE-1D28-22F7-488C454521AE}"/>
          </ac:graphicFrameMkLst>
        </pc:graphicFrameChg>
        <pc:graphicFrameChg chg="add del mod replST">
          <ac:chgData name="Varun Srivatsan" userId="5215c364-4639-494b-a156-0291b7c83c6d" providerId="ADAL" clId="{109E2DF9-1C2A-4103-865E-2669DE7650AC}" dt="2022-11-17T07:39:51.275" v="51734"/>
          <ac:graphicFrameMkLst>
            <pc:docMk/>
            <pc:sldMk cId="1524044050" sldId="1817606786"/>
            <ac:graphicFrameMk id="289" creationId="{3AF5331B-6F12-B910-16DA-8405CB621780}"/>
          </ac:graphicFrameMkLst>
        </pc:graphicFrameChg>
        <pc:graphicFrameChg chg="add del mod replST">
          <ac:chgData name="Varun Srivatsan" userId="5215c364-4639-494b-a156-0291b7c83c6d" providerId="ADAL" clId="{109E2DF9-1C2A-4103-865E-2669DE7650AC}" dt="2022-11-17T07:39:51.923" v="52139"/>
          <ac:graphicFrameMkLst>
            <pc:docMk/>
            <pc:sldMk cId="1524044050" sldId="1817606786"/>
            <ac:graphicFrameMk id="322" creationId="{6CD8971C-CD26-25B3-4B8A-90AF80E60C28}"/>
          </ac:graphicFrameMkLst>
        </pc:graphicFrameChg>
        <pc:graphicFrameChg chg="add del mod replST">
          <ac:chgData name="Varun Srivatsan" userId="5215c364-4639-494b-a156-0291b7c83c6d" providerId="ADAL" clId="{109E2DF9-1C2A-4103-865E-2669DE7650AC}" dt="2022-11-17T07:43:12.635" v="66325"/>
          <ac:graphicFrameMkLst>
            <pc:docMk/>
            <pc:sldMk cId="1524044050" sldId="1817606786"/>
            <ac:graphicFrameMk id="326" creationId="{B1BAB524-95DD-09B4-6B56-A73B25D9356F}"/>
          </ac:graphicFrameMkLst>
        </pc:graphicFrameChg>
        <pc:graphicFrameChg chg="add del mod replST delST">
          <ac:chgData name="Varun Srivatsan" userId="5215c364-4639-494b-a156-0291b7c83c6d" providerId="ADAL" clId="{109E2DF9-1C2A-4103-865E-2669DE7650AC}" dt="2022-11-17T07:43:12.804" v="66413"/>
          <ac:graphicFrameMkLst>
            <pc:docMk/>
            <pc:sldMk cId="1524044050" sldId="1817606786"/>
            <ac:graphicFrameMk id="328" creationId="{3BF0141F-5A13-6593-4F6F-FFDBC9BC74C8}"/>
          </ac:graphicFrameMkLst>
        </pc:graphicFrameChg>
        <pc:graphicFrameChg chg="add del mod replST delST">
          <ac:chgData name="Varun Srivatsan" userId="5215c364-4639-494b-a156-0291b7c83c6d" providerId="ADAL" clId="{109E2DF9-1C2A-4103-865E-2669DE7650AC}" dt="2022-11-17T07:43:14.699" v="66997"/>
          <ac:graphicFrameMkLst>
            <pc:docMk/>
            <pc:sldMk cId="1524044050" sldId="1817606786"/>
            <ac:graphicFrameMk id="330" creationId="{97B54CBD-86D7-017E-8DBD-AA4D64A4B9A3}"/>
          </ac:graphicFrameMkLst>
        </pc:graphicFrameChg>
        <pc:graphicFrameChg chg="add del mod replST delST">
          <ac:chgData name="Varun Srivatsan" userId="5215c364-4639-494b-a156-0291b7c83c6d" providerId="ADAL" clId="{109E2DF9-1C2A-4103-865E-2669DE7650AC}" dt="2022-11-17T07:43:14.836" v="67132"/>
          <ac:graphicFrameMkLst>
            <pc:docMk/>
            <pc:sldMk cId="1524044050" sldId="1817606786"/>
            <ac:graphicFrameMk id="339" creationId="{0EE61EB2-E759-C829-A8CC-67FD8253E34D}"/>
          </ac:graphicFrameMkLst>
        </pc:graphicFrameChg>
        <pc:graphicFrameChg chg="add del mod replST delST">
          <ac:chgData name="Varun Srivatsan" userId="5215c364-4639-494b-a156-0291b7c83c6d" providerId="ADAL" clId="{109E2DF9-1C2A-4103-865E-2669DE7650AC}" dt="2022-11-17T07:43:15.828" v="67221"/>
          <ac:graphicFrameMkLst>
            <pc:docMk/>
            <pc:sldMk cId="1524044050" sldId="1817606786"/>
            <ac:graphicFrameMk id="341" creationId="{2AE5A6F1-6FCF-64B4-3971-7F4556A90445}"/>
          </ac:graphicFrameMkLst>
        </pc:graphicFrameChg>
        <pc:graphicFrameChg chg="add del mod replST delST">
          <ac:chgData name="Varun Srivatsan" userId="5215c364-4639-494b-a156-0291b7c83c6d" providerId="ADAL" clId="{109E2DF9-1C2A-4103-865E-2669DE7650AC}" dt="2022-11-17T07:43:16.728" v="67309"/>
          <ac:graphicFrameMkLst>
            <pc:docMk/>
            <pc:sldMk cId="1524044050" sldId="1817606786"/>
            <ac:graphicFrameMk id="343" creationId="{B9BDA350-DA65-346F-2FE3-5653DCC102ED}"/>
          </ac:graphicFrameMkLst>
        </pc:graphicFrameChg>
        <pc:graphicFrameChg chg="add del mod replST delST">
          <ac:chgData name="Varun Srivatsan" userId="5215c364-4639-494b-a156-0291b7c83c6d" providerId="ADAL" clId="{109E2DF9-1C2A-4103-865E-2669DE7650AC}" dt="2022-11-17T07:43:25.488" v="67587"/>
          <ac:graphicFrameMkLst>
            <pc:docMk/>
            <pc:sldMk cId="1524044050" sldId="1817606786"/>
            <ac:graphicFrameMk id="345" creationId="{23CB151E-3112-28B7-181C-097E91E49C2D}"/>
          </ac:graphicFrameMkLst>
        </pc:graphicFrameChg>
        <pc:graphicFrameChg chg="add del mod replST delST">
          <ac:chgData name="Varun Srivatsan" userId="5215c364-4639-494b-a156-0291b7c83c6d" providerId="ADAL" clId="{109E2DF9-1C2A-4103-865E-2669DE7650AC}" dt="2022-11-17T07:42:57.663" v="64973"/>
          <ac:graphicFrameMkLst>
            <pc:docMk/>
            <pc:sldMk cId="1524044050" sldId="1817606786"/>
            <ac:graphicFrameMk id="347" creationId="{7B32C690-8207-C8D4-2466-C00885E53613}"/>
          </ac:graphicFrameMkLst>
        </pc:graphicFrameChg>
        <pc:graphicFrameChg chg="add del mod replST delST">
          <ac:chgData name="Varun Srivatsan" userId="5215c364-4639-494b-a156-0291b7c83c6d" providerId="ADAL" clId="{109E2DF9-1C2A-4103-865E-2669DE7650AC}" dt="2022-11-17T07:42:57.007" v="64876"/>
          <ac:graphicFrameMkLst>
            <pc:docMk/>
            <pc:sldMk cId="1524044050" sldId="1817606786"/>
            <ac:graphicFrameMk id="350" creationId="{BFB7F72F-D8C4-6F92-E725-B1E786513681}"/>
          </ac:graphicFrameMkLst>
        </pc:graphicFrameChg>
        <pc:graphicFrameChg chg="add del mod replST delST">
          <ac:chgData name="Varun Srivatsan" userId="5215c364-4639-494b-a156-0291b7c83c6d" providerId="ADAL" clId="{109E2DF9-1C2A-4103-865E-2669DE7650AC}" dt="2022-11-17T07:42:56.231" v="64692"/>
          <ac:graphicFrameMkLst>
            <pc:docMk/>
            <pc:sldMk cId="1524044050" sldId="1817606786"/>
            <ac:graphicFrameMk id="352" creationId="{5E132BFC-30E0-5150-8016-1ACB83869BD2}"/>
          </ac:graphicFrameMkLst>
        </pc:graphicFrameChg>
        <pc:graphicFrameChg chg="add del mod replST delST">
          <ac:chgData name="Varun Srivatsan" userId="5215c364-4639-494b-a156-0291b7c83c6d" providerId="ADAL" clId="{109E2DF9-1C2A-4103-865E-2669DE7650AC}" dt="2022-11-17T07:42:54.732" v="64589"/>
          <ac:graphicFrameMkLst>
            <pc:docMk/>
            <pc:sldMk cId="1524044050" sldId="1817606786"/>
            <ac:graphicFrameMk id="360" creationId="{3EE958D4-BAED-17ED-933C-47CD27C3DC7A}"/>
          </ac:graphicFrameMkLst>
        </pc:graphicFrameChg>
        <pc:graphicFrameChg chg="add del mod replST delST">
          <ac:chgData name="Varun Srivatsan" userId="5215c364-4639-494b-a156-0291b7c83c6d" providerId="ADAL" clId="{109E2DF9-1C2A-4103-865E-2669DE7650AC}" dt="2022-11-17T07:42:52.564" v="64141"/>
          <ac:graphicFrameMkLst>
            <pc:docMk/>
            <pc:sldMk cId="1524044050" sldId="1817606786"/>
            <ac:graphicFrameMk id="362" creationId="{0AC73B5F-D353-E80C-66A1-DD233BCA2A4D}"/>
          </ac:graphicFrameMkLst>
        </pc:graphicFrameChg>
        <pc:graphicFrameChg chg="add del mod replST delST">
          <ac:chgData name="Varun Srivatsan" userId="5215c364-4639-494b-a156-0291b7c83c6d" providerId="ADAL" clId="{109E2DF9-1C2A-4103-865E-2669DE7650AC}" dt="2022-11-17T07:42:51.783" v="64055"/>
          <ac:graphicFrameMkLst>
            <pc:docMk/>
            <pc:sldMk cId="1524044050" sldId="1817606786"/>
            <ac:graphicFrameMk id="374" creationId="{85941164-42E7-BC29-704B-E63045F1B302}"/>
          </ac:graphicFrameMkLst>
        </pc:graphicFrameChg>
        <pc:graphicFrameChg chg="add del mod replST delST">
          <ac:chgData name="Varun Srivatsan" userId="5215c364-4639-494b-a156-0291b7c83c6d" providerId="ADAL" clId="{109E2DF9-1C2A-4103-865E-2669DE7650AC}" dt="2022-11-17T07:42:50.767" v="63369"/>
          <ac:graphicFrameMkLst>
            <pc:docMk/>
            <pc:sldMk cId="1524044050" sldId="1817606786"/>
            <ac:graphicFrameMk id="389" creationId="{1B0DBB1C-B865-1290-8FDB-039EF306A58F}"/>
          </ac:graphicFrameMkLst>
        </pc:graphicFrameChg>
        <pc:graphicFrameChg chg="add del mod replST delST">
          <ac:chgData name="Varun Srivatsan" userId="5215c364-4639-494b-a156-0291b7c83c6d" providerId="ADAL" clId="{109E2DF9-1C2A-4103-865E-2669DE7650AC}" dt="2022-11-17T07:42:49.246" v="62518"/>
          <ac:graphicFrameMkLst>
            <pc:docMk/>
            <pc:sldMk cId="1524044050" sldId="1817606786"/>
            <ac:graphicFrameMk id="401" creationId="{3F03E458-AC0F-3084-5230-32E5F6DE4580}"/>
          </ac:graphicFrameMkLst>
        </pc:graphicFrameChg>
        <pc:graphicFrameChg chg="add del mod replST delST">
          <ac:chgData name="Varun Srivatsan" userId="5215c364-4639-494b-a156-0291b7c83c6d" providerId="ADAL" clId="{109E2DF9-1C2A-4103-865E-2669DE7650AC}" dt="2022-11-17T07:42:41.520" v="60079" actId="1076"/>
          <ac:graphicFrameMkLst>
            <pc:docMk/>
            <pc:sldMk cId="1524044050" sldId="1817606786"/>
            <ac:graphicFrameMk id="417" creationId="{0712B47D-767E-05B4-D461-05D3D1647A8F}"/>
          </ac:graphicFrameMkLst>
        </pc:graphicFrameChg>
        <pc:graphicFrameChg chg="add mod replST delST">
          <ac:chgData name="Varun Srivatsan" userId="5215c364-4639-494b-a156-0291b7c83c6d" providerId="ADAL" clId="{109E2DF9-1C2A-4103-865E-2669DE7650AC}" dt="2022-11-17T07:42:40.391" v="60036"/>
          <ac:graphicFrameMkLst>
            <pc:docMk/>
            <pc:sldMk cId="1524044050" sldId="1817606786"/>
            <ac:graphicFrameMk id="419" creationId="{9DE76162-6F6E-17C6-BAC9-B1AFC66CB15E}"/>
          </ac:graphicFrameMkLst>
        </pc:graphicFrameChg>
        <pc:graphicFrameChg chg="add del mod replST">
          <ac:chgData name="Varun Srivatsan" userId="5215c364-4639-494b-a156-0291b7c83c6d" providerId="ADAL" clId="{109E2DF9-1C2A-4103-865E-2669DE7650AC}" dt="2022-11-17T07:43:29.685" v="68086"/>
          <ac:graphicFrameMkLst>
            <pc:docMk/>
            <pc:sldMk cId="1524044050" sldId="1817606786"/>
            <ac:graphicFrameMk id="421" creationId="{2D59939C-9B51-FB75-F6CF-746E7E8655B5}"/>
          </ac:graphicFrameMkLst>
        </pc:graphicFrameChg>
        <pc:graphicFrameChg chg="add del mod replST">
          <ac:chgData name="Varun Srivatsan" userId="5215c364-4639-494b-a156-0291b7c83c6d" providerId="ADAL" clId="{109E2DF9-1C2A-4103-865E-2669DE7650AC}" dt="2022-11-17T07:43:44.387" v="68377"/>
          <ac:graphicFrameMkLst>
            <pc:docMk/>
            <pc:sldMk cId="1524044050" sldId="1817606786"/>
            <ac:graphicFrameMk id="437" creationId="{F0AF87E9-0ACB-E0F7-3303-10BBA870ABBD}"/>
          </ac:graphicFrameMkLst>
        </pc:graphicFrameChg>
        <pc:graphicFrameChg chg="add del mod replST">
          <ac:chgData name="Varun Srivatsan" userId="5215c364-4639-494b-a156-0291b7c83c6d" providerId="ADAL" clId="{109E2DF9-1C2A-4103-865E-2669DE7650AC}" dt="2022-11-17T07:43:46.264" v="68559"/>
          <ac:graphicFrameMkLst>
            <pc:docMk/>
            <pc:sldMk cId="1524044050" sldId="1817606786"/>
            <ac:graphicFrameMk id="441" creationId="{533A6BFB-27F2-E72C-4534-85D7737BB1B3}"/>
          </ac:graphicFrameMkLst>
        </pc:graphicFrameChg>
        <pc:graphicFrameChg chg="add del mod replST">
          <ac:chgData name="Varun Srivatsan" userId="5215c364-4639-494b-a156-0291b7c83c6d" providerId="ADAL" clId="{109E2DF9-1C2A-4103-865E-2669DE7650AC}" dt="2022-11-17T07:43:47.154" v="68723"/>
          <ac:graphicFrameMkLst>
            <pc:docMk/>
            <pc:sldMk cId="1524044050" sldId="1817606786"/>
            <ac:graphicFrameMk id="443" creationId="{8E10FD7A-86F3-7A41-8AB7-95AD7DF5C12D}"/>
          </ac:graphicFrameMkLst>
        </pc:graphicFrameChg>
        <pc:graphicFrameChg chg="add del mod replST">
          <ac:chgData name="Varun Srivatsan" userId="5215c364-4639-494b-a156-0291b7c83c6d" providerId="ADAL" clId="{109E2DF9-1C2A-4103-865E-2669DE7650AC}" dt="2022-11-17T07:44:12.501" v="72740"/>
          <ac:graphicFrameMkLst>
            <pc:docMk/>
            <pc:sldMk cId="1524044050" sldId="1817606786"/>
            <ac:graphicFrameMk id="445" creationId="{0217771C-263C-4E71-AB82-84C29CC4F6D6}"/>
          </ac:graphicFrameMkLst>
        </pc:graphicFrameChg>
        <pc:graphicFrameChg chg="add del mod replST delST">
          <ac:chgData name="Varun Srivatsan" userId="5215c364-4639-494b-a156-0291b7c83c6d" providerId="ADAL" clId="{109E2DF9-1C2A-4103-865E-2669DE7650AC}" dt="2022-11-17T07:44:07.644" v="72072"/>
          <ac:graphicFrameMkLst>
            <pc:docMk/>
            <pc:sldMk cId="1524044050" sldId="1817606786"/>
            <ac:graphicFrameMk id="447" creationId="{915DBE14-852E-6A0D-AD2A-FABF49FB9AD7}"/>
          </ac:graphicFrameMkLst>
        </pc:graphicFrameChg>
        <pc:graphicFrameChg chg="add del mod replST delST">
          <ac:chgData name="Varun Srivatsan" userId="5215c364-4639-494b-a156-0291b7c83c6d" providerId="ADAL" clId="{109E2DF9-1C2A-4103-865E-2669DE7650AC}" dt="2022-11-17T07:44:06.748" v="71973"/>
          <ac:graphicFrameMkLst>
            <pc:docMk/>
            <pc:sldMk cId="1524044050" sldId="1817606786"/>
            <ac:graphicFrameMk id="450" creationId="{15D64AA9-1280-253F-77F8-2D953F14B4AF}"/>
          </ac:graphicFrameMkLst>
        </pc:graphicFrameChg>
        <pc:graphicFrameChg chg="add del mod replST delST">
          <ac:chgData name="Varun Srivatsan" userId="5215c364-4639-494b-a156-0291b7c83c6d" providerId="ADAL" clId="{109E2DF9-1C2A-4103-865E-2669DE7650AC}" dt="2022-11-17T07:44:06.748" v="71973"/>
          <ac:graphicFrameMkLst>
            <pc:docMk/>
            <pc:sldMk cId="1524044050" sldId="1817606786"/>
            <ac:graphicFrameMk id="453" creationId="{63F0FFE3-9A76-D9E0-C628-AE1F92DCA17B}"/>
          </ac:graphicFrameMkLst>
        </pc:graphicFrameChg>
        <pc:graphicFrameChg chg="add del mod replST delST">
          <ac:chgData name="Varun Srivatsan" userId="5215c364-4639-494b-a156-0291b7c83c6d" providerId="ADAL" clId="{109E2DF9-1C2A-4103-865E-2669DE7650AC}" dt="2022-11-17T07:44:05.661" v="71642"/>
          <ac:graphicFrameMkLst>
            <pc:docMk/>
            <pc:sldMk cId="1524044050" sldId="1817606786"/>
            <ac:graphicFrameMk id="466" creationId="{28EAF6E4-4B00-B4A2-3B34-A6AD9341AA9B}"/>
          </ac:graphicFrameMkLst>
        </pc:graphicFrameChg>
        <pc:graphicFrameChg chg="add mod replST delST">
          <ac:chgData name="Varun Srivatsan" userId="5215c364-4639-494b-a156-0291b7c83c6d" providerId="ADAL" clId="{109E2DF9-1C2A-4103-865E-2669DE7650AC}" dt="2022-11-17T07:44:05.661" v="71642"/>
          <ac:graphicFrameMkLst>
            <pc:docMk/>
            <pc:sldMk cId="1524044050" sldId="1817606786"/>
            <ac:graphicFrameMk id="468" creationId="{BA12CAFD-D744-320C-269F-560596257EE4}"/>
          </ac:graphicFrameMkLst>
        </pc:graphicFrameChg>
        <pc:graphicFrameChg chg="add del mod replST">
          <ac:chgData name="Varun Srivatsan" userId="5215c364-4639-494b-a156-0291b7c83c6d" providerId="ADAL" clId="{109E2DF9-1C2A-4103-865E-2669DE7650AC}" dt="2022-11-17T07:44:41.772" v="76591"/>
          <ac:graphicFrameMkLst>
            <pc:docMk/>
            <pc:sldMk cId="1524044050" sldId="1817606786"/>
            <ac:graphicFrameMk id="471" creationId="{BEF908B2-4905-6A49-89CA-80D8E11B04CD}"/>
          </ac:graphicFrameMkLst>
        </pc:graphicFrameChg>
        <pc:graphicFrameChg chg="add del mod replST delST">
          <ac:chgData name="Varun Srivatsan" userId="5215c364-4639-494b-a156-0291b7c83c6d" providerId="ADAL" clId="{109E2DF9-1C2A-4103-865E-2669DE7650AC}" dt="2022-11-17T07:44:41.772" v="76591"/>
          <ac:graphicFrameMkLst>
            <pc:docMk/>
            <pc:sldMk cId="1524044050" sldId="1817606786"/>
            <ac:graphicFrameMk id="485" creationId="{308A6D70-F91E-9807-1783-0A8A2DEF5187}"/>
          </ac:graphicFrameMkLst>
        </pc:graphicFrameChg>
        <pc:graphicFrameChg chg="add del mod replST delST">
          <ac:chgData name="Varun Srivatsan" userId="5215c364-4639-494b-a156-0291b7c83c6d" providerId="ADAL" clId="{109E2DF9-1C2A-4103-865E-2669DE7650AC}" dt="2022-11-17T07:44:41.772" v="76591"/>
          <ac:graphicFrameMkLst>
            <pc:docMk/>
            <pc:sldMk cId="1524044050" sldId="1817606786"/>
            <ac:graphicFrameMk id="487" creationId="{96EDD677-2BE4-F1B2-AA0F-74B2CBE39B8B}"/>
          </ac:graphicFrameMkLst>
        </pc:graphicFrameChg>
        <pc:graphicFrameChg chg="add del mod replST delST">
          <ac:chgData name="Varun Srivatsan" userId="5215c364-4639-494b-a156-0291b7c83c6d" providerId="ADAL" clId="{109E2DF9-1C2A-4103-865E-2669DE7650AC}" dt="2022-11-17T07:44:41.772" v="76591"/>
          <ac:graphicFrameMkLst>
            <pc:docMk/>
            <pc:sldMk cId="1524044050" sldId="1817606786"/>
            <ac:graphicFrameMk id="489" creationId="{BA0FAA59-3635-585F-0E02-E445163FF85B}"/>
          </ac:graphicFrameMkLst>
        </pc:graphicFrameChg>
        <pc:graphicFrameChg chg="add del mod replST delST">
          <ac:chgData name="Varun Srivatsan" userId="5215c364-4639-494b-a156-0291b7c83c6d" providerId="ADAL" clId="{109E2DF9-1C2A-4103-865E-2669DE7650AC}" dt="2022-11-17T07:44:46.767" v="76862"/>
          <ac:graphicFrameMkLst>
            <pc:docMk/>
            <pc:sldMk cId="1524044050" sldId="1817606786"/>
            <ac:graphicFrameMk id="491" creationId="{B40FF522-5E70-A13E-96C1-9C8DEAE6829F}"/>
          </ac:graphicFrameMkLst>
        </pc:graphicFrameChg>
        <pc:graphicFrameChg chg="add del mod replST">
          <ac:chgData name="Varun Srivatsan" userId="5215c364-4639-494b-a156-0291b7c83c6d" providerId="ADAL" clId="{109E2DF9-1C2A-4103-865E-2669DE7650AC}" dt="2022-11-17T07:44:48.245" v="77026"/>
          <ac:graphicFrameMkLst>
            <pc:docMk/>
            <pc:sldMk cId="1524044050" sldId="1817606786"/>
            <ac:graphicFrameMk id="493" creationId="{8A9FE3B1-340F-A6E9-6D7A-FDC92D3C17AE}"/>
          </ac:graphicFrameMkLst>
        </pc:graphicFrameChg>
        <pc:graphicFrameChg chg="add del mod replST">
          <ac:chgData name="Varun Srivatsan" userId="5215c364-4639-494b-a156-0291b7c83c6d" providerId="ADAL" clId="{109E2DF9-1C2A-4103-865E-2669DE7650AC}" dt="2022-11-17T07:44:50.351" v="77188"/>
          <ac:graphicFrameMkLst>
            <pc:docMk/>
            <pc:sldMk cId="1524044050" sldId="1817606786"/>
            <ac:graphicFrameMk id="495" creationId="{DD99EC4F-42FA-197A-28BF-A58EDBF40F5F}"/>
          </ac:graphicFrameMkLst>
        </pc:graphicFrameChg>
        <pc:graphicFrameChg chg="add del mod replST">
          <ac:chgData name="Varun Srivatsan" userId="5215c364-4639-494b-a156-0291b7c83c6d" providerId="ADAL" clId="{109E2DF9-1C2A-4103-865E-2669DE7650AC}" dt="2022-11-17T07:45:04.860" v="77350"/>
          <ac:graphicFrameMkLst>
            <pc:docMk/>
            <pc:sldMk cId="1524044050" sldId="1817606786"/>
            <ac:graphicFrameMk id="497" creationId="{5DAE1300-75D3-156F-4DC7-CC685DAA586A}"/>
          </ac:graphicFrameMkLst>
        </pc:graphicFrameChg>
        <pc:graphicFrameChg chg="add del mod replST">
          <ac:chgData name="Varun Srivatsan" userId="5215c364-4639-494b-a156-0291b7c83c6d" providerId="ADAL" clId="{109E2DF9-1C2A-4103-865E-2669DE7650AC}" dt="2022-11-17T07:45:21.210" v="77512"/>
          <ac:graphicFrameMkLst>
            <pc:docMk/>
            <pc:sldMk cId="1524044050" sldId="1817606786"/>
            <ac:graphicFrameMk id="499" creationId="{D97AC8E1-F444-9401-8491-50B5BE25D326}"/>
          </ac:graphicFrameMkLst>
        </pc:graphicFrameChg>
        <pc:graphicFrameChg chg="add del mod replST">
          <ac:chgData name="Varun Srivatsan" userId="5215c364-4639-494b-a156-0291b7c83c6d" providerId="ADAL" clId="{109E2DF9-1C2A-4103-865E-2669DE7650AC}" dt="2022-11-17T07:45:25.317" v="77674"/>
          <ac:graphicFrameMkLst>
            <pc:docMk/>
            <pc:sldMk cId="1524044050" sldId="1817606786"/>
            <ac:graphicFrameMk id="501" creationId="{5A720EFA-53A5-F245-7EED-1510AF23132B}"/>
          </ac:graphicFrameMkLst>
        </pc:graphicFrameChg>
        <pc:graphicFrameChg chg="add del mod replST">
          <ac:chgData name="Varun Srivatsan" userId="5215c364-4639-494b-a156-0291b7c83c6d" providerId="ADAL" clId="{109E2DF9-1C2A-4103-865E-2669DE7650AC}" dt="2022-11-17T07:45:29.080" v="77836"/>
          <ac:graphicFrameMkLst>
            <pc:docMk/>
            <pc:sldMk cId="1524044050" sldId="1817606786"/>
            <ac:graphicFrameMk id="503" creationId="{B7C91CAC-CD36-5F85-1629-CFB893ADD6AC}"/>
          </ac:graphicFrameMkLst>
        </pc:graphicFrameChg>
        <pc:graphicFrameChg chg="add del mod replST">
          <ac:chgData name="Varun Srivatsan" userId="5215c364-4639-494b-a156-0291b7c83c6d" providerId="ADAL" clId="{109E2DF9-1C2A-4103-865E-2669DE7650AC}" dt="2022-11-17T07:46:05.718" v="77998"/>
          <ac:graphicFrameMkLst>
            <pc:docMk/>
            <pc:sldMk cId="1524044050" sldId="1817606786"/>
            <ac:graphicFrameMk id="505" creationId="{74D49BB1-B315-A934-085A-12794FA7B61E}"/>
          </ac:graphicFrameMkLst>
        </pc:graphicFrameChg>
        <pc:graphicFrameChg chg="add del mod replST">
          <ac:chgData name="Varun Srivatsan" userId="5215c364-4639-494b-a156-0291b7c83c6d" providerId="ADAL" clId="{109E2DF9-1C2A-4103-865E-2669DE7650AC}" dt="2022-11-17T07:46:31.147" v="78160"/>
          <ac:graphicFrameMkLst>
            <pc:docMk/>
            <pc:sldMk cId="1524044050" sldId="1817606786"/>
            <ac:graphicFrameMk id="507" creationId="{EBD07C06-4103-F333-975F-B873D3B43BF6}"/>
          </ac:graphicFrameMkLst>
        </pc:graphicFrameChg>
        <pc:graphicFrameChg chg="add del mod replST">
          <ac:chgData name="Varun Srivatsan" userId="5215c364-4639-494b-a156-0291b7c83c6d" providerId="ADAL" clId="{109E2DF9-1C2A-4103-865E-2669DE7650AC}" dt="2022-11-17T07:46:58.415" v="79210"/>
          <ac:graphicFrameMkLst>
            <pc:docMk/>
            <pc:sldMk cId="1524044050" sldId="1817606786"/>
            <ac:graphicFrameMk id="509" creationId="{EAF922B9-D7F5-BE9E-3C9E-4E4CD6CDA135}"/>
          </ac:graphicFrameMkLst>
        </pc:graphicFrameChg>
        <pc:graphicFrameChg chg="add del mod replST">
          <ac:chgData name="Varun Srivatsan" userId="5215c364-4639-494b-a156-0291b7c83c6d" providerId="ADAL" clId="{109E2DF9-1C2A-4103-865E-2669DE7650AC}" dt="2022-11-17T07:46:59.568" v="79372"/>
          <ac:graphicFrameMkLst>
            <pc:docMk/>
            <pc:sldMk cId="1524044050" sldId="1817606786"/>
            <ac:graphicFrameMk id="511" creationId="{591B86F2-1414-2A4D-C1B6-29860A7CF6A0}"/>
          </ac:graphicFrameMkLst>
        </pc:graphicFrameChg>
        <pc:graphicFrameChg chg="add del mod replST">
          <ac:chgData name="Varun Srivatsan" userId="5215c364-4639-494b-a156-0291b7c83c6d" providerId="ADAL" clId="{109E2DF9-1C2A-4103-865E-2669DE7650AC}" dt="2022-11-17T07:47:06.892" v="80084"/>
          <ac:graphicFrameMkLst>
            <pc:docMk/>
            <pc:sldMk cId="1524044050" sldId="1817606786"/>
            <ac:graphicFrameMk id="513" creationId="{53BE40E6-5DE5-6AB3-7423-50DB0359053D}"/>
          </ac:graphicFrameMkLst>
        </pc:graphicFrameChg>
        <pc:graphicFrameChg chg="add mod replST delST">
          <ac:chgData name="Varun Srivatsan" userId="5215c364-4639-494b-a156-0291b7c83c6d" providerId="ADAL" clId="{109E2DF9-1C2A-4103-865E-2669DE7650AC}" dt="2022-11-17T07:47:02.507" v="79813"/>
          <ac:graphicFrameMkLst>
            <pc:docMk/>
            <pc:sldMk cId="1524044050" sldId="1817606786"/>
            <ac:graphicFrameMk id="515" creationId="{C61AE6AF-7691-9654-8058-CAD30EA2778D}"/>
          </ac:graphicFrameMkLst>
        </pc:graphicFrameChg>
        <pc:graphicFrameChg chg="add del mod replST">
          <ac:chgData name="Varun Srivatsan" userId="5215c364-4639-494b-a156-0291b7c83c6d" providerId="ADAL" clId="{109E2DF9-1C2A-4103-865E-2669DE7650AC}" dt="2022-11-17T07:47:07.534" v="80248"/>
          <ac:graphicFrameMkLst>
            <pc:docMk/>
            <pc:sldMk cId="1524044050" sldId="1817606786"/>
            <ac:graphicFrameMk id="517" creationId="{8C17B327-662D-16F0-C0C9-542A30AE8DB4}"/>
          </ac:graphicFrameMkLst>
        </pc:graphicFrameChg>
        <pc:graphicFrameChg chg="add del mod replST">
          <ac:chgData name="Varun Srivatsan" userId="5215c364-4639-494b-a156-0291b7c83c6d" providerId="ADAL" clId="{109E2DF9-1C2A-4103-865E-2669DE7650AC}" dt="2022-11-17T07:47:09.383" v="80410"/>
          <ac:graphicFrameMkLst>
            <pc:docMk/>
            <pc:sldMk cId="1524044050" sldId="1817606786"/>
            <ac:graphicFrameMk id="519" creationId="{50D88476-BFED-C1D6-97DD-DC93A9C25F7A}"/>
          </ac:graphicFrameMkLst>
        </pc:graphicFrameChg>
        <pc:graphicFrameChg chg="add del mod replST">
          <ac:chgData name="Varun Srivatsan" userId="5215c364-4639-494b-a156-0291b7c83c6d" providerId="ADAL" clId="{109E2DF9-1C2A-4103-865E-2669DE7650AC}" dt="2022-11-17T07:47:52.386" v="81122"/>
          <ac:graphicFrameMkLst>
            <pc:docMk/>
            <pc:sldMk cId="1524044050" sldId="1817606786"/>
            <ac:graphicFrameMk id="521" creationId="{D92CBF85-0697-BDEC-81C9-CCD3EDFA9D9A}"/>
          </ac:graphicFrameMkLst>
        </pc:graphicFrameChg>
        <pc:graphicFrameChg chg="add mod replST delST">
          <ac:chgData name="Varun Srivatsan" userId="5215c364-4639-494b-a156-0291b7c83c6d" providerId="ADAL" clId="{109E2DF9-1C2A-4103-865E-2669DE7650AC}" dt="2022-11-17T07:47:12.507" v="80851"/>
          <ac:graphicFrameMkLst>
            <pc:docMk/>
            <pc:sldMk cId="1524044050" sldId="1817606786"/>
            <ac:graphicFrameMk id="523" creationId="{64C6024E-066E-3798-9AEB-8477AF50BD2B}"/>
          </ac:graphicFrameMkLst>
        </pc:graphicFrameChg>
        <pc:graphicFrameChg chg="add del mod replST">
          <ac:chgData name="Varun Srivatsan" userId="5215c364-4639-494b-a156-0291b7c83c6d" providerId="ADAL" clId="{109E2DF9-1C2A-4103-865E-2669DE7650AC}" dt="2022-11-17T07:48:02.064" v="81376"/>
          <ac:graphicFrameMkLst>
            <pc:docMk/>
            <pc:sldMk cId="1524044050" sldId="1817606786"/>
            <ac:graphicFrameMk id="525" creationId="{EE76FEB9-C9FC-C00C-01AE-90B6F36D7940}"/>
          </ac:graphicFrameMkLst>
        </pc:graphicFrameChg>
        <pc:graphicFrameChg chg="add del mod replST">
          <ac:chgData name="Varun Srivatsan" userId="5215c364-4639-494b-a156-0291b7c83c6d" providerId="ADAL" clId="{109E2DF9-1C2A-4103-865E-2669DE7650AC}" dt="2022-11-17T07:48:08.980" v="81560"/>
          <ac:graphicFrameMkLst>
            <pc:docMk/>
            <pc:sldMk cId="1524044050" sldId="1817606786"/>
            <ac:graphicFrameMk id="528" creationId="{6BBA91E3-DD83-62C7-1CB8-8B0A427FC65A}"/>
          </ac:graphicFrameMkLst>
        </pc:graphicFrameChg>
        <pc:graphicFrameChg chg="add del mod replST">
          <ac:chgData name="Varun Srivatsan" userId="5215c364-4639-494b-a156-0291b7c83c6d" providerId="ADAL" clId="{109E2DF9-1C2A-4103-865E-2669DE7650AC}" dt="2022-11-17T07:48:11" v="81725"/>
          <ac:graphicFrameMkLst>
            <pc:docMk/>
            <pc:sldMk cId="1524044050" sldId="1817606786"/>
            <ac:graphicFrameMk id="530" creationId="{F910573C-B302-4D64-E092-D0143821D92E}"/>
          </ac:graphicFrameMkLst>
        </pc:graphicFrameChg>
        <pc:graphicFrameChg chg="add del mod replST">
          <ac:chgData name="Varun Srivatsan" userId="5215c364-4639-494b-a156-0291b7c83c6d" providerId="ADAL" clId="{109E2DF9-1C2A-4103-865E-2669DE7650AC}" dt="2022-11-17T07:48:11.266" v="81890"/>
          <ac:graphicFrameMkLst>
            <pc:docMk/>
            <pc:sldMk cId="1524044050" sldId="1817606786"/>
            <ac:graphicFrameMk id="532" creationId="{CE4A5B03-0968-B7AF-6E09-DCD8227359F8}"/>
          </ac:graphicFrameMkLst>
        </pc:graphicFrameChg>
        <pc:graphicFrameChg chg="add del mod replST">
          <ac:chgData name="Varun Srivatsan" userId="5215c364-4639-494b-a156-0291b7c83c6d" providerId="ADAL" clId="{109E2DF9-1C2A-4103-865E-2669DE7650AC}" dt="2022-11-17T07:48:16.930" v="82053"/>
          <ac:graphicFrameMkLst>
            <pc:docMk/>
            <pc:sldMk cId="1524044050" sldId="1817606786"/>
            <ac:graphicFrameMk id="534" creationId="{660AE30A-1EC8-729D-C17F-54599C51FBAC}"/>
          </ac:graphicFrameMkLst>
        </pc:graphicFrameChg>
        <pc:graphicFrameChg chg="add del mod replST">
          <ac:chgData name="Varun Srivatsan" userId="5215c364-4639-494b-a156-0291b7c83c6d" providerId="ADAL" clId="{109E2DF9-1C2A-4103-865E-2669DE7650AC}" dt="2022-11-17T07:48:18.238" v="82263"/>
          <ac:graphicFrameMkLst>
            <pc:docMk/>
            <pc:sldMk cId="1524044050" sldId="1817606786"/>
            <ac:graphicFrameMk id="536" creationId="{9423034F-7522-0540-7E2B-B44AB11DA242}"/>
          </ac:graphicFrameMkLst>
        </pc:graphicFrameChg>
        <pc:graphicFrameChg chg="add del mod replST">
          <ac:chgData name="Varun Srivatsan" userId="5215c364-4639-494b-a156-0291b7c83c6d" providerId="ADAL" clId="{109E2DF9-1C2A-4103-865E-2669DE7650AC}" dt="2022-11-17T07:48:24.444" v="82495"/>
          <ac:graphicFrameMkLst>
            <pc:docMk/>
            <pc:sldMk cId="1524044050" sldId="1817606786"/>
            <ac:graphicFrameMk id="539" creationId="{48D11EB6-1509-AA5A-B4F4-9202D3260A4B}"/>
          </ac:graphicFrameMkLst>
        </pc:graphicFrameChg>
        <pc:graphicFrameChg chg="add del mod replST">
          <ac:chgData name="Varun Srivatsan" userId="5215c364-4639-494b-a156-0291b7c83c6d" providerId="ADAL" clId="{109E2DF9-1C2A-4103-865E-2669DE7650AC}" dt="2022-11-17T07:48:28.673" v="82686"/>
          <ac:graphicFrameMkLst>
            <pc:docMk/>
            <pc:sldMk cId="1524044050" sldId="1817606786"/>
            <ac:graphicFrameMk id="542" creationId="{73EEA026-A0FD-380B-D327-DFF7847B52D4}"/>
          </ac:graphicFrameMkLst>
        </pc:graphicFrameChg>
        <pc:graphicFrameChg chg="add del mod replST">
          <ac:chgData name="Varun Srivatsan" userId="5215c364-4639-494b-a156-0291b7c83c6d" providerId="ADAL" clId="{109E2DF9-1C2A-4103-865E-2669DE7650AC}" dt="2022-11-17T07:48:57.264" v="88085"/>
          <ac:graphicFrameMkLst>
            <pc:docMk/>
            <pc:sldMk cId="1524044050" sldId="1817606786"/>
            <ac:graphicFrameMk id="544" creationId="{A58397FD-AAF7-92AC-9226-A564FB893D4F}"/>
          </ac:graphicFrameMkLst>
        </pc:graphicFrameChg>
        <pc:graphicFrameChg chg="add del mod replST delST">
          <ac:chgData name="Varun Srivatsan" userId="5215c364-4639-494b-a156-0291b7c83c6d" providerId="ADAL" clId="{109E2DF9-1C2A-4103-865E-2669DE7650AC}" dt="2022-11-17T07:48:50.666" v="87817"/>
          <ac:graphicFrameMkLst>
            <pc:docMk/>
            <pc:sldMk cId="1524044050" sldId="1817606786"/>
            <ac:graphicFrameMk id="574" creationId="{E7D03B51-8AFA-BCA1-E702-8917661FCF12}"/>
          </ac:graphicFrameMkLst>
        </pc:graphicFrameChg>
        <pc:graphicFrameChg chg="add del mod replST delST">
          <ac:chgData name="Varun Srivatsan" userId="5215c364-4639-494b-a156-0291b7c83c6d" providerId="ADAL" clId="{109E2DF9-1C2A-4103-865E-2669DE7650AC}" dt="2022-11-17T07:48:48.656" v="86177"/>
          <ac:graphicFrameMkLst>
            <pc:docMk/>
            <pc:sldMk cId="1524044050" sldId="1817606786"/>
            <ac:graphicFrameMk id="576" creationId="{5672AC93-46FD-17A4-6A2A-2716F40057D1}"/>
          </ac:graphicFrameMkLst>
        </pc:graphicFrameChg>
        <pc:graphicFrameChg chg="add del mod replST delST">
          <ac:chgData name="Varun Srivatsan" userId="5215c364-4639-494b-a156-0291b7c83c6d" providerId="ADAL" clId="{109E2DF9-1C2A-4103-865E-2669DE7650AC}" dt="2022-11-17T07:48:47.785" v="85980" actId="1076"/>
          <ac:graphicFrameMkLst>
            <pc:docMk/>
            <pc:sldMk cId="1524044050" sldId="1817606786"/>
            <ac:graphicFrameMk id="578" creationId="{03CB80E9-8503-1DFB-DC1E-2A53DBBEE4DA}"/>
          </ac:graphicFrameMkLst>
        </pc:graphicFrameChg>
        <pc:graphicFrameChg chg="add mod replST delST">
          <ac:chgData name="Varun Srivatsan" userId="5215c364-4639-494b-a156-0291b7c83c6d" providerId="ADAL" clId="{109E2DF9-1C2A-4103-865E-2669DE7650AC}" dt="2022-11-17T07:48:47.735" v="85863" actId="1076"/>
          <ac:graphicFrameMkLst>
            <pc:docMk/>
            <pc:sldMk cId="1524044050" sldId="1817606786"/>
            <ac:graphicFrameMk id="580" creationId="{856FDA43-A923-DC61-B42D-7754008873FF}"/>
          </ac:graphicFrameMkLst>
        </pc:graphicFrameChg>
        <pc:graphicFrameChg chg="add del mod replST">
          <ac:chgData name="Varun Srivatsan" userId="5215c364-4639-494b-a156-0291b7c83c6d" providerId="ADAL" clId="{109E2DF9-1C2A-4103-865E-2669DE7650AC}" dt="2022-11-17T07:49:12.524" v="89341"/>
          <ac:graphicFrameMkLst>
            <pc:docMk/>
            <pc:sldMk cId="1524044050" sldId="1817606786"/>
            <ac:graphicFrameMk id="582" creationId="{C58C5019-438B-5C11-BA91-20614FC24088}"/>
          </ac:graphicFrameMkLst>
        </pc:graphicFrameChg>
        <pc:graphicFrameChg chg="add del mod replST delST">
          <ac:chgData name="Varun Srivatsan" userId="5215c364-4639-494b-a156-0291b7c83c6d" providerId="ADAL" clId="{109E2DF9-1C2A-4103-865E-2669DE7650AC}" dt="2022-11-17T07:49:09.904" v="89021" actId="1076"/>
          <ac:graphicFrameMkLst>
            <pc:docMk/>
            <pc:sldMk cId="1524044050" sldId="1817606786"/>
            <ac:graphicFrameMk id="584" creationId="{8FB53BF4-05A6-28CE-F355-C7BE843C4F6E}"/>
          </ac:graphicFrameMkLst>
        </pc:graphicFrameChg>
        <pc:graphicFrameChg chg="add del mod replST delST">
          <ac:chgData name="Varun Srivatsan" userId="5215c364-4639-494b-a156-0291b7c83c6d" providerId="ADAL" clId="{109E2DF9-1C2A-4103-865E-2669DE7650AC}" dt="2022-11-17T07:49:09.869" v="88953" actId="1076"/>
          <ac:graphicFrameMkLst>
            <pc:docMk/>
            <pc:sldMk cId="1524044050" sldId="1817606786"/>
            <ac:graphicFrameMk id="586" creationId="{BC218808-E689-CADD-6ADD-5FEC6475F0BA}"/>
          </ac:graphicFrameMkLst>
        </pc:graphicFrameChg>
        <pc:graphicFrameChg chg="add del mod replST delST">
          <ac:chgData name="Varun Srivatsan" userId="5215c364-4639-494b-a156-0291b7c83c6d" providerId="ADAL" clId="{109E2DF9-1C2A-4103-865E-2669DE7650AC}" dt="2022-11-17T07:49:09.837" v="88885" actId="1076"/>
          <ac:graphicFrameMkLst>
            <pc:docMk/>
            <pc:sldMk cId="1524044050" sldId="1817606786"/>
            <ac:graphicFrameMk id="588" creationId="{1833127F-3511-084D-A237-FB87DE93C564}"/>
          </ac:graphicFrameMkLst>
        </pc:graphicFrameChg>
        <pc:graphicFrameChg chg="add mod replST delST">
          <ac:chgData name="Varun Srivatsan" userId="5215c364-4639-494b-a156-0291b7c83c6d" providerId="ADAL" clId="{109E2DF9-1C2A-4103-865E-2669DE7650AC}" dt="2022-11-17T07:49:09.796" v="88817" actId="1076"/>
          <ac:graphicFrameMkLst>
            <pc:docMk/>
            <pc:sldMk cId="1524044050" sldId="1817606786"/>
            <ac:graphicFrameMk id="590" creationId="{1B674D1F-4764-4334-B933-0E2F0A556003}"/>
          </ac:graphicFrameMkLst>
        </pc:graphicFrameChg>
        <pc:graphicFrameChg chg="add del mod replST">
          <ac:chgData name="Varun Srivatsan" userId="5215c364-4639-494b-a156-0291b7c83c6d" providerId="ADAL" clId="{109E2DF9-1C2A-4103-865E-2669DE7650AC}" dt="2022-11-17T07:49:14.777" v="89503"/>
          <ac:graphicFrameMkLst>
            <pc:docMk/>
            <pc:sldMk cId="1524044050" sldId="1817606786"/>
            <ac:graphicFrameMk id="592" creationId="{D03AF935-958B-4D95-FCBB-6E986E7380C2}"/>
          </ac:graphicFrameMkLst>
        </pc:graphicFrameChg>
        <pc:graphicFrameChg chg="add del mod replST">
          <ac:chgData name="Varun Srivatsan" userId="5215c364-4639-494b-a156-0291b7c83c6d" providerId="ADAL" clId="{109E2DF9-1C2A-4103-865E-2669DE7650AC}" dt="2022-11-17T07:49:16.208" v="89663"/>
          <ac:graphicFrameMkLst>
            <pc:docMk/>
            <pc:sldMk cId="1524044050" sldId="1817606786"/>
            <ac:graphicFrameMk id="594" creationId="{D85AFADF-3147-0565-932B-2C4514557196}"/>
          </ac:graphicFrameMkLst>
        </pc:graphicFrameChg>
        <pc:graphicFrameChg chg="add del mod replST">
          <ac:chgData name="Varun Srivatsan" userId="5215c364-4639-494b-a156-0291b7c83c6d" providerId="ADAL" clId="{109E2DF9-1C2A-4103-865E-2669DE7650AC}" dt="2022-11-17T07:49:16.594" v="89823"/>
          <ac:graphicFrameMkLst>
            <pc:docMk/>
            <pc:sldMk cId="1524044050" sldId="1817606786"/>
            <ac:graphicFrameMk id="596" creationId="{3C902A12-7EC8-1DAF-A490-82835EABFA68}"/>
          </ac:graphicFrameMkLst>
        </pc:graphicFrameChg>
        <pc:graphicFrameChg chg="add del mod replST">
          <ac:chgData name="Varun Srivatsan" userId="5215c364-4639-494b-a156-0291b7c83c6d" providerId="ADAL" clId="{109E2DF9-1C2A-4103-865E-2669DE7650AC}" dt="2022-11-17T07:49:18.925" v="89981"/>
          <ac:graphicFrameMkLst>
            <pc:docMk/>
            <pc:sldMk cId="1524044050" sldId="1817606786"/>
            <ac:graphicFrameMk id="598" creationId="{33ABC632-F244-00F2-B5E4-ED01473C8A63}"/>
          </ac:graphicFrameMkLst>
        </pc:graphicFrameChg>
        <pc:graphicFrameChg chg="add del mod replST">
          <ac:chgData name="Varun Srivatsan" userId="5215c364-4639-494b-a156-0291b7c83c6d" providerId="ADAL" clId="{109E2DF9-1C2A-4103-865E-2669DE7650AC}" dt="2022-11-17T07:49:21.094" v="90137"/>
          <ac:graphicFrameMkLst>
            <pc:docMk/>
            <pc:sldMk cId="1524044050" sldId="1817606786"/>
            <ac:graphicFrameMk id="600" creationId="{6D985FC9-E8CD-0795-4DDB-8CFFC10D2E52}"/>
          </ac:graphicFrameMkLst>
        </pc:graphicFrameChg>
        <pc:graphicFrameChg chg="add del mod replST">
          <ac:chgData name="Varun Srivatsan" userId="5215c364-4639-494b-a156-0291b7c83c6d" providerId="ADAL" clId="{109E2DF9-1C2A-4103-865E-2669DE7650AC}" dt="2022-11-17T07:49:22.878" v="90291"/>
          <ac:graphicFrameMkLst>
            <pc:docMk/>
            <pc:sldMk cId="1524044050" sldId="1817606786"/>
            <ac:graphicFrameMk id="602" creationId="{09B8AAE7-8E62-72D7-172D-6B834BE63775}"/>
          </ac:graphicFrameMkLst>
        </pc:graphicFrameChg>
        <pc:graphicFrameChg chg="add del mod replST">
          <ac:chgData name="Varun Srivatsan" userId="5215c364-4639-494b-a156-0291b7c83c6d" providerId="ADAL" clId="{109E2DF9-1C2A-4103-865E-2669DE7650AC}" dt="2022-11-17T07:49:24.741" v="90443"/>
          <ac:graphicFrameMkLst>
            <pc:docMk/>
            <pc:sldMk cId="1524044050" sldId="1817606786"/>
            <ac:graphicFrameMk id="604" creationId="{6BC972AD-D0CC-5DC6-7C1B-F581EDD54F9F}"/>
          </ac:graphicFrameMkLst>
        </pc:graphicFrameChg>
        <pc:graphicFrameChg chg="add del mod replST">
          <ac:chgData name="Varun Srivatsan" userId="5215c364-4639-494b-a156-0291b7c83c6d" providerId="ADAL" clId="{109E2DF9-1C2A-4103-865E-2669DE7650AC}" dt="2022-11-17T07:49:26.575" v="90593"/>
          <ac:graphicFrameMkLst>
            <pc:docMk/>
            <pc:sldMk cId="1524044050" sldId="1817606786"/>
            <ac:graphicFrameMk id="606" creationId="{8B753C07-B6C7-C41B-EB39-1191E3E4D08D}"/>
          </ac:graphicFrameMkLst>
        </pc:graphicFrameChg>
        <pc:graphicFrameChg chg="add del mod replST">
          <ac:chgData name="Varun Srivatsan" userId="5215c364-4639-494b-a156-0291b7c83c6d" providerId="ADAL" clId="{109E2DF9-1C2A-4103-865E-2669DE7650AC}" dt="2022-11-17T07:49:28.410" v="90741"/>
          <ac:graphicFrameMkLst>
            <pc:docMk/>
            <pc:sldMk cId="1524044050" sldId="1817606786"/>
            <ac:graphicFrameMk id="608" creationId="{B1DF9FC1-4EF5-869F-8920-07CEF4D0862E}"/>
          </ac:graphicFrameMkLst>
        </pc:graphicFrameChg>
        <pc:graphicFrameChg chg="add del mod replST">
          <ac:chgData name="Varun Srivatsan" userId="5215c364-4639-494b-a156-0291b7c83c6d" providerId="ADAL" clId="{109E2DF9-1C2A-4103-865E-2669DE7650AC}" dt="2022-11-17T07:49:30.572" v="90887"/>
          <ac:graphicFrameMkLst>
            <pc:docMk/>
            <pc:sldMk cId="1524044050" sldId="1817606786"/>
            <ac:graphicFrameMk id="610" creationId="{E316F4B7-ED44-AB57-D2CE-861B05730875}"/>
          </ac:graphicFrameMkLst>
        </pc:graphicFrameChg>
        <pc:graphicFrameChg chg="add del mod replST">
          <ac:chgData name="Varun Srivatsan" userId="5215c364-4639-494b-a156-0291b7c83c6d" providerId="ADAL" clId="{109E2DF9-1C2A-4103-865E-2669DE7650AC}" dt="2022-11-17T07:49:32.678" v="91031"/>
          <ac:graphicFrameMkLst>
            <pc:docMk/>
            <pc:sldMk cId="1524044050" sldId="1817606786"/>
            <ac:graphicFrameMk id="612" creationId="{4B0A20EF-0255-3D9D-4B59-7A3162F5978C}"/>
          </ac:graphicFrameMkLst>
        </pc:graphicFrameChg>
        <pc:graphicFrameChg chg="add del mod replST">
          <ac:chgData name="Varun Srivatsan" userId="5215c364-4639-494b-a156-0291b7c83c6d" providerId="ADAL" clId="{109E2DF9-1C2A-4103-865E-2669DE7650AC}" dt="2022-11-17T07:49:34.557" v="91173"/>
          <ac:graphicFrameMkLst>
            <pc:docMk/>
            <pc:sldMk cId="1524044050" sldId="1817606786"/>
            <ac:graphicFrameMk id="614" creationId="{B5CEC455-E546-A52D-E876-6B6938330EA4}"/>
          </ac:graphicFrameMkLst>
        </pc:graphicFrameChg>
        <pc:graphicFrameChg chg="add del mod replST">
          <ac:chgData name="Varun Srivatsan" userId="5215c364-4639-494b-a156-0291b7c83c6d" providerId="ADAL" clId="{109E2DF9-1C2A-4103-865E-2669DE7650AC}" dt="2022-11-17T08:04:04.323" v="94829"/>
          <ac:graphicFrameMkLst>
            <pc:docMk/>
            <pc:sldMk cId="1524044050" sldId="1817606786"/>
            <ac:graphicFrameMk id="616" creationId="{FBF9E2DF-3059-6E76-6C56-581FBFF87D75}"/>
          </ac:graphicFrameMkLst>
        </pc:graphicFrameChg>
        <pc:graphicFrameChg chg="add del mod replST delST">
          <ac:chgData name="Varun Srivatsan" userId="5215c364-4639-494b-a156-0291b7c83c6d" providerId="ADAL" clId="{109E2DF9-1C2A-4103-865E-2669DE7650AC}" dt="2022-11-17T08:04:05.193" v="94901"/>
          <ac:graphicFrameMkLst>
            <pc:docMk/>
            <pc:sldMk cId="1524044050" sldId="1817606786"/>
            <ac:graphicFrameMk id="618" creationId="{2013DF77-5A6E-26A4-9528-26E18CAF34F4}"/>
          </ac:graphicFrameMkLst>
        </pc:graphicFrameChg>
        <pc:graphicFrameChg chg="add del mod replST delST">
          <ac:chgData name="Varun Srivatsan" userId="5215c364-4639-494b-a156-0291b7c83c6d" providerId="ADAL" clId="{109E2DF9-1C2A-4103-865E-2669DE7650AC}" dt="2022-11-17T08:04:05.986" v="94974"/>
          <ac:graphicFrameMkLst>
            <pc:docMk/>
            <pc:sldMk cId="1524044050" sldId="1817606786"/>
            <ac:graphicFrameMk id="620" creationId="{57BCBCBF-4CC6-ED31-67CE-B8C2BE86160D}"/>
          </ac:graphicFrameMkLst>
        </pc:graphicFrameChg>
        <pc:graphicFrameChg chg="add del mod replST delST">
          <ac:chgData name="Varun Srivatsan" userId="5215c364-4639-494b-a156-0291b7c83c6d" providerId="ADAL" clId="{109E2DF9-1C2A-4103-865E-2669DE7650AC}" dt="2022-11-17T08:04:05.986" v="94974"/>
          <ac:graphicFrameMkLst>
            <pc:docMk/>
            <pc:sldMk cId="1524044050" sldId="1817606786"/>
            <ac:graphicFrameMk id="622" creationId="{193FE2BC-81D5-9032-06C7-BD5FE01123A3}"/>
          </ac:graphicFrameMkLst>
        </pc:graphicFrameChg>
        <pc:graphicFrameChg chg="add del mod replST delST">
          <ac:chgData name="Varun Srivatsan" userId="5215c364-4639-494b-a156-0291b7c83c6d" providerId="ADAL" clId="{109E2DF9-1C2A-4103-865E-2669DE7650AC}" dt="2022-11-17T08:04:00.267" v="94540"/>
          <ac:graphicFrameMkLst>
            <pc:docMk/>
            <pc:sldMk cId="1524044050" sldId="1817606786"/>
            <ac:graphicFrameMk id="638" creationId="{210F147C-8D1E-1973-8723-B2D7B98A5C52}"/>
          </ac:graphicFrameMkLst>
        </pc:graphicFrameChg>
        <pc:graphicFrameChg chg="add del mod replST delST">
          <ac:chgData name="Varun Srivatsan" userId="5215c364-4639-494b-a156-0291b7c83c6d" providerId="ADAL" clId="{109E2DF9-1C2A-4103-865E-2669DE7650AC}" dt="2022-11-17T08:03:58.819" v="93726"/>
          <ac:graphicFrameMkLst>
            <pc:docMk/>
            <pc:sldMk cId="1524044050" sldId="1817606786"/>
            <ac:graphicFrameMk id="640" creationId="{08BC3899-4581-776F-EDB3-0BC3CF2C4FA8}"/>
          </ac:graphicFrameMkLst>
        </pc:graphicFrameChg>
        <pc:graphicFrameChg chg="add del mod replST delST">
          <ac:chgData name="Varun Srivatsan" userId="5215c364-4639-494b-a156-0291b7c83c6d" providerId="ADAL" clId="{109E2DF9-1C2A-4103-865E-2669DE7650AC}" dt="2022-11-17T07:50:09.090" v="93521" actId="1076"/>
          <ac:graphicFrameMkLst>
            <pc:docMk/>
            <pc:sldMk cId="1524044050" sldId="1817606786"/>
            <ac:graphicFrameMk id="642" creationId="{CDBE8B5A-C48C-54E6-823C-F376CFC966DA}"/>
          </ac:graphicFrameMkLst>
        </pc:graphicFrameChg>
        <pc:graphicFrameChg chg="add mod replST delST">
          <ac:chgData name="Varun Srivatsan" userId="5215c364-4639-494b-a156-0291b7c83c6d" providerId="ADAL" clId="{109E2DF9-1C2A-4103-865E-2669DE7650AC}" dt="2022-11-17T07:50:09.054" v="93435" actId="1076"/>
          <ac:graphicFrameMkLst>
            <pc:docMk/>
            <pc:sldMk cId="1524044050" sldId="1817606786"/>
            <ac:graphicFrameMk id="644" creationId="{E511CECE-F673-6357-D20C-67BDD7813408}"/>
          </ac:graphicFrameMkLst>
        </pc:graphicFrameChg>
        <pc:cxnChg chg="del mod ord">
          <ac:chgData name="Varun Srivatsan" userId="5215c364-4639-494b-a156-0291b7c83c6d" providerId="ADAL" clId="{109E2DF9-1C2A-4103-865E-2669DE7650AC}" dt="2022-11-17T05:04:49.855" v="6454"/>
          <ac:cxnSpMkLst>
            <pc:docMk/>
            <pc:sldMk cId="1524044050" sldId="1817606786"/>
            <ac:cxnSpMk id="51" creationId="{7C7BFE35-831F-492C-BAD9-108122C821CF}"/>
          </ac:cxnSpMkLst>
        </pc:cxnChg>
        <pc:cxnChg chg="del mod ord">
          <ac:chgData name="Varun Srivatsan" userId="5215c364-4639-494b-a156-0291b7c83c6d" providerId="ADAL" clId="{109E2DF9-1C2A-4103-865E-2669DE7650AC}" dt="2022-11-17T05:04:49.855" v="6464"/>
          <ac:cxnSpMkLst>
            <pc:docMk/>
            <pc:sldMk cId="1524044050" sldId="1817606786"/>
            <ac:cxnSpMk id="95" creationId="{70D3B7AB-0BF1-4346-B3B6-BA07B4418278}"/>
          </ac:cxnSpMkLst>
        </pc:cxnChg>
        <pc:cxnChg chg="del mod ord">
          <ac:chgData name="Varun Srivatsan" userId="5215c364-4639-494b-a156-0291b7c83c6d" providerId="ADAL" clId="{109E2DF9-1C2A-4103-865E-2669DE7650AC}" dt="2022-11-17T05:04:49.855" v="6462"/>
          <ac:cxnSpMkLst>
            <pc:docMk/>
            <pc:sldMk cId="1524044050" sldId="1817606786"/>
            <ac:cxnSpMk id="96" creationId="{919766BE-5EB2-4AB0-A4B5-31624358BB5D}"/>
          </ac:cxnSpMkLst>
        </pc:cxnChg>
        <pc:cxnChg chg="del mod ord">
          <ac:chgData name="Varun Srivatsan" userId="5215c364-4639-494b-a156-0291b7c83c6d" providerId="ADAL" clId="{109E2DF9-1C2A-4103-865E-2669DE7650AC}" dt="2022-11-17T05:04:49.855" v="6460"/>
          <ac:cxnSpMkLst>
            <pc:docMk/>
            <pc:sldMk cId="1524044050" sldId="1817606786"/>
            <ac:cxnSpMk id="97" creationId="{A88ED08B-E5C8-41B5-B3D3-51042D92C6D5}"/>
          </ac:cxnSpMkLst>
        </pc:cxnChg>
        <pc:cxnChg chg="add del mod ord replST">
          <ac:chgData name="Varun Srivatsan" userId="5215c364-4639-494b-a156-0291b7c83c6d" providerId="ADAL" clId="{109E2DF9-1C2A-4103-865E-2669DE7650AC}" dt="2022-11-17T07:24:42.309" v="16144"/>
          <ac:cxnSpMkLst>
            <pc:docMk/>
            <pc:sldMk cId="1524044050" sldId="1817606786"/>
            <ac:cxnSpMk id="155" creationId="{A716DC15-2EBB-82C2-132E-B86675B285E3}"/>
          </ac:cxnSpMkLst>
        </pc:cxnChg>
        <pc:cxnChg chg="add del mod ord replST">
          <ac:chgData name="Varun Srivatsan" userId="5215c364-4639-494b-a156-0291b7c83c6d" providerId="ADAL" clId="{109E2DF9-1C2A-4103-865E-2669DE7650AC}" dt="2022-11-17T07:24:42.309" v="16141"/>
          <ac:cxnSpMkLst>
            <pc:docMk/>
            <pc:sldMk cId="1524044050" sldId="1817606786"/>
            <ac:cxnSpMk id="156" creationId="{32B3BB34-FCC7-B9D8-A9D5-A010EF521E5A}"/>
          </ac:cxnSpMkLst>
        </pc:cxnChg>
        <pc:cxnChg chg="add del mod ord replST">
          <ac:chgData name="Varun Srivatsan" userId="5215c364-4639-494b-a156-0291b7c83c6d" providerId="ADAL" clId="{109E2DF9-1C2A-4103-865E-2669DE7650AC}" dt="2022-11-17T06:49:07.913" v="11481"/>
          <ac:cxnSpMkLst>
            <pc:docMk/>
            <pc:sldMk cId="1524044050" sldId="1817606786"/>
            <ac:cxnSpMk id="183" creationId="{43E66BCB-72DD-CB33-7888-5EDAA16F8206}"/>
          </ac:cxnSpMkLst>
        </pc:cxnChg>
        <pc:cxnChg chg="add del mod ord replST">
          <ac:chgData name="Varun Srivatsan" userId="5215c364-4639-494b-a156-0291b7c83c6d" providerId="ADAL" clId="{109E2DF9-1C2A-4103-865E-2669DE7650AC}" dt="2022-11-17T06:49:07.928" v="11484"/>
          <ac:cxnSpMkLst>
            <pc:docMk/>
            <pc:sldMk cId="1524044050" sldId="1817606786"/>
            <ac:cxnSpMk id="184" creationId="{BF044F54-26F3-FA7E-7C17-E01C5AC6070E}"/>
          </ac:cxnSpMkLst>
        </pc:cxnChg>
        <pc:cxnChg chg="add del mod ord replST">
          <ac:chgData name="Varun Srivatsan" userId="5215c364-4639-494b-a156-0291b7c83c6d" providerId="ADAL" clId="{109E2DF9-1C2A-4103-865E-2669DE7650AC}" dt="2022-11-17T06:49:07.928" v="11487"/>
          <ac:cxnSpMkLst>
            <pc:docMk/>
            <pc:sldMk cId="1524044050" sldId="1817606786"/>
            <ac:cxnSpMk id="185" creationId="{23B024AB-0F74-E5B7-451E-2C54DDB0E984}"/>
          </ac:cxnSpMkLst>
        </pc:cxnChg>
        <pc:cxnChg chg="add del mod ord replST">
          <ac:chgData name="Varun Srivatsan" userId="5215c364-4639-494b-a156-0291b7c83c6d" providerId="ADAL" clId="{109E2DF9-1C2A-4103-865E-2669DE7650AC}" dt="2022-11-17T06:49:07.936" v="11490"/>
          <ac:cxnSpMkLst>
            <pc:docMk/>
            <pc:sldMk cId="1524044050" sldId="1817606786"/>
            <ac:cxnSpMk id="186" creationId="{B5A3F823-8241-94D7-EFA9-FC673523B950}"/>
          </ac:cxnSpMkLst>
        </pc:cxnChg>
        <pc:cxnChg chg="add del mod ord replST">
          <ac:chgData name="Varun Srivatsan" userId="5215c364-4639-494b-a156-0291b7c83c6d" providerId="ADAL" clId="{109E2DF9-1C2A-4103-865E-2669DE7650AC}" dt="2022-11-17T06:49:07.936" v="11493"/>
          <ac:cxnSpMkLst>
            <pc:docMk/>
            <pc:sldMk cId="1524044050" sldId="1817606786"/>
            <ac:cxnSpMk id="187" creationId="{84F935E0-7183-DA69-8C06-9D443879B40E}"/>
          </ac:cxnSpMkLst>
        </pc:cxnChg>
        <pc:cxnChg chg="add del mod ord replST">
          <ac:chgData name="Varun Srivatsan" userId="5215c364-4639-494b-a156-0291b7c83c6d" providerId="ADAL" clId="{109E2DF9-1C2A-4103-865E-2669DE7650AC}" dt="2022-11-17T06:49:07.944" v="11496"/>
          <ac:cxnSpMkLst>
            <pc:docMk/>
            <pc:sldMk cId="1524044050" sldId="1817606786"/>
            <ac:cxnSpMk id="188" creationId="{0F25D55E-84B7-FC26-BFCE-CF91BBE33A13}"/>
          </ac:cxnSpMkLst>
        </pc:cxnChg>
        <pc:cxnChg chg="add del mod ord replST">
          <ac:chgData name="Varun Srivatsan" userId="5215c364-4639-494b-a156-0291b7c83c6d" providerId="ADAL" clId="{109E2DF9-1C2A-4103-865E-2669DE7650AC}" dt="2022-11-17T06:49:07.944" v="11499"/>
          <ac:cxnSpMkLst>
            <pc:docMk/>
            <pc:sldMk cId="1524044050" sldId="1817606786"/>
            <ac:cxnSpMk id="189" creationId="{4E6926EE-6281-E97C-C7E3-B2D6599E5F00}"/>
          </ac:cxnSpMkLst>
        </pc:cxnChg>
        <pc:cxnChg chg="add del mod ord replST">
          <ac:chgData name="Varun Srivatsan" userId="5215c364-4639-494b-a156-0291b7c83c6d" providerId="ADAL" clId="{109E2DF9-1C2A-4103-865E-2669DE7650AC}" dt="2022-11-17T06:49:07.952" v="11502"/>
          <ac:cxnSpMkLst>
            <pc:docMk/>
            <pc:sldMk cId="1524044050" sldId="1817606786"/>
            <ac:cxnSpMk id="190" creationId="{B2B7C3BA-D3A0-7756-19A2-15FA7EE5B2CC}"/>
          </ac:cxnSpMkLst>
        </pc:cxnChg>
        <pc:cxnChg chg="add del mod ord replST">
          <ac:chgData name="Varun Srivatsan" userId="5215c364-4639-494b-a156-0291b7c83c6d" providerId="ADAL" clId="{109E2DF9-1C2A-4103-865E-2669DE7650AC}" dt="2022-11-17T06:49:07.952" v="11505"/>
          <ac:cxnSpMkLst>
            <pc:docMk/>
            <pc:sldMk cId="1524044050" sldId="1817606786"/>
            <ac:cxnSpMk id="191" creationId="{BF7BB9E7-985E-0760-C392-0BC1A0EF1530}"/>
          </ac:cxnSpMkLst>
        </pc:cxnChg>
        <pc:cxnChg chg="add del mod ord replST">
          <ac:chgData name="Varun Srivatsan" userId="5215c364-4639-494b-a156-0291b7c83c6d" providerId="ADAL" clId="{109E2DF9-1C2A-4103-865E-2669DE7650AC}" dt="2022-11-17T07:24:42.365" v="16187"/>
          <ac:cxnSpMkLst>
            <pc:docMk/>
            <pc:sldMk cId="1524044050" sldId="1817606786"/>
            <ac:cxnSpMk id="230" creationId="{BCF11623-FB13-0B84-3724-32EA458EF4A0}"/>
          </ac:cxnSpMkLst>
        </pc:cxnChg>
        <pc:cxnChg chg="add del mod ord replST">
          <ac:chgData name="Varun Srivatsan" userId="5215c364-4639-494b-a156-0291b7c83c6d" providerId="ADAL" clId="{109E2DF9-1C2A-4103-865E-2669DE7650AC}" dt="2022-11-17T07:24:42.365" v="16194"/>
          <ac:cxnSpMkLst>
            <pc:docMk/>
            <pc:sldMk cId="1524044050" sldId="1817606786"/>
            <ac:cxnSpMk id="231" creationId="{A074F927-2C01-5485-3C2A-0A2805F56722}"/>
          </ac:cxnSpMkLst>
        </pc:cxnChg>
        <pc:cxnChg chg="add del mod ord replST">
          <ac:chgData name="Varun Srivatsan" userId="5215c364-4639-494b-a156-0291b7c83c6d" providerId="ADAL" clId="{109E2DF9-1C2A-4103-865E-2669DE7650AC}" dt="2022-11-17T07:24:42.373" v="16201"/>
          <ac:cxnSpMkLst>
            <pc:docMk/>
            <pc:sldMk cId="1524044050" sldId="1817606786"/>
            <ac:cxnSpMk id="232" creationId="{6CE942F3-87C4-BD64-1964-363134AB834E}"/>
          </ac:cxnSpMkLst>
        </pc:cxnChg>
        <pc:cxnChg chg="add del mod ord replST">
          <ac:chgData name="Varun Srivatsan" userId="5215c364-4639-494b-a156-0291b7c83c6d" providerId="ADAL" clId="{109E2DF9-1C2A-4103-865E-2669DE7650AC}" dt="2022-11-17T07:26:41.720" v="17275"/>
          <ac:cxnSpMkLst>
            <pc:docMk/>
            <pc:sldMk cId="1524044050" sldId="1817606786"/>
            <ac:cxnSpMk id="233" creationId="{269FE465-D7CF-74A3-44C6-6494186F85B8}"/>
          </ac:cxnSpMkLst>
        </pc:cxnChg>
        <pc:cxnChg chg="add del mod ord replST">
          <ac:chgData name="Varun Srivatsan" userId="5215c364-4639-494b-a156-0291b7c83c6d" providerId="ADAL" clId="{109E2DF9-1C2A-4103-865E-2669DE7650AC}" dt="2022-11-17T07:24:42.381" v="16221"/>
          <ac:cxnSpMkLst>
            <pc:docMk/>
            <pc:sldMk cId="1524044050" sldId="1817606786"/>
            <ac:cxnSpMk id="234" creationId="{F15DF73F-47C2-3C01-C439-2F9F1CEC4233}"/>
          </ac:cxnSpMkLst>
        </pc:cxnChg>
        <pc:cxnChg chg="add del mod ord replST">
          <ac:chgData name="Varun Srivatsan" userId="5215c364-4639-494b-a156-0291b7c83c6d" providerId="ADAL" clId="{109E2DF9-1C2A-4103-865E-2669DE7650AC}" dt="2022-11-17T07:26:41.724" v="17279"/>
          <ac:cxnSpMkLst>
            <pc:docMk/>
            <pc:sldMk cId="1524044050" sldId="1817606786"/>
            <ac:cxnSpMk id="235" creationId="{67C9E9C8-381D-D1D0-843B-559E40DA6DA1}"/>
          </ac:cxnSpMkLst>
        </pc:cxnChg>
        <pc:cxnChg chg="add del mod ord replST">
          <ac:chgData name="Varun Srivatsan" userId="5215c364-4639-494b-a156-0291b7c83c6d" providerId="ADAL" clId="{109E2DF9-1C2A-4103-865E-2669DE7650AC}" dt="2022-11-17T07:24:42.389" v="16241"/>
          <ac:cxnSpMkLst>
            <pc:docMk/>
            <pc:sldMk cId="1524044050" sldId="1817606786"/>
            <ac:cxnSpMk id="236" creationId="{F3674CBB-8F1B-805F-4339-CF9F7DF81421}"/>
          </ac:cxnSpMkLst>
        </pc:cxnChg>
        <pc:cxnChg chg="add del mod ord replST">
          <ac:chgData name="Varun Srivatsan" userId="5215c364-4639-494b-a156-0291b7c83c6d" providerId="ADAL" clId="{109E2DF9-1C2A-4103-865E-2669DE7650AC}" dt="2022-11-17T07:26:41.727" v="17283"/>
          <ac:cxnSpMkLst>
            <pc:docMk/>
            <pc:sldMk cId="1524044050" sldId="1817606786"/>
            <ac:cxnSpMk id="237" creationId="{8E6C3341-C915-06F5-7058-CA0E60A35302}"/>
          </ac:cxnSpMkLst>
        </pc:cxnChg>
        <pc:cxnChg chg="add del mod ord replST">
          <ac:chgData name="Varun Srivatsan" userId="5215c364-4639-494b-a156-0291b7c83c6d" providerId="ADAL" clId="{109E2DF9-1C2A-4103-865E-2669DE7650AC}" dt="2022-11-17T07:26:41.728" v="17285"/>
          <ac:cxnSpMkLst>
            <pc:docMk/>
            <pc:sldMk cId="1524044050" sldId="1817606786"/>
            <ac:cxnSpMk id="238" creationId="{CA7210EA-E5C5-12AB-B68C-D03944AE5271}"/>
          </ac:cxnSpMkLst>
        </pc:cxnChg>
        <pc:cxnChg chg="add del mod ord replST">
          <ac:chgData name="Varun Srivatsan" userId="5215c364-4639-494b-a156-0291b7c83c6d" providerId="ADAL" clId="{109E2DF9-1C2A-4103-865E-2669DE7650AC}" dt="2022-11-17T07:24:42.405" v="16274"/>
          <ac:cxnSpMkLst>
            <pc:docMk/>
            <pc:sldMk cId="1524044050" sldId="1817606786"/>
            <ac:cxnSpMk id="239" creationId="{3F2A58E2-2130-614B-A17D-19791616D2E5}"/>
          </ac:cxnSpMkLst>
        </pc:cxnChg>
        <pc:cxnChg chg="add del mod ord replST">
          <ac:chgData name="Varun Srivatsan" userId="5215c364-4639-494b-a156-0291b7c83c6d" providerId="ADAL" clId="{109E2DF9-1C2A-4103-865E-2669DE7650AC}" dt="2022-11-17T07:26:41.732" v="17289"/>
          <ac:cxnSpMkLst>
            <pc:docMk/>
            <pc:sldMk cId="1524044050" sldId="1817606786"/>
            <ac:cxnSpMk id="240" creationId="{FCC4E6B8-7D05-2552-3B8B-12009C713A5A}"/>
          </ac:cxnSpMkLst>
        </pc:cxnChg>
        <pc:cxnChg chg="add del mod ord replST">
          <ac:chgData name="Varun Srivatsan" userId="5215c364-4639-494b-a156-0291b7c83c6d" providerId="ADAL" clId="{109E2DF9-1C2A-4103-865E-2669DE7650AC}" dt="2022-11-17T07:26:41.716" v="17269"/>
          <ac:cxnSpMkLst>
            <pc:docMk/>
            <pc:sldMk cId="1524044050" sldId="1817606786"/>
            <ac:cxnSpMk id="251" creationId="{BC447B32-C252-19F4-4F9C-43DA57EEF507}"/>
          </ac:cxnSpMkLst>
        </pc:cxnChg>
        <pc:cxnChg chg="add del mod ord replST">
          <ac:chgData name="Varun Srivatsan" userId="5215c364-4639-494b-a156-0291b7c83c6d" providerId="ADAL" clId="{109E2DF9-1C2A-4103-865E-2669DE7650AC}" dt="2022-11-17T07:26:41.718" v="17271"/>
          <ac:cxnSpMkLst>
            <pc:docMk/>
            <pc:sldMk cId="1524044050" sldId="1817606786"/>
            <ac:cxnSpMk id="252" creationId="{DDF20834-426D-A91C-4FD8-079D25FA324C}"/>
          </ac:cxnSpMkLst>
        </pc:cxnChg>
        <pc:cxnChg chg="add del mod ord replST">
          <ac:chgData name="Varun Srivatsan" userId="5215c364-4639-494b-a156-0291b7c83c6d" providerId="ADAL" clId="{109E2DF9-1C2A-4103-865E-2669DE7650AC}" dt="2022-11-17T07:26:41.718" v="17273"/>
          <ac:cxnSpMkLst>
            <pc:docMk/>
            <pc:sldMk cId="1524044050" sldId="1817606786"/>
            <ac:cxnSpMk id="253" creationId="{3E16DFC4-68CE-D9C9-93A5-9191DB2A3B44}"/>
          </ac:cxnSpMkLst>
        </pc:cxnChg>
        <pc:cxnChg chg="add del mod ord replST">
          <ac:chgData name="Varun Srivatsan" userId="5215c364-4639-494b-a156-0291b7c83c6d" providerId="ADAL" clId="{109E2DF9-1C2A-4103-865E-2669DE7650AC}" dt="2022-11-17T07:26:41.722" v="17277"/>
          <ac:cxnSpMkLst>
            <pc:docMk/>
            <pc:sldMk cId="1524044050" sldId="1817606786"/>
            <ac:cxnSpMk id="254" creationId="{BC9D36F7-6C24-3125-DBB2-E446FBBC9465}"/>
          </ac:cxnSpMkLst>
        </pc:cxnChg>
        <pc:cxnChg chg="add del mod ord replST">
          <ac:chgData name="Varun Srivatsan" userId="5215c364-4639-494b-a156-0291b7c83c6d" providerId="ADAL" clId="{109E2DF9-1C2A-4103-865E-2669DE7650AC}" dt="2022-11-17T07:26:41.724" v="17281"/>
          <ac:cxnSpMkLst>
            <pc:docMk/>
            <pc:sldMk cId="1524044050" sldId="1817606786"/>
            <ac:cxnSpMk id="255" creationId="{B601E8F7-FA93-9CB3-F398-FEC037BA2846}"/>
          </ac:cxnSpMkLst>
        </pc:cxnChg>
        <pc:cxnChg chg="add del mod ord replST">
          <ac:chgData name="Varun Srivatsan" userId="5215c364-4639-494b-a156-0291b7c83c6d" providerId="ADAL" clId="{109E2DF9-1C2A-4103-865E-2669DE7650AC}" dt="2022-11-17T07:26:41.730" v="17287"/>
          <ac:cxnSpMkLst>
            <pc:docMk/>
            <pc:sldMk cId="1524044050" sldId="1817606786"/>
            <ac:cxnSpMk id="256" creationId="{CDBD4E28-7412-94B2-143F-0171C35D63F1}"/>
          </ac:cxnSpMkLst>
        </pc:cxnChg>
        <pc:cxnChg chg="add del mod ord replST">
          <ac:chgData name="Varun Srivatsan" userId="5215c364-4639-494b-a156-0291b7c83c6d" providerId="ADAL" clId="{109E2DF9-1C2A-4103-865E-2669DE7650AC}" dt="2022-11-17T07:43:29.741" v="68113"/>
          <ac:cxnSpMkLst>
            <pc:docMk/>
            <pc:sldMk cId="1524044050" sldId="1817606786"/>
            <ac:cxnSpMk id="290" creationId="{4BB1D7A3-0DF7-CB4A-5152-B7553448166A}"/>
          </ac:cxnSpMkLst>
        </pc:cxnChg>
        <pc:cxnChg chg="add mod ord replST delST">
          <ac:chgData name="Varun Srivatsan" userId="5215c364-4639-494b-a156-0291b7c83c6d" providerId="ADAL" clId="{109E2DF9-1C2A-4103-865E-2669DE7650AC}" dt="2022-11-17T07:42:41.567" v="60204" actId="13822"/>
          <ac:cxnSpMkLst>
            <pc:docMk/>
            <pc:sldMk cId="1524044050" sldId="1817606786"/>
            <ac:cxnSpMk id="404" creationId="{8B83A6B8-467C-2645-2ECD-10D58D94E50B}"/>
          </ac:cxnSpMkLst>
        </pc:cxnChg>
        <pc:cxnChg chg="add mod ord replST delST">
          <ac:chgData name="Varun Srivatsan" userId="5215c364-4639-494b-a156-0291b7c83c6d" providerId="ADAL" clId="{109E2DF9-1C2A-4103-865E-2669DE7650AC}" dt="2022-11-17T07:42:41.567" v="60195" actId="13822"/>
          <ac:cxnSpMkLst>
            <pc:docMk/>
            <pc:sldMk cId="1524044050" sldId="1817606786"/>
            <ac:cxnSpMk id="405" creationId="{F9673324-E0EA-B71D-17CB-D69DB7EBAF12}"/>
          </ac:cxnSpMkLst>
        </pc:cxnChg>
        <pc:cxnChg chg="add mod ord replST delST">
          <ac:chgData name="Varun Srivatsan" userId="5215c364-4639-494b-a156-0291b7c83c6d" providerId="ADAL" clId="{109E2DF9-1C2A-4103-865E-2669DE7650AC}" dt="2022-11-17T07:42:41.559" v="60185" actId="13822"/>
          <ac:cxnSpMkLst>
            <pc:docMk/>
            <pc:sldMk cId="1524044050" sldId="1817606786"/>
            <ac:cxnSpMk id="406" creationId="{686F0786-B79D-0144-45DD-2B3B6D3B8A78}"/>
          </ac:cxnSpMkLst>
        </pc:cxnChg>
        <pc:cxnChg chg="add mod ord replST delST">
          <ac:chgData name="Varun Srivatsan" userId="5215c364-4639-494b-a156-0291b7c83c6d" providerId="ADAL" clId="{109E2DF9-1C2A-4103-865E-2669DE7650AC}" dt="2022-11-17T07:42:41.559" v="60176" actId="13822"/>
          <ac:cxnSpMkLst>
            <pc:docMk/>
            <pc:sldMk cId="1524044050" sldId="1817606786"/>
            <ac:cxnSpMk id="407" creationId="{CD599B09-3AF4-C735-0AA0-B56A43066593}"/>
          </ac:cxnSpMkLst>
        </pc:cxnChg>
        <pc:cxnChg chg="add mod ord replST delST">
          <ac:chgData name="Varun Srivatsan" userId="5215c364-4639-494b-a156-0291b7c83c6d" providerId="ADAL" clId="{109E2DF9-1C2A-4103-865E-2669DE7650AC}" dt="2022-11-17T07:42:41.559" v="60167" actId="13822"/>
          <ac:cxnSpMkLst>
            <pc:docMk/>
            <pc:sldMk cId="1524044050" sldId="1817606786"/>
            <ac:cxnSpMk id="408" creationId="{CEC74326-7946-C7A1-87E2-59A97DB26B61}"/>
          </ac:cxnSpMkLst>
        </pc:cxnChg>
        <pc:cxnChg chg="add mod ord replST delST">
          <ac:chgData name="Varun Srivatsan" userId="5215c364-4639-494b-a156-0291b7c83c6d" providerId="ADAL" clId="{109E2DF9-1C2A-4103-865E-2669DE7650AC}" dt="2022-11-17T07:42:41.550" v="60158" actId="13822"/>
          <ac:cxnSpMkLst>
            <pc:docMk/>
            <pc:sldMk cId="1524044050" sldId="1817606786"/>
            <ac:cxnSpMk id="409" creationId="{1F578163-B673-0A62-26F5-0DDE7B3037CB}"/>
          </ac:cxnSpMkLst>
        </pc:cxnChg>
        <pc:cxnChg chg="add mod ord replST delST">
          <ac:chgData name="Varun Srivatsan" userId="5215c364-4639-494b-a156-0291b7c83c6d" providerId="ADAL" clId="{109E2DF9-1C2A-4103-865E-2669DE7650AC}" dt="2022-11-17T07:42:41.550" v="60149" actId="13822"/>
          <ac:cxnSpMkLst>
            <pc:docMk/>
            <pc:sldMk cId="1524044050" sldId="1817606786"/>
            <ac:cxnSpMk id="410" creationId="{A4B2902E-1A2F-ED8F-5D45-E48E2D6088A9}"/>
          </ac:cxnSpMkLst>
        </pc:cxnChg>
        <pc:cxnChg chg="add mod ord replST delST">
          <ac:chgData name="Varun Srivatsan" userId="5215c364-4639-494b-a156-0291b7c83c6d" providerId="ADAL" clId="{109E2DF9-1C2A-4103-865E-2669DE7650AC}" dt="2022-11-17T07:42:41.550" v="60140" actId="13822"/>
          <ac:cxnSpMkLst>
            <pc:docMk/>
            <pc:sldMk cId="1524044050" sldId="1817606786"/>
            <ac:cxnSpMk id="411" creationId="{BD01B89D-F0C4-BB7D-A136-A2963349F122}"/>
          </ac:cxnSpMkLst>
        </pc:cxnChg>
        <pc:cxnChg chg="add mod ord replST delST">
          <ac:chgData name="Varun Srivatsan" userId="5215c364-4639-494b-a156-0291b7c83c6d" providerId="ADAL" clId="{109E2DF9-1C2A-4103-865E-2669DE7650AC}" dt="2022-11-17T07:42:41.550" v="60131" actId="13822"/>
          <ac:cxnSpMkLst>
            <pc:docMk/>
            <pc:sldMk cId="1524044050" sldId="1817606786"/>
            <ac:cxnSpMk id="412" creationId="{D195D24C-413B-76FB-5990-82EFF391B67B}"/>
          </ac:cxnSpMkLst>
        </pc:cxnChg>
        <pc:cxnChg chg="add mod ord replST delST">
          <ac:chgData name="Varun Srivatsan" userId="5215c364-4639-494b-a156-0291b7c83c6d" providerId="ADAL" clId="{109E2DF9-1C2A-4103-865E-2669DE7650AC}" dt="2022-11-17T07:42:41.550" v="60122" actId="13822"/>
          <ac:cxnSpMkLst>
            <pc:docMk/>
            <pc:sldMk cId="1524044050" sldId="1817606786"/>
            <ac:cxnSpMk id="413" creationId="{5822E726-0499-B5F9-7E0A-30542A83EFB9}"/>
          </ac:cxnSpMkLst>
        </pc:cxnChg>
        <pc:cxnChg chg="add mod ord replST delST">
          <ac:chgData name="Varun Srivatsan" userId="5215c364-4639-494b-a156-0291b7c83c6d" providerId="ADAL" clId="{109E2DF9-1C2A-4103-865E-2669DE7650AC}" dt="2022-11-17T07:42:41.547" v="60113" actId="13822"/>
          <ac:cxnSpMkLst>
            <pc:docMk/>
            <pc:sldMk cId="1524044050" sldId="1817606786"/>
            <ac:cxnSpMk id="414" creationId="{BC57A298-3CA5-D282-8404-8BE902409D77}"/>
          </ac:cxnSpMkLst>
        </pc:cxnChg>
        <pc:cxnChg chg="add mod ord replST delST">
          <ac:chgData name="Varun Srivatsan" userId="5215c364-4639-494b-a156-0291b7c83c6d" providerId="ADAL" clId="{109E2DF9-1C2A-4103-865E-2669DE7650AC}" dt="2022-11-17T07:42:41.538" v="60104" actId="13822"/>
          <ac:cxnSpMkLst>
            <pc:docMk/>
            <pc:sldMk cId="1524044050" sldId="1817606786"/>
            <ac:cxnSpMk id="415" creationId="{67C167CF-B28F-EF75-15E6-330F94E3A052}"/>
          </ac:cxnSpMkLst>
        </pc:cxnChg>
        <pc:cxnChg chg="add mod ord replST delST">
          <ac:chgData name="Varun Srivatsan" userId="5215c364-4639-494b-a156-0291b7c83c6d" providerId="ADAL" clId="{109E2DF9-1C2A-4103-865E-2669DE7650AC}" dt="2022-11-17T07:42:41.538" v="60095" actId="13822"/>
          <ac:cxnSpMkLst>
            <pc:docMk/>
            <pc:sldMk cId="1524044050" sldId="1817606786"/>
            <ac:cxnSpMk id="416" creationId="{A386319B-0575-CB49-0BA9-840D92A8F140}"/>
          </ac:cxnSpMkLst>
        </pc:cxnChg>
        <pc:cxnChg chg="add mod ord replST">
          <ac:chgData name="Varun Srivatsan" userId="5215c364-4639-494b-a156-0291b7c83c6d" providerId="ADAL" clId="{109E2DF9-1C2A-4103-865E-2669DE7650AC}" dt="2022-11-17T08:04:05.986" v="94974"/>
          <ac:cxnSpMkLst>
            <pc:docMk/>
            <pc:sldMk cId="1524044050" sldId="1817606786"/>
            <ac:cxnSpMk id="422" creationId="{0DDDA884-0894-AAC1-4B09-7F19D680B725}"/>
          </ac:cxnSpMkLst>
        </pc:cxnChg>
        <pc:cxnChg chg="add del mod ord replST">
          <ac:chgData name="Varun Srivatsan" userId="5215c364-4639-494b-a156-0291b7c83c6d" providerId="ADAL" clId="{109E2DF9-1C2A-4103-865E-2669DE7650AC}" dt="2022-11-17T07:44:41.772" v="76591"/>
          <ac:cxnSpMkLst>
            <pc:docMk/>
            <pc:sldMk cId="1524044050" sldId="1817606786"/>
            <ac:cxnSpMk id="425" creationId="{4C07FF66-3E55-F14E-AACD-883600F954CF}"/>
          </ac:cxnSpMkLst>
        </pc:cxnChg>
        <pc:cxnChg chg="add del mod ord replST">
          <ac:chgData name="Varun Srivatsan" userId="5215c364-4639-494b-a156-0291b7c83c6d" providerId="ADAL" clId="{109E2DF9-1C2A-4103-865E-2669DE7650AC}" dt="2022-11-17T07:44:41.772" v="76591"/>
          <ac:cxnSpMkLst>
            <pc:docMk/>
            <pc:sldMk cId="1524044050" sldId="1817606786"/>
            <ac:cxnSpMk id="426" creationId="{AB7F1A09-DD17-D081-51BA-99A451C911FA}"/>
          </ac:cxnSpMkLst>
        </pc:cxnChg>
        <pc:cxnChg chg="add del mod ord replST">
          <ac:chgData name="Varun Srivatsan" userId="5215c364-4639-494b-a156-0291b7c83c6d" providerId="ADAL" clId="{109E2DF9-1C2A-4103-865E-2669DE7650AC}" dt="2022-11-17T07:44:41.772" v="76591"/>
          <ac:cxnSpMkLst>
            <pc:docMk/>
            <pc:sldMk cId="1524044050" sldId="1817606786"/>
            <ac:cxnSpMk id="427" creationId="{4DF33DF2-6E5A-48E2-EFB5-F382A85C5E7E}"/>
          </ac:cxnSpMkLst>
        </pc:cxnChg>
        <pc:cxnChg chg="add del mod ord replST">
          <ac:chgData name="Varun Srivatsan" userId="5215c364-4639-494b-a156-0291b7c83c6d" providerId="ADAL" clId="{109E2DF9-1C2A-4103-865E-2669DE7650AC}" dt="2022-11-17T07:44:41.772" v="76591"/>
          <ac:cxnSpMkLst>
            <pc:docMk/>
            <pc:sldMk cId="1524044050" sldId="1817606786"/>
            <ac:cxnSpMk id="428" creationId="{991F7FF9-9C03-FF69-842E-047AD920086D}"/>
          </ac:cxnSpMkLst>
        </pc:cxnChg>
        <pc:cxnChg chg="add del mod ord replST">
          <ac:chgData name="Varun Srivatsan" userId="5215c364-4639-494b-a156-0291b7c83c6d" providerId="ADAL" clId="{109E2DF9-1C2A-4103-865E-2669DE7650AC}" dt="2022-11-17T07:44:41.772" v="76591"/>
          <ac:cxnSpMkLst>
            <pc:docMk/>
            <pc:sldMk cId="1524044050" sldId="1817606786"/>
            <ac:cxnSpMk id="429" creationId="{61BC3AF6-6C9C-01A0-9DB1-BCA9B6C1AFE8}"/>
          </ac:cxnSpMkLst>
        </pc:cxnChg>
        <pc:cxnChg chg="add del mod ord replST">
          <ac:chgData name="Varun Srivatsan" userId="5215c364-4639-494b-a156-0291b7c83c6d" providerId="ADAL" clId="{109E2DF9-1C2A-4103-865E-2669DE7650AC}" dt="2022-11-17T07:44:41.772" v="76591"/>
          <ac:cxnSpMkLst>
            <pc:docMk/>
            <pc:sldMk cId="1524044050" sldId="1817606786"/>
            <ac:cxnSpMk id="430" creationId="{A32C0A35-8C67-FD50-53B4-8954DD7162BE}"/>
          </ac:cxnSpMkLst>
        </pc:cxnChg>
        <pc:cxnChg chg="add del mod ord replST">
          <ac:chgData name="Varun Srivatsan" userId="5215c364-4639-494b-a156-0291b7c83c6d" providerId="ADAL" clId="{109E2DF9-1C2A-4103-865E-2669DE7650AC}" dt="2022-11-17T07:44:41.772" v="76591"/>
          <ac:cxnSpMkLst>
            <pc:docMk/>
            <pc:sldMk cId="1524044050" sldId="1817606786"/>
            <ac:cxnSpMk id="431" creationId="{16B0BBBE-9172-1AC9-FAA6-877E23BCD2F9}"/>
          </ac:cxnSpMkLst>
        </pc:cxnChg>
        <pc:cxnChg chg="add del mod ord replST">
          <ac:chgData name="Varun Srivatsan" userId="5215c364-4639-494b-a156-0291b7c83c6d" providerId="ADAL" clId="{109E2DF9-1C2A-4103-865E-2669DE7650AC}" dt="2022-11-17T07:44:41.772" v="76591"/>
          <ac:cxnSpMkLst>
            <pc:docMk/>
            <pc:sldMk cId="1524044050" sldId="1817606786"/>
            <ac:cxnSpMk id="432" creationId="{88644422-AD74-51C9-DA67-960F1F55D485}"/>
          </ac:cxnSpMkLst>
        </pc:cxnChg>
        <pc:cxnChg chg="add del mod ord replST">
          <ac:chgData name="Varun Srivatsan" userId="5215c364-4639-494b-a156-0291b7c83c6d" providerId="ADAL" clId="{109E2DF9-1C2A-4103-865E-2669DE7650AC}" dt="2022-11-17T07:44:41.772" v="76591"/>
          <ac:cxnSpMkLst>
            <pc:docMk/>
            <pc:sldMk cId="1524044050" sldId="1817606786"/>
            <ac:cxnSpMk id="433" creationId="{DC7B334B-D74B-856E-30B2-B4A2BC0B3216}"/>
          </ac:cxnSpMkLst>
        </pc:cxnChg>
        <pc:cxnChg chg="add del mod ord replST">
          <ac:chgData name="Varun Srivatsan" userId="5215c364-4639-494b-a156-0291b7c83c6d" providerId="ADAL" clId="{109E2DF9-1C2A-4103-865E-2669DE7650AC}" dt="2022-11-17T07:44:41.772" v="76591"/>
          <ac:cxnSpMkLst>
            <pc:docMk/>
            <pc:sldMk cId="1524044050" sldId="1817606786"/>
            <ac:cxnSpMk id="434" creationId="{23480CA6-00A6-3648-34EF-207870FC2AC0}"/>
          </ac:cxnSpMkLst>
        </pc:cxnChg>
        <pc:cxnChg chg="add del mod ord replST">
          <ac:chgData name="Varun Srivatsan" userId="5215c364-4639-494b-a156-0291b7c83c6d" providerId="ADAL" clId="{109E2DF9-1C2A-4103-865E-2669DE7650AC}" dt="2022-11-17T07:44:41.772" v="76591"/>
          <ac:cxnSpMkLst>
            <pc:docMk/>
            <pc:sldMk cId="1524044050" sldId="1817606786"/>
            <ac:cxnSpMk id="435" creationId="{2BBE144A-2391-272B-FD1A-9FF1F1E1D31F}"/>
          </ac:cxnSpMkLst>
        </pc:cxnChg>
        <pc:cxnChg chg="add del mod ord replST">
          <ac:chgData name="Varun Srivatsan" userId="5215c364-4639-494b-a156-0291b7c83c6d" providerId="ADAL" clId="{109E2DF9-1C2A-4103-865E-2669DE7650AC}" dt="2022-11-17T07:44:41.772" v="76591"/>
          <ac:cxnSpMkLst>
            <pc:docMk/>
            <pc:sldMk cId="1524044050" sldId="1817606786"/>
            <ac:cxnSpMk id="436" creationId="{ACAFDCAC-AEFC-BFB1-A6DB-D826A636C205}"/>
          </ac:cxnSpMkLst>
        </pc:cxnChg>
      </pc:sldChg>
      <pc:sldChg chg="mod">
        <pc:chgData name="Varun Srivatsan" userId="5215c364-4639-494b-a156-0291b7c83c6d" providerId="ADAL" clId="{109E2DF9-1C2A-4103-865E-2669DE7650AC}" dt="2022-10-13T09:09:36.904" v="1" actId="27918"/>
        <pc:sldMkLst>
          <pc:docMk/>
          <pc:sldMk cId="2025076268" sldId="1817606787"/>
        </pc:sldMkLst>
      </pc:sldChg>
      <pc:sldChg chg="addSp delSp modSp add del mod">
        <pc:chgData name="Varun Srivatsan" userId="5215c364-4639-494b-a156-0291b7c83c6d" providerId="ADAL" clId="{109E2DF9-1C2A-4103-865E-2669DE7650AC}" dt="2022-11-17T08:11:25.695" v="111318" actId="47"/>
        <pc:sldMkLst>
          <pc:docMk/>
          <pc:sldMk cId="2922395542" sldId="1817606795"/>
        </pc:sldMkLst>
        <pc:spChg chg="add del mod modVis">
          <ac:chgData name="Varun Srivatsan" userId="5215c364-4639-494b-a156-0291b7c83c6d" providerId="ADAL" clId="{109E2DF9-1C2A-4103-865E-2669DE7650AC}" dt="2022-11-17T04:42:01.500" v="95"/>
          <ac:spMkLst>
            <pc:docMk/>
            <pc:sldMk cId="2922395542" sldId="1817606795"/>
            <ac:spMk id="2" creationId="{867AE321-BD55-A445-9D95-38812E924198}"/>
          </ac:spMkLst>
        </pc:spChg>
        <pc:spChg chg="mod ord">
          <ac:chgData name="Varun Srivatsan" userId="5215c364-4639-494b-a156-0291b7c83c6d" providerId="ADAL" clId="{109E2DF9-1C2A-4103-865E-2669DE7650AC}" dt="2022-11-17T07:46:49.714" v="79117"/>
          <ac:spMkLst>
            <pc:docMk/>
            <pc:sldMk cId="2922395542" sldId="1817606795"/>
            <ac:spMk id="3" creationId="{19AA3BA1-9DC3-D11B-7451-35741D3E0945}"/>
          </ac:spMkLst>
        </pc:spChg>
        <pc:spChg chg="mod ord">
          <ac:chgData name="Varun Srivatsan" userId="5215c364-4639-494b-a156-0291b7c83c6d" providerId="ADAL" clId="{109E2DF9-1C2A-4103-865E-2669DE7650AC}" dt="2022-11-17T07:46:49.714" v="79117"/>
          <ac:spMkLst>
            <pc:docMk/>
            <pc:sldMk cId="2922395542" sldId="1817606795"/>
            <ac:spMk id="4" creationId="{E70D199F-9DE3-4375-934A-3A5E66EFBEF6}"/>
          </ac:spMkLst>
        </pc:spChg>
        <pc:spChg chg="add del mod modVis">
          <ac:chgData name="Varun Srivatsan" userId="5215c364-4639-494b-a156-0291b7c83c6d" providerId="ADAL" clId="{109E2DF9-1C2A-4103-865E-2669DE7650AC}" dt="2022-11-17T04:42:08.040" v="157"/>
          <ac:spMkLst>
            <pc:docMk/>
            <pc:sldMk cId="2922395542" sldId="1817606795"/>
            <ac:spMk id="5" creationId="{FADBCF18-6AC6-A696-842B-65812773CFC4}"/>
          </ac:spMkLst>
        </pc:spChg>
        <pc:spChg chg="mod ord">
          <ac:chgData name="Varun Srivatsan" userId="5215c364-4639-494b-a156-0291b7c83c6d" providerId="ADAL" clId="{109E2DF9-1C2A-4103-865E-2669DE7650AC}" dt="2022-11-17T07:46:49.714" v="79117"/>
          <ac:spMkLst>
            <pc:docMk/>
            <pc:sldMk cId="2922395542" sldId="1817606795"/>
            <ac:spMk id="6" creationId="{D7804F4B-D973-4788-B9B7-9202C091AABA}"/>
          </ac:spMkLst>
        </pc:spChg>
        <pc:spChg chg="add del mod modVis">
          <ac:chgData name="Varun Srivatsan" userId="5215c364-4639-494b-a156-0291b7c83c6d" providerId="ADAL" clId="{109E2DF9-1C2A-4103-865E-2669DE7650AC}" dt="2022-11-17T07:28:52.733" v="19700"/>
          <ac:spMkLst>
            <pc:docMk/>
            <pc:sldMk cId="2922395542" sldId="1817606795"/>
            <ac:spMk id="8" creationId="{5C403565-0645-9D3C-9D98-5F53003456B2}"/>
          </ac:spMkLst>
        </pc:spChg>
        <pc:spChg chg="mod ord">
          <ac:chgData name="Varun Srivatsan" userId="5215c364-4639-494b-a156-0291b7c83c6d" providerId="ADAL" clId="{109E2DF9-1C2A-4103-865E-2669DE7650AC}" dt="2022-11-17T07:46:49.714" v="79117"/>
          <ac:spMkLst>
            <pc:docMk/>
            <pc:sldMk cId="2922395542" sldId="1817606795"/>
            <ac:spMk id="10" creationId="{E1A81945-E6ED-429E-8FBD-C10EE7A971BD}"/>
          </ac:spMkLst>
        </pc:spChg>
        <pc:spChg chg="mod ord">
          <ac:chgData name="Varun Srivatsan" userId="5215c364-4639-494b-a156-0291b7c83c6d" providerId="ADAL" clId="{109E2DF9-1C2A-4103-865E-2669DE7650AC}" dt="2022-11-17T07:46:49.714" v="79117"/>
          <ac:spMkLst>
            <pc:docMk/>
            <pc:sldMk cId="2922395542" sldId="1817606795"/>
            <ac:spMk id="11" creationId="{F0691438-0055-4AA1-B12E-2FEFD2A06B18}"/>
          </ac:spMkLst>
        </pc:spChg>
        <pc:spChg chg="del mod">
          <ac:chgData name="Varun Srivatsan" userId="5215c364-4639-494b-a156-0291b7c83c6d" providerId="ADAL" clId="{109E2DF9-1C2A-4103-865E-2669DE7650AC}" dt="2022-11-17T07:46:45.475" v="78892"/>
          <ac:spMkLst>
            <pc:docMk/>
            <pc:sldMk cId="2922395542" sldId="1817606795"/>
            <ac:spMk id="12" creationId="{200D4E29-3B4C-482C-835D-31E0A194E2E2}"/>
          </ac:spMkLst>
        </pc:spChg>
        <pc:spChg chg="mod">
          <ac:chgData name="Varun Srivatsan" userId="5215c364-4639-494b-a156-0291b7c83c6d" providerId="ADAL" clId="{109E2DF9-1C2A-4103-865E-2669DE7650AC}" dt="2022-11-17T07:46:45.475" v="78893"/>
          <ac:spMkLst>
            <pc:docMk/>
            <pc:sldMk cId="2922395542" sldId="1817606795"/>
            <ac:spMk id="13" creationId="{D774B284-4491-46F5-863D-FD49BFD8BAA7}"/>
          </ac:spMkLst>
        </pc:spChg>
        <pc:spChg chg="del mod">
          <ac:chgData name="Varun Srivatsan" userId="5215c364-4639-494b-a156-0291b7c83c6d" providerId="ADAL" clId="{109E2DF9-1C2A-4103-865E-2669DE7650AC}" dt="2022-11-17T07:46:45.475" v="78896"/>
          <ac:spMkLst>
            <pc:docMk/>
            <pc:sldMk cId="2922395542" sldId="1817606795"/>
            <ac:spMk id="14" creationId="{AC9EDD95-5F51-4A38-AC63-BDD8B7F91DD3}"/>
          </ac:spMkLst>
        </pc:spChg>
        <pc:spChg chg="del mod">
          <ac:chgData name="Varun Srivatsan" userId="5215c364-4639-494b-a156-0291b7c83c6d" providerId="ADAL" clId="{109E2DF9-1C2A-4103-865E-2669DE7650AC}" dt="2022-11-17T07:46:45.475" v="78894"/>
          <ac:spMkLst>
            <pc:docMk/>
            <pc:sldMk cId="2922395542" sldId="1817606795"/>
            <ac:spMk id="15" creationId="{4E73C45B-E7A4-4691-9543-D3036D020AD1}"/>
          </ac:spMkLst>
        </pc:spChg>
        <pc:spChg chg="del mod">
          <ac:chgData name="Varun Srivatsan" userId="5215c364-4639-494b-a156-0291b7c83c6d" providerId="ADAL" clId="{109E2DF9-1C2A-4103-865E-2669DE7650AC}" dt="2022-11-17T07:46:45.479" v="78897"/>
          <ac:spMkLst>
            <pc:docMk/>
            <pc:sldMk cId="2922395542" sldId="1817606795"/>
            <ac:spMk id="16" creationId="{E28D6F68-A427-4383-9970-B71A09D870E2}"/>
          </ac:spMkLst>
        </pc:spChg>
        <pc:spChg chg="del mod">
          <ac:chgData name="Varun Srivatsan" userId="5215c364-4639-494b-a156-0291b7c83c6d" providerId="ADAL" clId="{109E2DF9-1C2A-4103-865E-2669DE7650AC}" dt="2022-11-17T07:29:54.899" v="23883"/>
          <ac:spMkLst>
            <pc:docMk/>
            <pc:sldMk cId="2922395542" sldId="1817606795"/>
            <ac:spMk id="17" creationId="{D783A81C-0F02-4E96-9D57-76A3F84DD6E3}"/>
          </ac:spMkLst>
        </pc:spChg>
        <pc:spChg chg="del mod">
          <ac:chgData name="Varun Srivatsan" userId="5215c364-4639-494b-a156-0291b7c83c6d" providerId="ADAL" clId="{109E2DF9-1C2A-4103-865E-2669DE7650AC}" dt="2022-11-17T07:29:54.899" v="23882"/>
          <ac:spMkLst>
            <pc:docMk/>
            <pc:sldMk cId="2922395542" sldId="1817606795"/>
            <ac:spMk id="18" creationId="{6F0E98A0-0278-4F9E-9EF0-15578C5469AD}"/>
          </ac:spMkLst>
        </pc:spChg>
        <pc:spChg chg="mod ord">
          <ac:chgData name="Varun Srivatsan" userId="5215c364-4639-494b-a156-0291b7c83c6d" providerId="ADAL" clId="{109E2DF9-1C2A-4103-865E-2669DE7650AC}" dt="2022-11-17T07:46:49.714" v="79117"/>
          <ac:spMkLst>
            <pc:docMk/>
            <pc:sldMk cId="2922395542" sldId="1817606795"/>
            <ac:spMk id="19" creationId="{0854A96A-747B-42A3-B8A3-FFCB53F57956}"/>
          </ac:spMkLst>
        </pc:spChg>
        <pc:spChg chg="mod ord">
          <ac:chgData name="Varun Srivatsan" userId="5215c364-4639-494b-a156-0291b7c83c6d" providerId="ADAL" clId="{109E2DF9-1C2A-4103-865E-2669DE7650AC}" dt="2022-11-17T07:46:49.714" v="79117"/>
          <ac:spMkLst>
            <pc:docMk/>
            <pc:sldMk cId="2922395542" sldId="1817606795"/>
            <ac:spMk id="20" creationId="{EC1C68E3-55B1-4BF5-B5D2-46FEF72DC28A}"/>
          </ac:spMkLst>
        </pc:spChg>
        <pc:spChg chg="mod">
          <ac:chgData name="Varun Srivatsan" userId="5215c364-4639-494b-a156-0291b7c83c6d" providerId="ADAL" clId="{109E2DF9-1C2A-4103-865E-2669DE7650AC}" dt="2022-11-17T07:46:45.491" v="78938"/>
          <ac:spMkLst>
            <pc:docMk/>
            <pc:sldMk cId="2922395542" sldId="1817606795"/>
            <ac:spMk id="21" creationId="{5D141233-428F-4280-8A9A-B47E44B71682}"/>
          </ac:spMkLst>
        </pc:spChg>
        <pc:spChg chg="mod ord">
          <ac:chgData name="Varun Srivatsan" userId="5215c364-4639-494b-a156-0291b7c83c6d" providerId="ADAL" clId="{109E2DF9-1C2A-4103-865E-2669DE7650AC}" dt="2022-11-17T07:46:49.714" v="79117"/>
          <ac:spMkLst>
            <pc:docMk/>
            <pc:sldMk cId="2922395542" sldId="1817606795"/>
            <ac:spMk id="22" creationId="{3D5E6140-2772-40F3-9861-885341B44FA0}"/>
          </ac:spMkLst>
        </pc:spChg>
        <pc:spChg chg="mod">
          <ac:chgData name="Varun Srivatsan" userId="5215c364-4639-494b-a156-0291b7c83c6d" providerId="ADAL" clId="{109E2DF9-1C2A-4103-865E-2669DE7650AC}" dt="2022-11-17T07:46:45.491" v="78941"/>
          <ac:spMkLst>
            <pc:docMk/>
            <pc:sldMk cId="2922395542" sldId="1817606795"/>
            <ac:spMk id="23" creationId="{BADBA6B7-68C8-473A-A95A-574BBDAB211C}"/>
          </ac:spMkLst>
        </pc:spChg>
        <pc:spChg chg="mod">
          <ac:chgData name="Varun Srivatsan" userId="5215c364-4639-494b-a156-0291b7c83c6d" providerId="ADAL" clId="{109E2DF9-1C2A-4103-865E-2669DE7650AC}" dt="2022-11-17T07:46:45.491" v="78953"/>
          <ac:spMkLst>
            <pc:docMk/>
            <pc:sldMk cId="2922395542" sldId="1817606795"/>
            <ac:spMk id="24" creationId="{470A0E62-4A32-42CB-B0A6-C1D7C9F7C489}"/>
          </ac:spMkLst>
        </pc:spChg>
        <pc:spChg chg="mod">
          <ac:chgData name="Varun Srivatsan" userId="5215c364-4639-494b-a156-0291b7c83c6d" providerId="ADAL" clId="{109E2DF9-1C2A-4103-865E-2669DE7650AC}" dt="2022-11-17T07:46:45.491" v="78948"/>
          <ac:spMkLst>
            <pc:docMk/>
            <pc:sldMk cId="2922395542" sldId="1817606795"/>
            <ac:spMk id="25" creationId="{0F430950-2BE0-419B-9309-F2EEFD512B48}"/>
          </ac:spMkLst>
        </pc:spChg>
        <pc:spChg chg="mod ord">
          <ac:chgData name="Varun Srivatsan" userId="5215c364-4639-494b-a156-0291b7c83c6d" providerId="ADAL" clId="{109E2DF9-1C2A-4103-865E-2669DE7650AC}" dt="2022-11-17T07:46:49.714" v="79117"/>
          <ac:spMkLst>
            <pc:docMk/>
            <pc:sldMk cId="2922395542" sldId="1817606795"/>
            <ac:spMk id="26" creationId="{B65457BF-C27A-4BDD-A590-79F844031589}"/>
          </ac:spMkLst>
        </pc:spChg>
        <pc:spChg chg="mod">
          <ac:chgData name="Varun Srivatsan" userId="5215c364-4639-494b-a156-0291b7c83c6d" providerId="ADAL" clId="{109E2DF9-1C2A-4103-865E-2669DE7650AC}" dt="2022-11-17T07:46:45.499" v="78961"/>
          <ac:spMkLst>
            <pc:docMk/>
            <pc:sldMk cId="2922395542" sldId="1817606795"/>
            <ac:spMk id="27" creationId="{70DE6A80-CF00-4867-A14A-D744FAB7619D}"/>
          </ac:spMkLst>
        </pc:spChg>
        <pc:spChg chg="mod">
          <ac:chgData name="Varun Srivatsan" userId="5215c364-4639-494b-a156-0291b7c83c6d" providerId="ADAL" clId="{109E2DF9-1C2A-4103-865E-2669DE7650AC}" dt="2022-11-17T07:46:45.491" v="78956"/>
          <ac:spMkLst>
            <pc:docMk/>
            <pc:sldMk cId="2922395542" sldId="1817606795"/>
            <ac:spMk id="28" creationId="{9CD40E1D-63C6-4622-8A58-807803EEB665}"/>
          </ac:spMkLst>
        </pc:spChg>
        <pc:spChg chg="del mod ord">
          <ac:chgData name="Varun Srivatsan" userId="5215c364-4639-494b-a156-0291b7c83c6d" providerId="ADAL" clId="{109E2DF9-1C2A-4103-865E-2669DE7650AC}" dt="2022-11-17T07:30:00.502" v="26038"/>
          <ac:spMkLst>
            <pc:docMk/>
            <pc:sldMk cId="2922395542" sldId="1817606795"/>
            <ac:spMk id="29" creationId="{35A9AC5A-03F3-4D59-B683-EB4EBBB2A3A1}"/>
          </ac:spMkLst>
        </pc:spChg>
        <pc:spChg chg="del mod ord">
          <ac:chgData name="Varun Srivatsan" userId="5215c364-4639-494b-a156-0291b7c83c6d" providerId="ADAL" clId="{109E2DF9-1C2A-4103-865E-2669DE7650AC}" dt="2022-11-17T07:29:56.810" v="24377"/>
          <ac:spMkLst>
            <pc:docMk/>
            <pc:sldMk cId="2922395542" sldId="1817606795"/>
            <ac:spMk id="30" creationId="{F2AFFE9E-DD75-4F6F-BADE-EEE8DA07343F}"/>
          </ac:spMkLst>
        </pc:spChg>
        <pc:spChg chg="del mod ord">
          <ac:chgData name="Varun Srivatsan" userId="5215c364-4639-494b-a156-0291b7c83c6d" providerId="ADAL" clId="{109E2DF9-1C2A-4103-865E-2669DE7650AC}" dt="2022-11-17T07:29:56.835" v="24401"/>
          <ac:spMkLst>
            <pc:docMk/>
            <pc:sldMk cId="2922395542" sldId="1817606795"/>
            <ac:spMk id="31" creationId="{03506847-E4B1-40A7-BF87-6D4DFB35E67A}"/>
          </ac:spMkLst>
        </pc:spChg>
        <pc:spChg chg="del mod ord">
          <ac:chgData name="Varun Srivatsan" userId="5215c364-4639-494b-a156-0291b7c83c6d" providerId="ADAL" clId="{109E2DF9-1C2A-4103-865E-2669DE7650AC}" dt="2022-11-17T07:30:00.507" v="26046"/>
          <ac:spMkLst>
            <pc:docMk/>
            <pc:sldMk cId="2922395542" sldId="1817606795"/>
            <ac:spMk id="32" creationId="{EFEEAC04-A366-47DB-BCF0-8560040F1325}"/>
          </ac:spMkLst>
        </pc:spChg>
        <pc:spChg chg="mod ord">
          <ac:chgData name="Varun Srivatsan" userId="5215c364-4639-494b-a156-0291b7c83c6d" providerId="ADAL" clId="{109E2DF9-1C2A-4103-865E-2669DE7650AC}" dt="2022-11-17T07:46:49.714" v="79117"/>
          <ac:spMkLst>
            <pc:docMk/>
            <pc:sldMk cId="2922395542" sldId="1817606795"/>
            <ac:spMk id="33" creationId="{28B45475-4723-40C9-804B-798C47550B32}"/>
          </ac:spMkLst>
        </pc:spChg>
        <pc:spChg chg="mod">
          <ac:chgData name="Varun Srivatsan" userId="5215c364-4639-494b-a156-0291b7c83c6d" providerId="ADAL" clId="{109E2DF9-1C2A-4103-865E-2669DE7650AC}" dt="2022-11-17T07:46:45.483" v="78912"/>
          <ac:spMkLst>
            <pc:docMk/>
            <pc:sldMk cId="2922395542" sldId="1817606795"/>
            <ac:spMk id="34" creationId="{DA8C790D-1C7D-47EF-9D0F-C7EAC79D78CB}"/>
          </ac:spMkLst>
        </pc:spChg>
        <pc:spChg chg="mod">
          <ac:chgData name="Varun Srivatsan" userId="5215c364-4639-494b-a156-0291b7c83c6d" providerId="ADAL" clId="{109E2DF9-1C2A-4103-865E-2669DE7650AC}" dt="2022-11-17T07:46:45.483" v="78921"/>
          <ac:spMkLst>
            <pc:docMk/>
            <pc:sldMk cId="2922395542" sldId="1817606795"/>
            <ac:spMk id="35" creationId="{FAEC77A4-6755-4E74-8538-BB496F068619}"/>
          </ac:spMkLst>
        </pc:spChg>
        <pc:spChg chg="del mod ord">
          <ac:chgData name="Varun Srivatsan" userId="5215c364-4639-494b-a156-0291b7c83c6d" providerId="ADAL" clId="{109E2DF9-1C2A-4103-865E-2669DE7650AC}" dt="2022-11-17T07:29:56.827" v="24389"/>
          <ac:spMkLst>
            <pc:docMk/>
            <pc:sldMk cId="2922395542" sldId="1817606795"/>
            <ac:spMk id="36" creationId="{147A4F47-1120-4B0A-B3B0-FEDBDF7DE29B}"/>
          </ac:spMkLst>
        </pc:spChg>
        <pc:spChg chg="mod">
          <ac:chgData name="Varun Srivatsan" userId="5215c364-4639-494b-a156-0291b7c83c6d" providerId="ADAL" clId="{109E2DF9-1C2A-4103-865E-2669DE7650AC}" dt="2022-11-17T07:46:45.479" v="78906"/>
          <ac:spMkLst>
            <pc:docMk/>
            <pc:sldMk cId="2922395542" sldId="1817606795"/>
            <ac:spMk id="37" creationId="{12281A7A-7905-438D-8D37-1E9279D05FCC}"/>
          </ac:spMkLst>
        </pc:spChg>
        <pc:spChg chg="mod">
          <ac:chgData name="Varun Srivatsan" userId="5215c364-4639-494b-a156-0291b7c83c6d" providerId="ADAL" clId="{109E2DF9-1C2A-4103-865E-2669DE7650AC}" dt="2022-11-17T07:46:45.483" v="78931"/>
          <ac:spMkLst>
            <pc:docMk/>
            <pc:sldMk cId="2922395542" sldId="1817606795"/>
            <ac:spMk id="38" creationId="{7B150B70-E09D-4EBC-AFFA-52DCF47965A0}"/>
          </ac:spMkLst>
        </pc:spChg>
        <pc:spChg chg="mod">
          <ac:chgData name="Varun Srivatsan" userId="5215c364-4639-494b-a156-0291b7c83c6d" providerId="ADAL" clId="{109E2DF9-1C2A-4103-865E-2669DE7650AC}" dt="2022-11-17T07:46:45.483" v="78920"/>
          <ac:spMkLst>
            <pc:docMk/>
            <pc:sldMk cId="2922395542" sldId="1817606795"/>
            <ac:spMk id="39" creationId="{7E15EE48-B238-454C-BBC1-941E68BE0801}"/>
          </ac:spMkLst>
        </pc:spChg>
        <pc:spChg chg="mod ord">
          <ac:chgData name="Varun Srivatsan" userId="5215c364-4639-494b-a156-0291b7c83c6d" providerId="ADAL" clId="{109E2DF9-1C2A-4103-865E-2669DE7650AC}" dt="2022-11-17T07:46:49.714" v="79117"/>
          <ac:spMkLst>
            <pc:docMk/>
            <pc:sldMk cId="2922395542" sldId="1817606795"/>
            <ac:spMk id="40" creationId="{11B3DCE0-5D2F-4A46-B664-51C33AA11412}"/>
          </ac:spMkLst>
        </pc:spChg>
        <pc:spChg chg="mod">
          <ac:chgData name="Varun Srivatsan" userId="5215c364-4639-494b-a156-0291b7c83c6d" providerId="ADAL" clId="{109E2DF9-1C2A-4103-865E-2669DE7650AC}" dt="2022-11-17T07:46:45.483" v="78928"/>
          <ac:spMkLst>
            <pc:docMk/>
            <pc:sldMk cId="2922395542" sldId="1817606795"/>
            <ac:spMk id="41" creationId="{CD8A446D-3E8F-49EE-A1DC-0252C5E672EC}"/>
          </ac:spMkLst>
        </pc:spChg>
        <pc:spChg chg="mod ord">
          <ac:chgData name="Varun Srivatsan" userId="5215c364-4639-494b-a156-0291b7c83c6d" providerId="ADAL" clId="{109E2DF9-1C2A-4103-865E-2669DE7650AC}" dt="2022-11-17T07:46:49.714" v="79117"/>
          <ac:spMkLst>
            <pc:docMk/>
            <pc:sldMk cId="2922395542" sldId="1817606795"/>
            <ac:spMk id="42" creationId="{6F27B411-A075-49F1-8203-602FE803EAD9}"/>
          </ac:spMkLst>
        </pc:spChg>
        <pc:spChg chg="mod ord">
          <ac:chgData name="Varun Srivatsan" userId="5215c364-4639-494b-a156-0291b7c83c6d" providerId="ADAL" clId="{109E2DF9-1C2A-4103-865E-2669DE7650AC}" dt="2022-11-17T07:46:49.714" v="79117"/>
          <ac:spMkLst>
            <pc:docMk/>
            <pc:sldMk cId="2922395542" sldId="1817606795"/>
            <ac:spMk id="43" creationId="{A50A00AB-A8F0-457B-94EC-461419E8ADBD}"/>
          </ac:spMkLst>
        </pc:spChg>
        <pc:spChg chg="mod ord">
          <ac:chgData name="Varun Srivatsan" userId="5215c364-4639-494b-a156-0291b7c83c6d" providerId="ADAL" clId="{109E2DF9-1C2A-4103-865E-2669DE7650AC}" dt="2022-11-17T07:46:49.714" v="79117"/>
          <ac:spMkLst>
            <pc:docMk/>
            <pc:sldMk cId="2922395542" sldId="1817606795"/>
            <ac:spMk id="44" creationId="{46F18BF0-DDFE-4084-976D-805FD750742F}"/>
          </ac:spMkLst>
        </pc:spChg>
        <pc:spChg chg="mod ord">
          <ac:chgData name="Varun Srivatsan" userId="5215c364-4639-494b-a156-0291b7c83c6d" providerId="ADAL" clId="{109E2DF9-1C2A-4103-865E-2669DE7650AC}" dt="2022-11-17T07:46:49.714" v="79117"/>
          <ac:spMkLst>
            <pc:docMk/>
            <pc:sldMk cId="2922395542" sldId="1817606795"/>
            <ac:spMk id="45" creationId="{08955925-5EEC-4DFB-BA1D-AD2255D2AA00}"/>
          </ac:spMkLst>
        </pc:spChg>
        <pc:spChg chg="mod ord">
          <ac:chgData name="Varun Srivatsan" userId="5215c364-4639-494b-a156-0291b7c83c6d" providerId="ADAL" clId="{109E2DF9-1C2A-4103-865E-2669DE7650AC}" dt="2022-11-17T07:46:49.714" v="79117"/>
          <ac:spMkLst>
            <pc:docMk/>
            <pc:sldMk cId="2922395542" sldId="1817606795"/>
            <ac:spMk id="46" creationId="{F7AAA5E1-74D9-4CC4-A8A1-95451E50883B}"/>
          </ac:spMkLst>
        </pc:spChg>
        <pc:spChg chg="mod ord">
          <ac:chgData name="Varun Srivatsan" userId="5215c364-4639-494b-a156-0291b7c83c6d" providerId="ADAL" clId="{109E2DF9-1C2A-4103-865E-2669DE7650AC}" dt="2022-11-17T07:46:49.714" v="79117"/>
          <ac:spMkLst>
            <pc:docMk/>
            <pc:sldMk cId="2922395542" sldId="1817606795"/>
            <ac:spMk id="47" creationId="{89E78E6E-B052-4248-A1C8-425C75DBF338}"/>
          </ac:spMkLst>
        </pc:spChg>
        <pc:spChg chg="mod ord">
          <ac:chgData name="Varun Srivatsan" userId="5215c364-4639-494b-a156-0291b7c83c6d" providerId="ADAL" clId="{109E2DF9-1C2A-4103-865E-2669DE7650AC}" dt="2022-11-17T07:46:49.714" v="79117"/>
          <ac:spMkLst>
            <pc:docMk/>
            <pc:sldMk cId="2922395542" sldId="1817606795"/>
            <ac:spMk id="48" creationId="{17E42EAA-E86B-46F8-9226-BE8650BA16E3}"/>
          </ac:spMkLst>
        </pc:spChg>
        <pc:spChg chg="mod">
          <ac:chgData name="Varun Srivatsan" userId="5215c364-4639-494b-a156-0291b7c83c6d" providerId="ADAL" clId="{109E2DF9-1C2A-4103-865E-2669DE7650AC}" dt="2022-11-17T07:46:45.483" v="78917"/>
          <ac:spMkLst>
            <pc:docMk/>
            <pc:sldMk cId="2922395542" sldId="1817606795"/>
            <ac:spMk id="49" creationId="{4F18830C-4BB6-4196-B92E-C0C477CAF597}"/>
          </ac:spMkLst>
        </pc:spChg>
        <pc:spChg chg="mod ord">
          <ac:chgData name="Varun Srivatsan" userId="5215c364-4639-494b-a156-0291b7c83c6d" providerId="ADAL" clId="{109E2DF9-1C2A-4103-865E-2669DE7650AC}" dt="2022-11-17T07:46:49.714" v="79117"/>
          <ac:spMkLst>
            <pc:docMk/>
            <pc:sldMk cId="2922395542" sldId="1817606795"/>
            <ac:spMk id="50" creationId="{EA553AB4-2AF7-43A3-A21E-D20D523825E6}"/>
          </ac:spMkLst>
        </pc:spChg>
        <pc:spChg chg="mod">
          <ac:chgData name="Varun Srivatsan" userId="5215c364-4639-494b-a156-0291b7c83c6d" providerId="ADAL" clId="{109E2DF9-1C2A-4103-865E-2669DE7650AC}" dt="2022-11-17T07:46:45.499" v="78966"/>
          <ac:spMkLst>
            <pc:docMk/>
            <pc:sldMk cId="2922395542" sldId="1817606795"/>
            <ac:spMk id="52" creationId="{D11D578E-92E6-48BC-B9B1-312E271B03F1}"/>
          </ac:spMkLst>
        </pc:spChg>
        <pc:spChg chg="mod">
          <ac:chgData name="Varun Srivatsan" userId="5215c364-4639-494b-a156-0291b7c83c6d" providerId="ADAL" clId="{109E2DF9-1C2A-4103-865E-2669DE7650AC}" dt="2022-11-17T07:46:45.499" v="78967"/>
          <ac:spMkLst>
            <pc:docMk/>
            <pc:sldMk cId="2922395542" sldId="1817606795"/>
            <ac:spMk id="53" creationId="{D8CF653D-0479-4E5E-AF18-555B2B86586E}"/>
          </ac:spMkLst>
        </pc:spChg>
        <pc:spChg chg="add mod replST">
          <ac:chgData name="Varun Srivatsan" userId="5215c364-4639-494b-a156-0291b7c83c6d" providerId="ADAL" clId="{109E2DF9-1C2A-4103-865E-2669DE7650AC}" dt="2022-11-17T07:46:45.483" v="78911"/>
          <ac:spMkLst>
            <pc:docMk/>
            <pc:sldMk cId="2922395542" sldId="1817606795"/>
            <ac:spMk id="54" creationId="{3F84D9E4-6C04-D9B4-E244-AB86183F56C2}"/>
          </ac:spMkLst>
        </pc:spChg>
        <pc:spChg chg="add del mod modVis">
          <ac:chgData name="Varun Srivatsan" userId="5215c364-4639-494b-a156-0291b7c83c6d" providerId="ADAL" clId="{109E2DF9-1C2A-4103-865E-2669DE7650AC}" dt="2022-11-17T07:28:53.601" v="19974"/>
          <ac:spMkLst>
            <pc:docMk/>
            <pc:sldMk cId="2922395542" sldId="1817606795"/>
            <ac:spMk id="55" creationId="{EF37FA0C-95D2-C1DF-688A-4184C9CF930D}"/>
          </ac:spMkLst>
        </pc:spChg>
        <pc:spChg chg="mod ord">
          <ac:chgData name="Varun Srivatsan" userId="5215c364-4639-494b-a156-0291b7c83c6d" providerId="ADAL" clId="{109E2DF9-1C2A-4103-865E-2669DE7650AC}" dt="2022-11-17T07:46:49.714" v="79117"/>
          <ac:spMkLst>
            <pc:docMk/>
            <pc:sldMk cId="2922395542" sldId="1817606795"/>
            <ac:spMk id="56" creationId="{86B57167-45E8-4E47-2CD2-3E4AC14A9C0F}"/>
          </ac:spMkLst>
        </pc:spChg>
        <pc:spChg chg="mod ord">
          <ac:chgData name="Varun Srivatsan" userId="5215c364-4639-494b-a156-0291b7c83c6d" providerId="ADAL" clId="{109E2DF9-1C2A-4103-865E-2669DE7650AC}" dt="2022-11-17T07:46:49.714" v="79117"/>
          <ac:spMkLst>
            <pc:docMk/>
            <pc:sldMk cId="2922395542" sldId="1817606795"/>
            <ac:spMk id="57" creationId="{D9DFF1D3-2949-D304-60CA-7CCF3D100207}"/>
          </ac:spMkLst>
        </pc:spChg>
        <pc:spChg chg="mod ord">
          <ac:chgData name="Varun Srivatsan" userId="5215c364-4639-494b-a156-0291b7c83c6d" providerId="ADAL" clId="{109E2DF9-1C2A-4103-865E-2669DE7650AC}" dt="2022-11-17T07:46:49.714" v="79117"/>
          <ac:spMkLst>
            <pc:docMk/>
            <pc:sldMk cId="2922395542" sldId="1817606795"/>
            <ac:spMk id="58" creationId="{6E499B2B-AED4-E96D-7BAB-95D6A80D5AD6}"/>
          </ac:spMkLst>
        </pc:spChg>
        <pc:spChg chg="mod ord">
          <ac:chgData name="Varun Srivatsan" userId="5215c364-4639-494b-a156-0291b7c83c6d" providerId="ADAL" clId="{109E2DF9-1C2A-4103-865E-2669DE7650AC}" dt="2022-11-17T07:46:49.714" v="79117"/>
          <ac:spMkLst>
            <pc:docMk/>
            <pc:sldMk cId="2922395542" sldId="1817606795"/>
            <ac:spMk id="59" creationId="{8438F9AC-2C66-4347-A2CB-AAFF9968E5D9}"/>
          </ac:spMkLst>
        </pc:spChg>
        <pc:spChg chg="add del mod modVis">
          <ac:chgData name="Varun Srivatsan" userId="5215c364-4639-494b-a156-0291b7c83c6d" providerId="ADAL" clId="{109E2DF9-1C2A-4103-865E-2669DE7650AC}" dt="2022-11-17T07:29:04.352" v="20246"/>
          <ac:spMkLst>
            <pc:docMk/>
            <pc:sldMk cId="2922395542" sldId="1817606795"/>
            <ac:spMk id="61" creationId="{F9742B72-C52B-FB06-0213-B7A069C5B9F1}"/>
          </ac:spMkLst>
        </pc:spChg>
        <pc:spChg chg="add del mod modVis">
          <ac:chgData name="Varun Srivatsan" userId="5215c364-4639-494b-a156-0291b7c83c6d" providerId="ADAL" clId="{109E2DF9-1C2A-4103-865E-2669DE7650AC}" dt="2022-11-17T07:29:07.399" v="20513"/>
          <ac:spMkLst>
            <pc:docMk/>
            <pc:sldMk cId="2922395542" sldId="1817606795"/>
            <ac:spMk id="63" creationId="{98DA4549-2BD4-FA4F-6FFB-2F9E8FC6D273}"/>
          </ac:spMkLst>
        </pc:spChg>
        <pc:spChg chg="add del mod modVis">
          <ac:chgData name="Varun Srivatsan" userId="5215c364-4639-494b-a156-0291b7c83c6d" providerId="ADAL" clId="{109E2DF9-1C2A-4103-865E-2669DE7650AC}" dt="2022-11-17T07:29:09.863" v="20780"/>
          <ac:spMkLst>
            <pc:docMk/>
            <pc:sldMk cId="2922395542" sldId="1817606795"/>
            <ac:spMk id="66" creationId="{4DAF7156-CEB3-3B75-63FD-41FC58E880F3}"/>
          </ac:spMkLst>
        </pc:spChg>
        <pc:spChg chg="add del mod modVis">
          <ac:chgData name="Varun Srivatsan" userId="5215c364-4639-494b-a156-0291b7c83c6d" providerId="ADAL" clId="{109E2DF9-1C2A-4103-865E-2669DE7650AC}" dt="2022-11-17T07:29:13.298" v="21045"/>
          <ac:spMkLst>
            <pc:docMk/>
            <pc:sldMk cId="2922395542" sldId="1817606795"/>
            <ac:spMk id="68" creationId="{03E81D8B-8DCA-3B64-5A7F-36AB6F222090}"/>
          </ac:spMkLst>
        </pc:spChg>
        <pc:spChg chg="add del mod modVis">
          <ac:chgData name="Varun Srivatsan" userId="5215c364-4639-494b-a156-0291b7c83c6d" providerId="ADAL" clId="{109E2DF9-1C2A-4103-865E-2669DE7650AC}" dt="2022-11-17T07:29:15.540" v="21310"/>
          <ac:spMkLst>
            <pc:docMk/>
            <pc:sldMk cId="2922395542" sldId="1817606795"/>
            <ac:spMk id="70" creationId="{1366557B-21A4-8D15-DA14-8052672974AD}"/>
          </ac:spMkLst>
        </pc:spChg>
        <pc:spChg chg="add del mod modVis">
          <ac:chgData name="Varun Srivatsan" userId="5215c364-4639-494b-a156-0291b7c83c6d" providerId="ADAL" clId="{109E2DF9-1C2A-4103-865E-2669DE7650AC}" dt="2022-11-17T07:29:18.681" v="21575"/>
          <ac:spMkLst>
            <pc:docMk/>
            <pc:sldMk cId="2922395542" sldId="1817606795"/>
            <ac:spMk id="72" creationId="{FF9CF30A-9760-425A-E9B6-C78F4539C655}"/>
          </ac:spMkLst>
        </pc:spChg>
        <pc:spChg chg="add del mod modVis">
          <ac:chgData name="Varun Srivatsan" userId="5215c364-4639-494b-a156-0291b7c83c6d" providerId="ADAL" clId="{109E2DF9-1C2A-4103-865E-2669DE7650AC}" dt="2022-11-17T07:29:21.382" v="21840"/>
          <ac:spMkLst>
            <pc:docMk/>
            <pc:sldMk cId="2922395542" sldId="1817606795"/>
            <ac:spMk id="74" creationId="{AFE84957-4C84-F05C-B0C2-C6DEDD4F5763}"/>
          </ac:spMkLst>
        </pc:spChg>
        <pc:spChg chg="del mod ord">
          <ac:chgData name="Varun Srivatsan" userId="5215c364-4639-494b-a156-0291b7c83c6d" providerId="ADAL" clId="{109E2DF9-1C2A-4103-865E-2669DE7650AC}" dt="2022-11-17T07:33:09.182" v="30235" actId="478"/>
          <ac:spMkLst>
            <pc:docMk/>
            <pc:sldMk cId="2922395542" sldId="1817606795"/>
            <ac:spMk id="75" creationId="{0AA9DA3B-3759-4EE0-B4B2-7614F0F10283}"/>
          </ac:spMkLst>
        </pc:spChg>
        <pc:spChg chg="del mod ord">
          <ac:chgData name="Varun Srivatsan" userId="5215c364-4639-494b-a156-0291b7c83c6d" providerId="ADAL" clId="{109E2DF9-1C2A-4103-865E-2669DE7650AC}" dt="2022-11-17T07:33:11.194" v="30236" actId="478"/>
          <ac:spMkLst>
            <pc:docMk/>
            <pc:sldMk cId="2922395542" sldId="1817606795"/>
            <ac:spMk id="77" creationId="{6F1FE764-DAD3-4E6A-84B1-F12189B0E2F0}"/>
          </ac:spMkLst>
        </pc:spChg>
        <pc:spChg chg="del mod ord">
          <ac:chgData name="Varun Srivatsan" userId="5215c364-4639-494b-a156-0291b7c83c6d" providerId="ADAL" clId="{109E2DF9-1C2A-4103-865E-2669DE7650AC}" dt="2022-11-17T07:33:12.704" v="30237" actId="478"/>
          <ac:spMkLst>
            <pc:docMk/>
            <pc:sldMk cId="2922395542" sldId="1817606795"/>
            <ac:spMk id="78" creationId="{2D7DAEDD-D51A-46B7-8509-70B5C0CF62E5}"/>
          </ac:spMkLst>
        </pc:spChg>
        <pc:spChg chg="del mod ord">
          <ac:chgData name="Varun Srivatsan" userId="5215c364-4639-494b-a156-0291b7c83c6d" providerId="ADAL" clId="{109E2DF9-1C2A-4103-865E-2669DE7650AC}" dt="2022-11-17T07:33:14.696" v="30238" actId="478"/>
          <ac:spMkLst>
            <pc:docMk/>
            <pc:sldMk cId="2922395542" sldId="1817606795"/>
            <ac:spMk id="79" creationId="{72A6F229-C289-488F-BF16-AD4FB4BFB547}"/>
          </ac:spMkLst>
        </pc:spChg>
        <pc:spChg chg="mod ord">
          <ac:chgData name="Varun Srivatsan" userId="5215c364-4639-494b-a156-0291b7c83c6d" providerId="ADAL" clId="{109E2DF9-1C2A-4103-865E-2669DE7650AC}" dt="2022-11-17T07:46:49.714" v="79117"/>
          <ac:spMkLst>
            <pc:docMk/>
            <pc:sldMk cId="2922395542" sldId="1817606795"/>
            <ac:spMk id="80" creationId="{2F3A47DF-2ED3-4B76-B927-2FC1688DA93F}"/>
          </ac:spMkLst>
        </pc:spChg>
        <pc:spChg chg="add del mod modVis">
          <ac:chgData name="Varun Srivatsan" userId="5215c364-4639-494b-a156-0291b7c83c6d" providerId="ADAL" clId="{109E2DF9-1C2A-4103-865E-2669DE7650AC}" dt="2022-11-17T07:29:23.374" v="22105"/>
          <ac:spMkLst>
            <pc:docMk/>
            <pc:sldMk cId="2922395542" sldId="1817606795"/>
            <ac:spMk id="81" creationId="{94B170F6-A6EF-6615-C168-E8F4606D67BF}"/>
          </ac:spMkLst>
        </pc:spChg>
        <pc:spChg chg="add del mod modVis">
          <ac:chgData name="Varun Srivatsan" userId="5215c364-4639-494b-a156-0291b7c83c6d" providerId="ADAL" clId="{109E2DF9-1C2A-4103-865E-2669DE7650AC}" dt="2022-11-17T07:29:26.184" v="22370"/>
          <ac:spMkLst>
            <pc:docMk/>
            <pc:sldMk cId="2922395542" sldId="1817606795"/>
            <ac:spMk id="83" creationId="{37ED412F-098B-B7C0-A00C-99F06AC60534}"/>
          </ac:spMkLst>
        </pc:spChg>
        <pc:spChg chg="add del mod modVis">
          <ac:chgData name="Varun Srivatsan" userId="5215c364-4639-494b-a156-0291b7c83c6d" providerId="ADAL" clId="{109E2DF9-1C2A-4103-865E-2669DE7650AC}" dt="2022-11-17T07:29:28.182" v="22635"/>
          <ac:spMkLst>
            <pc:docMk/>
            <pc:sldMk cId="2922395542" sldId="1817606795"/>
            <ac:spMk id="85" creationId="{433D9350-0467-C49F-FED8-6B81F827354A}"/>
          </ac:spMkLst>
        </pc:spChg>
        <pc:spChg chg="add del mod modVis">
          <ac:chgData name="Varun Srivatsan" userId="5215c364-4639-494b-a156-0291b7c83c6d" providerId="ADAL" clId="{109E2DF9-1C2A-4103-865E-2669DE7650AC}" dt="2022-11-17T07:29:30.594" v="22900"/>
          <ac:spMkLst>
            <pc:docMk/>
            <pc:sldMk cId="2922395542" sldId="1817606795"/>
            <ac:spMk id="87" creationId="{26C17A93-3134-C224-9F5A-67D11A9838A2}"/>
          </ac:spMkLst>
        </pc:spChg>
        <pc:spChg chg="add del mod modVis">
          <ac:chgData name="Varun Srivatsan" userId="5215c364-4639-494b-a156-0291b7c83c6d" providerId="ADAL" clId="{109E2DF9-1C2A-4103-865E-2669DE7650AC}" dt="2022-11-17T07:29:32.727" v="23165"/>
          <ac:spMkLst>
            <pc:docMk/>
            <pc:sldMk cId="2922395542" sldId="1817606795"/>
            <ac:spMk id="89" creationId="{20807BBE-45E7-BE4E-B2F1-F9A917AF57F6}"/>
          </ac:spMkLst>
        </pc:spChg>
        <pc:spChg chg="add del mod modVis">
          <ac:chgData name="Varun Srivatsan" userId="5215c364-4639-494b-a156-0291b7c83c6d" providerId="ADAL" clId="{109E2DF9-1C2A-4103-865E-2669DE7650AC}" dt="2022-11-17T07:29:37.827" v="23430"/>
          <ac:spMkLst>
            <pc:docMk/>
            <pc:sldMk cId="2922395542" sldId="1817606795"/>
            <ac:spMk id="91" creationId="{1C62F30E-C127-3C19-3A1D-DD269D4A3FAF}"/>
          </ac:spMkLst>
        </pc:spChg>
        <pc:spChg chg="add del mod modVis">
          <ac:chgData name="Varun Srivatsan" userId="5215c364-4639-494b-a156-0291b7c83c6d" providerId="ADAL" clId="{109E2DF9-1C2A-4103-865E-2669DE7650AC}" dt="2022-11-17T07:29:40.077" v="23695"/>
          <ac:spMkLst>
            <pc:docMk/>
            <pc:sldMk cId="2922395542" sldId="1817606795"/>
            <ac:spMk id="93" creationId="{99804254-5E30-4604-861E-0C728D8C3B40}"/>
          </ac:spMkLst>
        </pc:spChg>
        <pc:spChg chg="del mod ord">
          <ac:chgData name="Varun Srivatsan" userId="5215c364-4639-494b-a156-0291b7c83c6d" providerId="ADAL" clId="{109E2DF9-1C2A-4103-865E-2669DE7650AC}" dt="2022-11-17T07:32:54.625" v="30017"/>
          <ac:spMkLst>
            <pc:docMk/>
            <pc:sldMk cId="2922395542" sldId="1817606795"/>
            <ac:spMk id="94" creationId="{4740254A-42FF-4BD5-9007-BDBC7AD092CC}"/>
          </ac:spMkLst>
        </pc:spChg>
        <pc:spChg chg="add del mod ord replST">
          <ac:chgData name="Varun Srivatsan" userId="5215c364-4639-494b-a156-0291b7c83c6d" providerId="ADAL" clId="{109E2DF9-1C2A-4103-865E-2669DE7650AC}" dt="2022-11-17T07:29:58.107" v="24727"/>
          <ac:spMkLst>
            <pc:docMk/>
            <pc:sldMk cId="2922395542" sldId="1817606795"/>
            <ac:spMk id="99" creationId="{C9B8527B-ACE8-7EAD-FA50-0B7285290315}"/>
          </ac:spMkLst>
        </pc:spChg>
        <pc:spChg chg="add del mod modVis">
          <ac:chgData name="Varun Srivatsan" userId="5215c364-4639-494b-a156-0291b7c83c6d" providerId="ADAL" clId="{109E2DF9-1C2A-4103-865E-2669DE7650AC}" dt="2022-11-17T07:29:57.211" v="24614"/>
          <ac:spMkLst>
            <pc:docMk/>
            <pc:sldMk cId="2922395542" sldId="1817606795"/>
            <ac:spMk id="100" creationId="{B2C4E77F-B0EE-9D0D-2A72-F988A410D7F3}"/>
          </ac:spMkLst>
        </pc:spChg>
        <pc:spChg chg="add del mod replST">
          <ac:chgData name="Varun Srivatsan" userId="5215c364-4639-494b-a156-0291b7c83c6d" providerId="ADAL" clId="{109E2DF9-1C2A-4103-865E-2669DE7650AC}" dt="2022-11-17T07:29:58.384" v="24786"/>
          <ac:spMkLst>
            <pc:docMk/>
            <pc:sldMk cId="2922395542" sldId="1817606795"/>
            <ac:spMk id="101" creationId="{3F38797D-53F7-C8C6-D9FB-14C429678B4A}"/>
          </ac:spMkLst>
        </pc:spChg>
        <pc:spChg chg="add del mod replST">
          <ac:chgData name="Varun Srivatsan" userId="5215c364-4639-494b-a156-0291b7c83c6d" providerId="ADAL" clId="{109E2DF9-1C2A-4103-865E-2669DE7650AC}" dt="2022-11-17T07:29:58.384" v="24785"/>
          <ac:spMkLst>
            <pc:docMk/>
            <pc:sldMk cId="2922395542" sldId="1817606795"/>
            <ac:spMk id="102" creationId="{D54F7E81-6215-F45C-FB5A-952BBB343F42}"/>
          </ac:spMkLst>
        </pc:spChg>
        <pc:spChg chg="add del mod replST">
          <ac:chgData name="Varun Srivatsan" userId="5215c364-4639-494b-a156-0291b7c83c6d" providerId="ADAL" clId="{109E2DF9-1C2A-4103-865E-2669DE7650AC}" dt="2022-11-17T07:29:58.384" v="24784"/>
          <ac:spMkLst>
            <pc:docMk/>
            <pc:sldMk cId="2922395542" sldId="1817606795"/>
            <ac:spMk id="103" creationId="{0A8C4CD3-E099-4373-F748-C2D955C00493}"/>
          </ac:spMkLst>
        </pc:spChg>
        <pc:spChg chg="add del mod replST">
          <ac:chgData name="Varun Srivatsan" userId="5215c364-4639-494b-a156-0291b7c83c6d" providerId="ADAL" clId="{109E2DF9-1C2A-4103-865E-2669DE7650AC}" dt="2022-11-17T07:29:58.384" v="24783"/>
          <ac:spMkLst>
            <pc:docMk/>
            <pc:sldMk cId="2922395542" sldId="1817606795"/>
            <ac:spMk id="104" creationId="{0A038BE7-BB00-1313-EC0F-EF5444B83FF0}"/>
          </ac:spMkLst>
        </pc:spChg>
        <pc:spChg chg="add del mod replST">
          <ac:chgData name="Varun Srivatsan" userId="5215c364-4639-494b-a156-0291b7c83c6d" providerId="ADAL" clId="{109E2DF9-1C2A-4103-865E-2669DE7650AC}" dt="2022-11-17T07:29:58.384" v="24782"/>
          <ac:spMkLst>
            <pc:docMk/>
            <pc:sldMk cId="2922395542" sldId="1817606795"/>
            <ac:spMk id="105" creationId="{AF29E0FC-A391-E1D7-66EA-9230132D31C0}"/>
          </ac:spMkLst>
        </pc:spChg>
        <pc:spChg chg="add del mod modVis">
          <ac:chgData name="Varun Srivatsan" userId="5215c364-4639-494b-a156-0291b7c83c6d" providerId="ADAL" clId="{109E2DF9-1C2A-4103-865E-2669DE7650AC}" dt="2022-11-17T07:29:59.421" v="25529"/>
          <ac:spMkLst>
            <pc:docMk/>
            <pc:sldMk cId="2922395542" sldId="1817606795"/>
            <ac:spMk id="107" creationId="{8304DBE2-9B00-0737-2341-D52DAD859E05}"/>
          </ac:spMkLst>
        </pc:spChg>
        <pc:spChg chg="add del mod ord replST">
          <ac:chgData name="Varun Srivatsan" userId="5215c364-4639-494b-a156-0291b7c83c6d" providerId="ADAL" clId="{109E2DF9-1C2A-4103-865E-2669DE7650AC}" dt="2022-11-17T07:30:00.502" v="26040"/>
          <ac:spMkLst>
            <pc:docMk/>
            <pc:sldMk cId="2922395542" sldId="1817606795"/>
            <ac:spMk id="108" creationId="{0C307AA5-BC8E-FB64-E63A-4C3A7A11C334}"/>
          </ac:spMkLst>
        </pc:spChg>
        <pc:spChg chg="add del mod ord replST">
          <ac:chgData name="Varun Srivatsan" userId="5215c364-4639-494b-a156-0291b7c83c6d" providerId="ADAL" clId="{109E2DF9-1C2A-4103-865E-2669DE7650AC}" dt="2022-11-17T07:30:00.507" v="26042"/>
          <ac:spMkLst>
            <pc:docMk/>
            <pc:sldMk cId="2922395542" sldId="1817606795"/>
            <ac:spMk id="109" creationId="{DDE46D35-3B1F-08D1-CE43-0FC66601DBFB}"/>
          </ac:spMkLst>
        </pc:spChg>
        <pc:spChg chg="add del mod ord replST">
          <ac:chgData name="Varun Srivatsan" userId="5215c364-4639-494b-a156-0291b7c83c6d" providerId="ADAL" clId="{109E2DF9-1C2A-4103-865E-2669DE7650AC}" dt="2022-11-17T07:30:00.507" v="26044"/>
          <ac:spMkLst>
            <pc:docMk/>
            <pc:sldMk cId="2922395542" sldId="1817606795"/>
            <ac:spMk id="110" creationId="{7429F12E-6914-431A-741F-AE8A43199213}"/>
          </ac:spMkLst>
        </pc:spChg>
        <pc:spChg chg="add del mod replST">
          <ac:chgData name="Varun Srivatsan" userId="5215c364-4639-494b-a156-0291b7c83c6d" providerId="ADAL" clId="{109E2DF9-1C2A-4103-865E-2669DE7650AC}" dt="2022-11-17T07:46:45.475" v="78891"/>
          <ac:spMkLst>
            <pc:docMk/>
            <pc:sldMk cId="2922395542" sldId="1817606795"/>
            <ac:spMk id="111" creationId="{984B53E5-D33A-39F1-0000-DA1000597BCF}"/>
          </ac:spMkLst>
        </pc:spChg>
        <pc:spChg chg="add del mod replST">
          <ac:chgData name="Varun Srivatsan" userId="5215c364-4639-494b-a156-0291b7c83c6d" providerId="ADAL" clId="{109E2DF9-1C2A-4103-865E-2669DE7650AC}" dt="2022-11-17T07:46:45.475" v="78895"/>
          <ac:spMkLst>
            <pc:docMk/>
            <pc:sldMk cId="2922395542" sldId="1817606795"/>
            <ac:spMk id="112" creationId="{78F7D417-E232-30DF-6F97-C806EDAADB9E}"/>
          </ac:spMkLst>
        </pc:spChg>
        <pc:spChg chg="add del mod modVis">
          <ac:chgData name="Varun Srivatsan" userId="5215c364-4639-494b-a156-0291b7c83c6d" providerId="ADAL" clId="{109E2DF9-1C2A-4103-865E-2669DE7650AC}" dt="2022-11-17T07:30:00.750" v="26249"/>
          <ac:spMkLst>
            <pc:docMk/>
            <pc:sldMk cId="2922395542" sldId="1817606795"/>
            <ac:spMk id="114" creationId="{D6B75515-01C4-2BBA-D211-82CAB23686F6}"/>
          </ac:spMkLst>
        </pc:spChg>
        <pc:spChg chg="add del mod ord replST">
          <ac:chgData name="Varun Srivatsan" userId="5215c364-4639-494b-a156-0291b7c83c6d" providerId="ADAL" clId="{109E2DF9-1C2A-4103-865E-2669DE7650AC}" dt="2022-11-17T07:46:49.714" v="79117"/>
          <ac:spMkLst>
            <pc:docMk/>
            <pc:sldMk cId="2922395542" sldId="1817606795"/>
            <ac:spMk id="115" creationId="{048AF574-3CC9-16F8-E6ED-7BD5BBF55A92}"/>
          </ac:spMkLst>
        </pc:spChg>
        <pc:spChg chg="add del mod ord replST">
          <ac:chgData name="Varun Srivatsan" userId="5215c364-4639-494b-a156-0291b7c83c6d" providerId="ADAL" clId="{109E2DF9-1C2A-4103-865E-2669DE7650AC}" dt="2022-11-17T07:30:37.538" v="27229"/>
          <ac:spMkLst>
            <pc:docMk/>
            <pc:sldMk cId="2922395542" sldId="1817606795"/>
            <ac:spMk id="116" creationId="{4AE21CFD-09FA-6372-C1C3-060159E4548E}"/>
          </ac:spMkLst>
        </pc:spChg>
        <pc:spChg chg="add del mod ord replST">
          <ac:chgData name="Varun Srivatsan" userId="5215c364-4639-494b-a156-0291b7c83c6d" providerId="ADAL" clId="{109E2DF9-1C2A-4103-865E-2669DE7650AC}" dt="2022-11-17T07:30:37.546" v="27235"/>
          <ac:spMkLst>
            <pc:docMk/>
            <pc:sldMk cId="2922395542" sldId="1817606795"/>
            <ac:spMk id="117" creationId="{079A471C-82E8-2AB6-C070-B276158C5AF5}"/>
          </ac:spMkLst>
        </pc:spChg>
        <pc:spChg chg="add del mod ord replST">
          <ac:chgData name="Varun Srivatsan" userId="5215c364-4639-494b-a156-0291b7c83c6d" providerId="ADAL" clId="{109E2DF9-1C2A-4103-865E-2669DE7650AC}" dt="2022-11-17T07:30:37.547" v="27241"/>
          <ac:spMkLst>
            <pc:docMk/>
            <pc:sldMk cId="2922395542" sldId="1817606795"/>
            <ac:spMk id="118" creationId="{C545303E-1F83-8DD0-B81C-175E2BD6CA9F}"/>
          </ac:spMkLst>
        </pc:spChg>
        <pc:spChg chg="add mod ord replST">
          <ac:chgData name="Varun Srivatsan" userId="5215c364-4639-494b-a156-0291b7c83c6d" providerId="ADAL" clId="{109E2DF9-1C2A-4103-865E-2669DE7650AC}" dt="2022-11-17T07:46:49.714" v="79117"/>
          <ac:spMkLst>
            <pc:docMk/>
            <pc:sldMk cId="2922395542" sldId="1817606795"/>
            <ac:spMk id="120" creationId="{6358F195-C33E-706B-16E4-696960A38356}"/>
          </ac:spMkLst>
        </pc:spChg>
        <pc:spChg chg="add del mod modVis">
          <ac:chgData name="Varun Srivatsan" userId="5215c364-4639-494b-a156-0291b7c83c6d" providerId="ADAL" clId="{109E2DF9-1C2A-4103-865E-2669DE7650AC}" dt="2022-11-17T07:30:37.734" v="27401"/>
          <ac:spMkLst>
            <pc:docMk/>
            <pc:sldMk cId="2922395542" sldId="1817606795"/>
            <ac:spMk id="121" creationId="{D39A2BD1-92E7-17FC-EEAA-47388F2D1B87}"/>
          </ac:spMkLst>
        </pc:spChg>
        <pc:spChg chg="add del mod ord replST">
          <ac:chgData name="Varun Srivatsan" userId="5215c364-4639-494b-a156-0291b7c83c6d" providerId="ADAL" clId="{109E2DF9-1C2A-4103-865E-2669DE7650AC}" dt="2022-11-17T07:46:49.714" v="79117"/>
          <ac:spMkLst>
            <pc:docMk/>
            <pc:sldMk cId="2922395542" sldId="1817606795"/>
            <ac:spMk id="122" creationId="{0F42A48F-3C2F-AEE8-C553-90697992A7CC}"/>
          </ac:spMkLst>
        </pc:spChg>
        <pc:spChg chg="add del mod ord replST">
          <ac:chgData name="Varun Srivatsan" userId="5215c364-4639-494b-a156-0291b7c83c6d" providerId="ADAL" clId="{109E2DF9-1C2A-4103-865E-2669DE7650AC}" dt="2022-11-17T07:46:49.714" v="79117"/>
          <ac:spMkLst>
            <pc:docMk/>
            <pc:sldMk cId="2922395542" sldId="1817606795"/>
            <ac:spMk id="123" creationId="{EB0E8BB5-E03D-CF24-F7EA-1415212465F6}"/>
          </ac:spMkLst>
        </pc:spChg>
        <pc:spChg chg="add del mod ord replST">
          <ac:chgData name="Varun Srivatsan" userId="5215c364-4639-494b-a156-0291b7c83c6d" providerId="ADAL" clId="{109E2DF9-1C2A-4103-865E-2669DE7650AC}" dt="2022-11-17T07:46:49.714" v="79117"/>
          <ac:spMkLst>
            <pc:docMk/>
            <pc:sldMk cId="2922395542" sldId="1817606795"/>
            <ac:spMk id="124" creationId="{7134C7BC-4462-65BC-1242-91A793CDE820}"/>
          </ac:spMkLst>
        </pc:spChg>
        <pc:spChg chg="add del mod ord replST">
          <ac:chgData name="Varun Srivatsan" userId="5215c364-4639-494b-a156-0291b7c83c6d" providerId="ADAL" clId="{109E2DF9-1C2A-4103-865E-2669DE7650AC}" dt="2022-11-17T07:46:49.714" v="79117"/>
          <ac:spMkLst>
            <pc:docMk/>
            <pc:sldMk cId="2922395542" sldId="1817606795"/>
            <ac:spMk id="125" creationId="{E7CF9126-555B-5572-DF6B-29C97AB131A9}"/>
          </ac:spMkLst>
        </pc:spChg>
        <pc:spChg chg="add del mod ord replST">
          <ac:chgData name="Varun Srivatsan" userId="5215c364-4639-494b-a156-0291b7c83c6d" providerId="ADAL" clId="{109E2DF9-1C2A-4103-865E-2669DE7650AC}" dt="2022-11-17T07:46:49.714" v="79117"/>
          <ac:spMkLst>
            <pc:docMk/>
            <pc:sldMk cId="2922395542" sldId="1817606795"/>
            <ac:spMk id="126" creationId="{A73EE496-1598-1C27-0E3C-E7203B0F2DE5}"/>
          </ac:spMkLst>
        </pc:spChg>
        <pc:spChg chg="add del mod ord replST">
          <ac:chgData name="Varun Srivatsan" userId="5215c364-4639-494b-a156-0291b7c83c6d" providerId="ADAL" clId="{109E2DF9-1C2A-4103-865E-2669DE7650AC}" dt="2022-11-17T07:46:49.714" v="79117"/>
          <ac:spMkLst>
            <pc:docMk/>
            <pc:sldMk cId="2922395542" sldId="1817606795"/>
            <ac:spMk id="127" creationId="{8BE6560F-8F50-1529-D2A2-EE91FCF276AD}"/>
          </ac:spMkLst>
        </pc:spChg>
        <pc:spChg chg="add del mod ord replST">
          <ac:chgData name="Varun Srivatsan" userId="5215c364-4639-494b-a156-0291b7c83c6d" providerId="ADAL" clId="{109E2DF9-1C2A-4103-865E-2669DE7650AC}" dt="2022-11-17T07:46:49.714" v="79117"/>
          <ac:spMkLst>
            <pc:docMk/>
            <pc:sldMk cId="2922395542" sldId="1817606795"/>
            <ac:spMk id="128" creationId="{55CF51C9-BD06-F73C-7A9A-881982C0A7C2}"/>
          </ac:spMkLst>
        </pc:spChg>
        <pc:spChg chg="add del mod ord replST">
          <ac:chgData name="Varun Srivatsan" userId="5215c364-4639-494b-a156-0291b7c83c6d" providerId="ADAL" clId="{109E2DF9-1C2A-4103-865E-2669DE7650AC}" dt="2022-11-17T07:46:49.714" v="79117"/>
          <ac:spMkLst>
            <pc:docMk/>
            <pc:sldMk cId="2922395542" sldId="1817606795"/>
            <ac:spMk id="129" creationId="{9CD7E361-958E-3D9B-9C59-4C4E6C180920}"/>
          </ac:spMkLst>
        </pc:spChg>
        <pc:spChg chg="add del mod ord replST">
          <ac:chgData name="Varun Srivatsan" userId="5215c364-4639-494b-a156-0291b7c83c6d" providerId="ADAL" clId="{109E2DF9-1C2A-4103-865E-2669DE7650AC}" dt="2022-11-17T07:46:49.714" v="79117"/>
          <ac:spMkLst>
            <pc:docMk/>
            <pc:sldMk cId="2922395542" sldId="1817606795"/>
            <ac:spMk id="130" creationId="{B434FB2F-056D-CD2A-BE9F-31FFB6B2F90D}"/>
          </ac:spMkLst>
        </pc:spChg>
        <pc:spChg chg="add del mod modVis">
          <ac:chgData name="Varun Srivatsan" userId="5215c364-4639-494b-a156-0291b7c83c6d" providerId="ADAL" clId="{109E2DF9-1C2A-4103-865E-2669DE7650AC}" dt="2022-11-17T07:30:53.640" v="27901" actId="962"/>
          <ac:spMkLst>
            <pc:docMk/>
            <pc:sldMk cId="2922395542" sldId="1817606795"/>
            <ac:spMk id="132" creationId="{5C741EB5-03F6-F4E7-4AF0-F2ADE1834129}"/>
          </ac:spMkLst>
        </pc:spChg>
        <pc:spChg chg="add del mod modVis">
          <ac:chgData name="Varun Srivatsan" userId="5215c364-4639-494b-a156-0291b7c83c6d" providerId="ADAL" clId="{109E2DF9-1C2A-4103-865E-2669DE7650AC}" dt="2022-11-17T07:31:00.276" v="29406"/>
          <ac:spMkLst>
            <pc:docMk/>
            <pc:sldMk cId="2922395542" sldId="1817606795"/>
            <ac:spMk id="134" creationId="{544D787F-D9DB-FA57-72C9-837579CEE0C0}"/>
          </ac:spMkLst>
        </pc:spChg>
        <pc:spChg chg="add del mod modVis">
          <ac:chgData name="Varun Srivatsan" userId="5215c364-4639-494b-a156-0291b7c83c6d" providerId="ADAL" clId="{109E2DF9-1C2A-4103-865E-2669DE7650AC}" dt="2022-11-17T07:32:32.974" v="30007"/>
          <ac:spMkLst>
            <pc:docMk/>
            <pc:sldMk cId="2922395542" sldId="1817606795"/>
            <ac:spMk id="136" creationId="{DA98A4BB-FC54-6876-1E37-EBEBEBEA37EF}"/>
          </ac:spMkLst>
        </pc:spChg>
        <pc:spChg chg="add del mod modVis">
          <ac:chgData name="Varun Srivatsan" userId="5215c364-4639-494b-a156-0291b7c83c6d" providerId="ADAL" clId="{109E2DF9-1C2A-4103-865E-2669DE7650AC}" dt="2022-11-17T07:32:54.805" v="30232"/>
          <ac:spMkLst>
            <pc:docMk/>
            <pc:sldMk cId="2922395542" sldId="1817606795"/>
            <ac:spMk id="138" creationId="{29C03ED4-EC41-5FC5-E92B-A83D957E5B39}"/>
          </ac:spMkLst>
        </pc:spChg>
        <pc:spChg chg="add del mod modVis">
          <ac:chgData name="Varun Srivatsan" userId="5215c364-4639-494b-a156-0291b7c83c6d" providerId="ADAL" clId="{109E2DF9-1C2A-4103-865E-2669DE7650AC}" dt="2022-11-17T07:34:17.063" v="31616"/>
          <ac:spMkLst>
            <pc:docMk/>
            <pc:sldMk cId="2922395542" sldId="1817606795"/>
            <ac:spMk id="140" creationId="{86ED20DE-83CD-1585-1C95-73F31D699471}"/>
          </ac:spMkLst>
        </pc:spChg>
        <pc:spChg chg="add mod ord replST delST">
          <ac:chgData name="Varun Srivatsan" userId="5215c364-4639-494b-a156-0291b7c83c6d" providerId="ADAL" clId="{109E2DF9-1C2A-4103-865E-2669DE7650AC}" dt="2022-11-17T07:34:17.063" v="31616"/>
          <ac:spMkLst>
            <pc:docMk/>
            <pc:sldMk cId="2922395542" sldId="1817606795"/>
            <ac:spMk id="141" creationId="{CA4FB361-501A-81C8-D8B0-434805D549DC}"/>
          </ac:spMkLst>
        </pc:spChg>
        <pc:spChg chg="add del mod modVis">
          <ac:chgData name="Varun Srivatsan" userId="5215c364-4639-494b-a156-0291b7c83c6d" providerId="ADAL" clId="{109E2DF9-1C2A-4103-865E-2669DE7650AC}" dt="2022-11-17T07:34:16.252" v="31369"/>
          <ac:spMkLst>
            <pc:docMk/>
            <pc:sldMk cId="2922395542" sldId="1817606795"/>
            <ac:spMk id="146" creationId="{3E6C8612-9E37-7F2D-2693-626F117270CE}"/>
          </ac:spMkLst>
        </pc:spChg>
        <pc:spChg chg="add del mod modVis">
          <ac:chgData name="Varun Srivatsan" userId="5215c364-4639-494b-a156-0291b7c83c6d" providerId="ADAL" clId="{109E2DF9-1C2A-4103-865E-2669DE7650AC}" dt="2022-11-17T07:34:39.606" v="32151"/>
          <ac:spMkLst>
            <pc:docMk/>
            <pc:sldMk cId="2922395542" sldId="1817606795"/>
            <ac:spMk id="148" creationId="{827CD63B-5EAC-F164-4E12-41915010ACE3}"/>
          </ac:spMkLst>
        </pc:spChg>
        <pc:spChg chg="add del mod modVis">
          <ac:chgData name="Varun Srivatsan" userId="5215c364-4639-494b-a156-0291b7c83c6d" providerId="ADAL" clId="{109E2DF9-1C2A-4103-865E-2669DE7650AC}" dt="2022-11-17T07:35:32.216" v="34921" actId="962"/>
          <ac:spMkLst>
            <pc:docMk/>
            <pc:sldMk cId="2922395542" sldId="1817606795"/>
            <ac:spMk id="150" creationId="{B9FE2D7D-425C-6FFC-5005-0867162142D1}"/>
          </ac:spMkLst>
        </pc:spChg>
        <pc:spChg chg="add del mod modVis">
          <ac:chgData name="Varun Srivatsan" userId="5215c364-4639-494b-a156-0291b7c83c6d" providerId="ADAL" clId="{109E2DF9-1C2A-4103-865E-2669DE7650AC}" dt="2022-11-17T07:35:27.606" v="34663" actId="962"/>
          <ac:spMkLst>
            <pc:docMk/>
            <pc:sldMk cId="2922395542" sldId="1817606795"/>
            <ac:spMk id="152" creationId="{C110DCE7-A0BF-7549-FBFD-D770D6FBC037}"/>
          </ac:spMkLst>
        </pc:spChg>
        <pc:spChg chg="add mod ord replST delST">
          <ac:chgData name="Varun Srivatsan" userId="5215c364-4639-494b-a156-0291b7c83c6d" providerId="ADAL" clId="{109E2DF9-1C2A-4103-865E-2669DE7650AC}" dt="2022-11-17T07:35:27.574" v="34567" actId="20577"/>
          <ac:spMkLst>
            <pc:docMk/>
            <pc:sldMk cId="2922395542" sldId="1817606795"/>
            <ac:spMk id="153" creationId="{1D7DB270-35F1-4C84-91D0-4A2BCB5BEF24}"/>
          </ac:spMkLst>
        </pc:spChg>
        <pc:spChg chg="add mod replST delST">
          <ac:chgData name="Varun Srivatsan" userId="5215c364-4639-494b-a156-0291b7c83c6d" providerId="ADAL" clId="{109E2DF9-1C2A-4103-865E-2669DE7650AC}" dt="2022-11-17T07:35:27.536" v="34478" actId="20577"/>
          <ac:spMkLst>
            <pc:docMk/>
            <pc:sldMk cId="2922395542" sldId="1817606795"/>
            <ac:spMk id="154" creationId="{10B5D386-7F7C-C4CB-695B-655F0A670E69}"/>
          </ac:spMkLst>
        </pc:spChg>
        <pc:spChg chg="add mod replST delST">
          <ac:chgData name="Varun Srivatsan" userId="5215c364-4639-494b-a156-0291b7c83c6d" providerId="ADAL" clId="{109E2DF9-1C2A-4103-865E-2669DE7650AC}" dt="2022-11-17T07:35:27.520" v="34413" actId="20577"/>
          <ac:spMkLst>
            <pc:docMk/>
            <pc:sldMk cId="2922395542" sldId="1817606795"/>
            <ac:spMk id="155" creationId="{B4132F43-2D8B-8463-6723-80B8D4A03D90}"/>
          </ac:spMkLst>
        </pc:spChg>
        <pc:spChg chg="add mod replST delST">
          <ac:chgData name="Varun Srivatsan" userId="5215c364-4639-494b-a156-0291b7c83c6d" providerId="ADAL" clId="{109E2DF9-1C2A-4103-865E-2669DE7650AC}" dt="2022-11-17T07:35:27.506" v="34361" actId="20577"/>
          <ac:spMkLst>
            <pc:docMk/>
            <pc:sldMk cId="2922395542" sldId="1817606795"/>
            <ac:spMk id="156" creationId="{160F37A2-69E1-BE92-8AB5-6F8C07F0A9A3}"/>
          </ac:spMkLst>
        </pc:spChg>
        <pc:spChg chg="add mod replST delST">
          <ac:chgData name="Varun Srivatsan" userId="5215c364-4639-494b-a156-0291b7c83c6d" providerId="ADAL" clId="{109E2DF9-1C2A-4103-865E-2669DE7650AC}" dt="2022-11-17T07:35:27.490" v="34309" actId="20577"/>
          <ac:spMkLst>
            <pc:docMk/>
            <pc:sldMk cId="2922395542" sldId="1817606795"/>
            <ac:spMk id="157" creationId="{90A5613D-0F2B-2D47-2AFC-9C032A2947E8}"/>
          </ac:spMkLst>
        </pc:spChg>
        <pc:spChg chg="add mod replST delST">
          <ac:chgData name="Varun Srivatsan" userId="5215c364-4639-494b-a156-0291b7c83c6d" providerId="ADAL" clId="{109E2DF9-1C2A-4103-865E-2669DE7650AC}" dt="2022-11-17T07:35:27.481" v="34257" actId="20577"/>
          <ac:spMkLst>
            <pc:docMk/>
            <pc:sldMk cId="2922395542" sldId="1817606795"/>
            <ac:spMk id="158" creationId="{D75355F3-391D-D902-8A53-21772E045415}"/>
          </ac:spMkLst>
        </pc:spChg>
        <pc:spChg chg="add mod replST delST">
          <ac:chgData name="Varun Srivatsan" userId="5215c364-4639-494b-a156-0291b7c83c6d" providerId="ADAL" clId="{109E2DF9-1C2A-4103-865E-2669DE7650AC}" dt="2022-11-17T07:35:27.465" v="34205" actId="20577"/>
          <ac:spMkLst>
            <pc:docMk/>
            <pc:sldMk cId="2922395542" sldId="1817606795"/>
            <ac:spMk id="159" creationId="{0B05C00D-58FD-F0AC-9D14-0ED9B7211276}"/>
          </ac:spMkLst>
        </pc:spChg>
        <pc:spChg chg="add mod replST delST">
          <ac:chgData name="Varun Srivatsan" userId="5215c364-4639-494b-a156-0291b7c83c6d" providerId="ADAL" clId="{109E2DF9-1C2A-4103-865E-2669DE7650AC}" dt="2022-11-17T07:35:27.449" v="34153" actId="20577"/>
          <ac:spMkLst>
            <pc:docMk/>
            <pc:sldMk cId="2922395542" sldId="1817606795"/>
            <ac:spMk id="160" creationId="{FC2EA9A4-4346-1A66-D9D0-12DD51B60ADD}"/>
          </ac:spMkLst>
        </pc:spChg>
        <pc:spChg chg="add mod replST delST">
          <ac:chgData name="Varun Srivatsan" userId="5215c364-4639-494b-a156-0291b7c83c6d" providerId="ADAL" clId="{109E2DF9-1C2A-4103-865E-2669DE7650AC}" dt="2022-11-17T07:35:27.441" v="34101" actId="20577"/>
          <ac:spMkLst>
            <pc:docMk/>
            <pc:sldMk cId="2922395542" sldId="1817606795"/>
            <ac:spMk id="161" creationId="{3F29B812-8E58-F5AA-1CFD-ABEAABAF9AD3}"/>
          </ac:spMkLst>
        </pc:spChg>
        <pc:spChg chg="add mod replST delST">
          <ac:chgData name="Varun Srivatsan" userId="5215c364-4639-494b-a156-0291b7c83c6d" providerId="ADAL" clId="{109E2DF9-1C2A-4103-865E-2669DE7650AC}" dt="2022-11-17T07:35:27.425" v="34049" actId="20577"/>
          <ac:spMkLst>
            <pc:docMk/>
            <pc:sldMk cId="2922395542" sldId="1817606795"/>
            <ac:spMk id="162" creationId="{1560621F-5A26-3252-23D3-485EC23E8644}"/>
          </ac:spMkLst>
        </pc:spChg>
        <pc:spChg chg="add mod replST delST">
          <ac:chgData name="Varun Srivatsan" userId="5215c364-4639-494b-a156-0291b7c83c6d" providerId="ADAL" clId="{109E2DF9-1C2A-4103-865E-2669DE7650AC}" dt="2022-11-17T07:35:27.409" v="33997" actId="20577"/>
          <ac:spMkLst>
            <pc:docMk/>
            <pc:sldMk cId="2922395542" sldId="1817606795"/>
            <ac:spMk id="163" creationId="{CD8D6547-6637-B96D-6E2B-10F9D67719E6}"/>
          </ac:spMkLst>
        </pc:spChg>
        <pc:spChg chg="add del mod modVis">
          <ac:chgData name="Varun Srivatsan" userId="5215c364-4639-494b-a156-0291b7c83c6d" providerId="ADAL" clId="{109E2DF9-1C2A-4103-865E-2669DE7650AC}" dt="2022-11-17T07:36:05.076" v="38270" actId="962"/>
          <ac:spMkLst>
            <pc:docMk/>
            <pc:sldMk cId="2922395542" sldId="1817606795"/>
            <ac:spMk id="165" creationId="{D3ABD03A-3CCF-CA68-0B0E-B5810678CCDD}"/>
          </ac:spMkLst>
        </pc:spChg>
        <pc:spChg chg="add mod ord replST delST">
          <ac:chgData name="Varun Srivatsan" userId="5215c364-4639-494b-a156-0291b7c83c6d" providerId="ADAL" clId="{109E2DF9-1C2A-4103-865E-2669DE7650AC}" dt="2022-11-17T07:36:04.959" v="37949" actId="20577"/>
          <ac:spMkLst>
            <pc:docMk/>
            <pc:sldMk cId="2922395542" sldId="1817606795"/>
            <ac:spMk id="166" creationId="{918B1AF8-6379-477B-C980-4A3119D368BA}"/>
          </ac:spMkLst>
        </pc:spChg>
        <pc:spChg chg="add mod ord replST delST">
          <ac:chgData name="Varun Srivatsan" userId="5215c364-4639-494b-a156-0291b7c83c6d" providerId="ADAL" clId="{109E2DF9-1C2A-4103-865E-2669DE7650AC}" dt="2022-11-17T07:36:04.951" v="37897" actId="20577"/>
          <ac:spMkLst>
            <pc:docMk/>
            <pc:sldMk cId="2922395542" sldId="1817606795"/>
            <ac:spMk id="167" creationId="{BB832B4E-6241-C169-5E2A-1594B15C008C}"/>
          </ac:spMkLst>
        </pc:spChg>
        <pc:spChg chg="add mod ord replST delST">
          <ac:chgData name="Varun Srivatsan" userId="5215c364-4639-494b-a156-0291b7c83c6d" providerId="ADAL" clId="{109E2DF9-1C2A-4103-865E-2669DE7650AC}" dt="2022-11-17T07:36:04.935" v="37847" actId="20577"/>
          <ac:spMkLst>
            <pc:docMk/>
            <pc:sldMk cId="2922395542" sldId="1817606795"/>
            <ac:spMk id="168" creationId="{FF8D0C71-5CCC-8F53-92ED-D108D12645F0}"/>
          </ac:spMkLst>
        </pc:spChg>
        <pc:spChg chg="add mod ord replST delST">
          <ac:chgData name="Varun Srivatsan" userId="5215c364-4639-494b-a156-0291b7c83c6d" providerId="ADAL" clId="{109E2DF9-1C2A-4103-865E-2669DE7650AC}" dt="2022-11-17T07:36:04.925" v="37797" actId="20577"/>
          <ac:spMkLst>
            <pc:docMk/>
            <pc:sldMk cId="2922395542" sldId="1817606795"/>
            <ac:spMk id="169" creationId="{5B64AA08-0616-9551-B90E-39DB7B39ADE9}"/>
          </ac:spMkLst>
        </pc:spChg>
        <pc:spChg chg="add mod replST delST">
          <ac:chgData name="Varun Srivatsan" userId="5215c364-4639-494b-a156-0291b7c83c6d" providerId="ADAL" clId="{109E2DF9-1C2A-4103-865E-2669DE7650AC}" dt="2022-11-17T07:36:04.888" v="37700" actId="20577"/>
          <ac:spMkLst>
            <pc:docMk/>
            <pc:sldMk cId="2922395542" sldId="1817606795"/>
            <ac:spMk id="170" creationId="{0C78DFCD-695B-44AD-D650-B396914406AE}"/>
          </ac:spMkLst>
        </pc:spChg>
        <pc:spChg chg="add mod replST delST">
          <ac:chgData name="Varun Srivatsan" userId="5215c364-4639-494b-a156-0291b7c83c6d" providerId="ADAL" clId="{109E2DF9-1C2A-4103-865E-2669DE7650AC}" dt="2022-11-17T07:36:04.873" v="37633" actId="20577"/>
          <ac:spMkLst>
            <pc:docMk/>
            <pc:sldMk cId="2922395542" sldId="1817606795"/>
            <ac:spMk id="171" creationId="{D90CE5C6-D6DF-E8CF-9C11-1DEFA015D0DB}"/>
          </ac:spMkLst>
        </pc:spChg>
        <pc:spChg chg="add mod replST delST">
          <ac:chgData name="Varun Srivatsan" userId="5215c364-4639-494b-a156-0291b7c83c6d" providerId="ADAL" clId="{109E2DF9-1C2A-4103-865E-2669DE7650AC}" dt="2022-11-17T07:36:04.857" v="37581" actId="20577"/>
          <ac:spMkLst>
            <pc:docMk/>
            <pc:sldMk cId="2922395542" sldId="1817606795"/>
            <ac:spMk id="172" creationId="{691EA71C-041A-62E9-79F4-C433A0399FCA}"/>
          </ac:spMkLst>
        </pc:spChg>
        <pc:spChg chg="add mod replST delST">
          <ac:chgData name="Varun Srivatsan" userId="5215c364-4639-494b-a156-0291b7c83c6d" providerId="ADAL" clId="{109E2DF9-1C2A-4103-865E-2669DE7650AC}" dt="2022-11-17T07:36:04.849" v="37529" actId="20577"/>
          <ac:spMkLst>
            <pc:docMk/>
            <pc:sldMk cId="2922395542" sldId="1817606795"/>
            <ac:spMk id="173" creationId="{BFB14479-776C-E0F0-A512-1FE0F6C35B0B}"/>
          </ac:spMkLst>
        </pc:spChg>
        <pc:spChg chg="add mod replST delST">
          <ac:chgData name="Varun Srivatsan" userId="5215c364-4639-494b-a156-0291b7c83c6d" providerId="ADAL" clId="{109E2DF9-1C2A-4103-865E-2669DE7650AC}" dt="2022-11-17T07:36:04.832" v="37477" actId="20577"/>
          <ac:spMkLst>
            <pc:docMk/>
            <pc:sldMk cId="2922395542" sldId="1817606795"/>
            <ac:spMk id="174" creationId="{9A72028A-EC7F-FBC4-F22D-2F100E4B2389}"/>
          </ac:spMkLst>
        </pc:spChg>
        <pc:spChg chg="add mod replST delST">
          <ac:chgData name="Varun Srivatsan" userId="5215c364-4639-494b-a156-0291b7c83c6d" providerId="ADAL" clId="{109E2DF9-1C2A-4103-865E-2669DE7650AC}" dt="2022-11-17T07:36:04.820" v="37425" actId="20577"/>
          <ac:spMkLst>
            <pc:docMk/>
            <pc:sldMk cId="2922395542" sldId="1817606795"/>
            <ac:spMk id="175" creationId="{BECBFCC8-AA85-2BAE-1E02-070147105BD4}"/>
          </ac:spMkLst>
        </pc:spChg>
        <pc:spChg chg="add mod replST delST">
          <ac:chgData name="Varun Srivatsan" userId="5215c364-4639-494b-a156-0291b7c83c6d" providerId="ADAL" clId="{109E2DF9-1C2A-4103-865E-2669DE7650AC}" dt="2022-11-17T07:36:04.801" v="37373" actId="20577"/>
          <ac:spMkLst>
            <pc:docMk/>
            <pc:sldMk cId="2922395542" sldId="1817606795"/>
            <ac:spMk id="176" creationId="{5777CCD9-D2B9-0F47-41A1-04FFEC28FD05}"/>
          </ac:spMkLst>
        </pc:spChg>
        <pc:spChg chg="add mod replST delST">
          <ac:chgData name="Varun Srivatsan" userId="5215c364-4639-494b-a156-0291b7c83c6d" providerId="ADAL" clId="{109E2DF9-1C2A-4103-865E-2669DE7650AC}" dt="2022-11-17T07:36:04.793" v="37321" actId="20577"/>
          <ac:spMkLst>
            <pc:docMk/>
            <pc:sldMk cId="2922395542" sldId="1817606795"/>
            <ac:spMk id="177" creationId="{05253E1A-883F-911A-F85B-9832529CDCAE}"/>
          </ac:spMkLst>
        </pc:spChg>
        <pc:spChg chg="add mod replST delST">
          <ac:chgData name="Varun Srivatsan" userId="5215c364-4639-494b-a156-0291b7c83c6d" providerId="ADAL" clId="{109E2DF9-1C2A-4103-865E-2669DE7650AC}" dt="2022-11-17T07:36:04.777" v="37269" actId="20577"/>
          <ac:spMkLst>
            <pc:docMk/>
            <pc:sldMk cId="2922395542" sldId="1817606795"/>
            <ac:spMk id="178" creationId="{559068B7-381A-608C-B899-087AFEBDF335}"/>
          </ac:spMkLst>
        </pc:spChg>
        <pc:spChg chg="add mod replST delST">
          <ac:chgData name="Varun Srivatsan" userId="5215c364-4639-494b-a156-0291b7c83c6d" providerId="ADAL" clId="{109E2DF9-1C2A-4103-865E-2669DE7650AC}" dt="2022-11-17T07:36:04.761" v="37217" actId="20577"/>
          <ac:spMkLst>
            <pc:docMk/>
            <pc:sldMk cId="2922395542" sldId="1817606795"/>
            <ac:spMk id="179" creationId="{AD1D46E3-518D-6B86-5F91-AD12AB8315A2}"/>
          </ac:spMkLst>
        </pc:spChg>
        <pc:spChg chg="add mod replST delST">
          <ac:chgData name="Varun Srivatsan" userId="5215c364-4639-494b-a156-0291b7c83c6d" providerId="ADAL" clId="{109E2DF9-1C2A-4103-865E-2669DE7650AC}" dt="2022-11-17T07:36:04.753" v="37165" actId="20577"/>
          <ac:spMkLst>
            <pc:docMk/>
            <pc:sldMk cId="2922395542" sldId="1817606795"/>
            <ac:spMk id="180" creationId="{663B75B8-B416-39D1-6155-57BEF3AEC656}"/>
          </ac:spMkLst>
        </pc:spChg>
        <pc:spChg chg="add mod replST delST">
          <ac:chgData name="Varun Srivatsan" userId="5215c364-4639-494b-a156-0291b7c83c6d" providerId="ADAL" clId="{109E2DF9-1C2A-4103-865E-2669DE7650AC}" dt="2022-11-17T07:36:04.698" v="36974" actId="207"/>
          <ac:spMkLst>
            <pc:docMk/>
            <pc:sldMk cId="2922395542" sldId="1817606795"/>
            <ac:spMk id="182" creationId="{95DCBD9C-416B-43D2-548F-9437CFB7335B}"/>
          </ac:spMkLst>
        </pc:spChg>
        <pc:spChg chg="add del mod modVis">
          <ac:chgData name="Varun Srivatsan" userId="5215c364-4639-494b-a156-0291b7c83c6d" providerId="ADAL" clId="{109E2DF9-1C2A-4103-865E-2669DE7650AC}" dt="2022-11-17T07:36:08.805" v="39056"/>
          <ac:spMkLst>
            <pc:docMk/>
            <pc:sldMk cId="2922395542" sldId="1817606795"/>
            <ac:spMk id="183" creationId="{D2DAC29F-FA4F-6A0C-0E3B-554FBB53505F}"/>
          </ac:spMkLst>
        </pc:spChg>
        <pc:spChg chg="add del mod replST">
          <ac:chgData name="Varun Srivatsan" userId="5215c364-4639-494b-a156-0291b7c83c6d" providerId="ADAL" clId="{109E2DF9-1C2A-4103-865E-2669DE7650AC}" dt="2022-11-17T07:36:14.682" v="39159"/>
          <ac:spMkLst>
            <pc:docMk/>
            <pc:sldMk cId="2922395542" sldId="1817606795"/>
            <ac:spMk id="184" creationId="{D0DFBF14-5F62-1FFF-5BE0-ECFC0382045F}"/>
          </ac:spMkLst>
        </pc:spChg>
        <pc:spChg chg="add del mod modVis">
          <ac:chgData name="Varun Srivatsan" userId="5215c364-4639-494b-a156-0291b7c83c6d" providerId="ADAL" clId="{109E2DF9-1C2A-4103-865E-2669DE7650AC}" dt="2022-11-17T07:36:14.859" v="39267"/>
          <ac:spMkLst>
            <pc:docMk/>
            <pc:sldMk cId="2922395542" sldId="1817606795"/>
            <ac:spMk id="186" creationId="{528410AA-4117-DC8C-91B6-28542425A5F1}"/>
          </ac:spMkLst>
        </pc:spChg>
        <pc:spChg chg="add del mod modVis">
          <ac:chgData name="Varun Srivatsan" userId="5215c364-4639-494b-a156-0291b7c83c6d" providerId="ADAL" clId="{109E2DF9-1C2A-4103-865E-2669DE7650AC}" dt="2022-11-17T07:36:38.122" v="39882"/>
          <ac:spMkLst>
            <pc:docMk/>
            <pc:sldMk cId="2922395542" sldId="1817606795"/>
            <ac:spMk id="188" creationId="{2304D21A-7E39-C8E5-0CE1-8CAC3C5A27AE}"/>
          </ac:spMkLst>
        </pc:spChg>
        <pc:spChg chg="add mod ord replST delST">
          <ac:chgData name="Varun Srivatsan" userId="5215c364-4639-494b-a156-0291b7c83c6d" providerId="ADAL" clId="{109E2DF9-1C2A-4103-865E-2669DE7650AC}" dt="2022-11-17T07:36:38.122" v="39882"/>
          <ac:spMkLst>
            <pc:docMk/>
            <pc:sldMk cId="2922395542" sldId="1817606795"/>
            <ac:spMk id="189" creationId="{525F88EA-7A94-F156-3998-4A6B315557A2}"/>
          </ac:spMkLst>
        </pc:spChg>
        <pc:spChg chg="add del mod modVis">
          <ac:chgData name="Varun Srivatsan" userId="5215c364-4639-494b-a156-0291b7c83c6d" providerId="ADAL" clId="{109E2DF9-1C2A-4103-865E-2669DE7650AC}" dt="2022-11-17T07:37:47.210" v="49552"/>
          <ac:spMkLst>
            <pc:docMk/>
            <pc:sldMk cId="2922395542" sldId="1817606795"/>
            <ac:spMk id="191" creationId="{3C264F4B-38D8-3770-6B53-553EAA61B058}"/>
          </ac:spMkLst>
        </pc:spChg>
        <pc:spChg chg="add del mod replST delST">
          <ac:chgData name="Varun Srivatsan" userId="5215c364-4639-494b-a156-0291b7c83c6d" providerId="ADAL" clId="{109E2DF9-1C2A-4103-865E-2669DE7650AC}" dt="2022-11-17T07:37:47.210" v="49552"/>
          <ac:spMkLst>
            <pc:docMk/>
            <pc:sldMk cId="2922395542" sldId="1817606795"/>
            <ac:spMk id="192" creationId="{C97E0A58-E598-3B96-B4F2-1934A5E09D48}"/>
          </ac:spMkLst>
        </pc:spChg>
        <pc:spChg chg="add del mod modVis">
          <ac:chgData name="Varun Srivatsan" userId="5215c364-4639-494b-a156-0291b7c83c6d" providerId="ADAL" clId="{109E2DF9-1C2A-4103-865E-2669DE7650AC}" dt="2022-11-17T07:37:47.210" v="49552"/>
          <ac:spMkLst>
            <pc:docMk/>
            <pc:sldMk cId="2922395542" sldId="1817606795"/>
            <ac:spMk id="194" creationId="{3CF66A57-6DE1-9FF6-5482-74ADF561A812}"/>
          </ac:spMkLst>
        </pc:spChg>
        <pc:spChg chg="add del mod modVis">
          <ac:chgData name="Varun Srivatsan" userId="5215c364-4639-494b-a156-0291b7c83c6d" providerId="ADAL" clId="{109E2DF9-1C2A-4103-865E-2669DE7650AC}" dt="2022-11-17T07:36:46.685" v="41044"/>
          <ac:spMkLst>
            <pc:docMk/>
            <pc:sldMk cId="2922395542" sldId="1817606795"/>
            <ac:spMk id="196" creationId="{100B6D26-55C1-632E-39AC-C11AE40D402B}"/>
          </ac:spMkLst>
        </pc:spChg>
        <pc:spChg chg="add del mod modVis">
          <ac:chgData name="Varun Srivatsan" userId="5215c364-4639-494b-a156-0291b7c83c6d" providerId="ADAL" clId="{109E2DF9-1C2A-4103-865E-2669DE7650AC}" dt="2022-11-17T07:36:58.998" v="44522"/>
          <ac:spMkLst>
            <pc:docMk/>
            <pc:sldMk cId="2922395542" sldId="1817606795"/>
            <ac:spMk id="199" creationId="{B84DCF7E-89AB-D75A-E3D4-347549EB8F1C}"/>
          </ac:spMkLst>
        </pc:spChg>
        <pc:spChg chg="add mod replST delST">
          <ac:chgData name="Varun Srivatsan" userId="5215c364-4639-494b-a156-0291b7c83c6d" providerId="ADAL" clId="{109E2DF9-1C2A-4103-865E-2669DE7650AC}" dt="2022-11-17T07:36:58.998" v="44522"/>
          <ac:spMkLst>
            <pc:docMk/>
            <pc:sldMk cId="2922395542" sldId="1817606795"/>
            <ac:spMk id="200" creationId="{479D7878-BE2B-6AD5-CB3E-27B734223126}"/>
          </ac:spMkLst>
        </pc:spChg>
        <pc:spChg chg="add mod replST delST">
          <ac:chgData name="Varun Srivatsan" userId="5215c364-4639-494b-a156-0291b7c83c6d" providerId="ADAL" clId="{109E2DF9-1C2A-4103-865E-2669DE7650AC}" dt="2022-11-17T07:36:58.998" v="44522"/>
          <ac:spMkLst>
            <pc:docMk/>
            <pc:sldMk cId="2922395542" sldId="1817606795"/>
            <ac:spMk id="201" creationId="{E98724DB-3C35-B20F-FDC2-48E1483ADE0D}"/>
          </ac:spMkLst>
        </pc:spChg>
        <pc:spChg chg="add mod replST delST">
          <ac:chgData name="Varun Srivatsan" userId="5215c364-4639-494b-a156-0291b7c83c6d" providerId="ADAL" clId="{109E2DF9-1C2A-4103-865E-2669DE7650AC}" dt="2022-11-17T07:36:58.998" v="44522"/>
          <ac:spMkLst>
            <pc:docMk/>
            <pc:sldMk cId="2922395542" sldId="1817606795"/>
            <ac:spMk id="202" creationId="{ADA034D6-B02B-B302-D15A-3F188A9895A8}"/>
          </ac:spMkLst>
        </pc:spChg>
        <pc:spChg chg="add mod replST delST">
          <ac:chgData name="Varun Srivatsan" userId="5215c364-4639-494b-a156-0291b7c83c6d" providerId="ADAL" clId="{109E2DF9-1C2A-4103-865E-2669DE7650AC}" dt="2022-11-17T07:36:58.998" v="44522"/>
          <ac:spMkLst>
            <pc:docMk/>
            <pc:sldMk cId="2922395542" sldId="1817606795"/>
            <ac:spMk id="203" creationId="{581D3982-69C8-2AD2-FC5A-2D217F7FBE41}"/>
          </ac:spMkLst>
        </pc:spChg>
        <pc:spChg chg="add mod replST delST">
          <ac:chgData name="Varun Srivatsan" userId="5215c364-4639-494b-a156-0291b7c83c6d" providerId="ADAL" clId="{109E2DF9-1C2A-4103-865E-2669DE7650AC}" dt="2022-11-17T07:36:58.998" v="44522"/>
          <ac:spMkLst>
            <pc:docMk/>
            <pc:sldMk cId="2922395542" sldId="1817606795"/>
            <ac:spMk id="204" creationId="{2BD1AC5C-EED1-2062-2248-7E532701DB31}"/>
          </ac:spMkLst>
        </pc:spChg>
        <pc:spChg chg="add mod replST delST">
          <ac:chgData name="Varun Srivatsan" userId="5215c364-4639-494b-a156-0291b7c83c6d" providerId="ADAL" clId="{109E2DF9-1C2A-4103-865E-2669DE7650AC}" dt="2022-11-17T07:36:58.998" v="44522"/>
          <ac:spMkLst>
            <pc:docMk/>
            <pc:sldMk cId="2922395542" sldId="1817606795"/>
            <ac:spMk id="205" creationId="{9DD7ADAF-247B-BAAE-6079-77789E8DD4D2}"/>
          </ac:spMkLst>
        </pc:spChg>
        <pc:spChg chg="add mod replST delST">
          <ac:chgData name="Varun Srivatsan" userId="5215c364-4639-494b-a156-0291b7c83c6d" providerId="ADAL" clId="{109E2DF9-1C2A-4103-865E-2669DE7650AC}" dt="2022-11-17T07:36:58.998" v="44522"/>
          <ac:spMkLst>
            <pc:docMk/>
            <pc:sldMk cId="2922395542" sldId="1817606795"/>
            <ac:spMk id="206" creationId="{3C696189-9055-4361-0F29-8670150DC983}"/>
          </ac:spMkLst>
        </pc:spChg>
        <pc:spChg chg="add mod replST delST">
          <ac:chgData name="Varun Srivatsan" userId="5215c364-4639-494b-a156-0291b7c83c6d" providerId="ADAL" clId="{109E2DF9-1C2A-4103-865E-2669DE7650AC}" dt="2022-11-17T07:36:58.998" v="44522"/>
          <ac:spMkLst>
            <pc:docMk/>
            <pc:sldMk cId="2922395542" sldId="1817606795"/>
            <ac:spMk id="207" creationId="{E7122BE0-3ECA-9BC2-12DA-CB05BE71BC39}"/>
          </ac:spMkLst>
        </pc:spChg>
        <pc:spChg chg="add mod replST delST">
          <ac:chgData name="Varun Srivatsan" userId="5215c364-4639-494b-a156-0291b7c83c6d" providerId="ADAL" clId="{109E2DF9-1C2A-4103-865E-2669DE7650AC}" dt="2022-11-17T07:36:58.998" v="44522"/>
          <ac:spMkLst>
            <pc:docMk/>
            <pc:sldMk cId="2922395542" sldId="1817606795"/>
            <ac:spMk id="208" creationId="{F60A14CA-B79E-ABA4-8076-460A949E6400}"/>
          </ac:spMkLst>
        </pc:spChg>
        <pc:spChg chg="add mod replST delST">
          <ac:chgData name="Varun Srivatsan" userId="5215c364-4639-494b-a156-0291b7c83c6d" providerId="ADAL" clId="{109E2DF9-1C2A-4103-865E-2669DE7650AC}" dt="2022-11-17T07:36:58.998" v="44522"/>
          <ac:spMkLst>
            <pc:docMk/>
            <pc:sldMk cId="2922395542" sldId="1817606795"/>
            <ac:spMk id="209" creationId="{BF1BEF9F-8C09-C0D6-092B-7C54926DAE51}"/>
          </ac:spMkLst>
        </pc:spChg>
        <pc:spChg chg="add mod replST delST">
          <ac:chgData name="Varun Srivatsan" userId="5215c364-4639-494b-a156-0291b7c83c6d" providerId="ADAL" clId="{109E2DF9-1C2A-4103-865E-2669DE7650AC}" dt="2022-11-17T07:36:58.998" v="44522"/>
          <ac:spMkLst>
            <pc:docMk/>
            <pc:sldMk cId="2922395542" sldId="1817606795"/>
            <ac:spMk id="210" creationId="{D96541C0-4FF3-9CFE-FF9E-9531F40CD9E1}"/>
          </ac:spMkLst>
        </pc:spChg>
        <pc:spChg chg="add mod replST delST">
          <ac:chgData name="Varun Srivatsan" userId="5215c364-4639-494b-a156-0291b7c83c6d" providerId="ADAL" clId="{109E2DF9-1C2A-4103-865E-2669DE7650AC}" dt="2022-11-17T07:36:58.998" v="44522"/>
          <ac:spMkLst>
            <pc:docMk/>
            <pc:sldMk cId="2922395542" sldId="1817606795"/>
            <ac:spMk id="211" creationId="{5DE389F3-CABA-3AD8-C5A6-FE3E0DDD4C47}"/>
          </ac:spMkLst>
        </pc:spChg>
        <pc:spChg chg="add mod replST delST">
          <ac:chgData name="Varun Srivatsan" userId="5215c364-4639-494b-a156-0291b7c83c6d" providerId="ADAL" clId="{109E2DF9-1C2A-4103-865E-2669DE7650AC}" dt="2022-11-17T07:36:58.998" v="44522"/>
          <ac:spMkLst>
            <pc:docMk/>
            <pc:sldMk cId="2922395542" sldId="1817606795"/>
            <ac:spMk id="212" creationId="{26803AD2-B8CF-6D4C-9CE8-6F5C49F74B01}"/>
          </ac:spMkLst>
        </pc:spChg>
        <pc:spChg chg="add mod replST delST">
          <ac:chgData name="Varun Srivatsan" userId="5215c364-4639-494b-a156-0291b7c83c6d" providerId="ADAL" clId="{109E2DF9-1C2A-4103-865E-2669DE7650AC}" dt="2022-11-17T07:36:58.998" v="44522"/>
          <ac:spMkLst>
            <pc:docMk/>
            <pc:sldMk cId="2922395542" sldId="1817606795"/>
            <ac:spMk id="213" creationId="{6F5FC730-D61E-989B-3969-D00DF2491C96}"/>
          </ac:spMkLst>
        </pc:spChg>
        <pc:spChg chg="add del mod modVis">
          <ac:chgData name="Varun Srivatsan" userId="5215c364-4639-494b-a156-0291b7c83c6d" providerId="ADAL" clId="{109E2DF9-1C2A-4103-865E-2669DE7650AC}" dt="2022-11-17T07:37:45.535" v="48751" actId="962"/>
          <ac:spMkLst>
            <pc:docMk/>
            <pc:sldMk cId="2922395542" sldId="1817606795"/>
            <ac:spMk id="215" creationId="{E7D3C554-8716-8F81-43F1-56A76A8F869F}"/>
          </ac:spMkLst>
        </pc:spChg>
        <pc:spChg chg="add mod ord replST delST">
          <ac:chgData name="Varun Srivatsan" userId="5215c364-4639-494b-a156-0291b7c83c6d" providerId="ADAL" clId="{109E2DF9-1C2A-4103-865E-2669DE7650AC}" dt="2022-11-17T07:37:45.372" v="48430" actId="20577"/>
          <ac:spMkLst>
            <pc:docMk/>
            <pc:sldMk cId="2922395542" sldId="1817606795"/>
            <ac:spMk id="216" creationId="{3C0C649F-DFAD-7E2B-BBCE-BE8D1BA773E2}"/>
          </ac:spMkLst>
        </pc:spChg>
        <pc:spChg chg="add mod ord replST delST">
          <ac:chgData name="Varun Srivatsan" userId="5215c364-4639-494b-a156-0291b7c83c6d" providerId="ADAL" clId="{109E2DF9-1C2A-4103-865E-2669DE7650AC}" dt="2022-11-17T07:37:45.351" v="48378" actId="20577"/>
          <ac:spMkLst>
            <pc:docMk/>
            <pc:sldMk cId="2922395542" sldId="1817606795"/>
            <ac:spMk id="217" creationId="{B5AF990E-42B3-A95B-AAD0-ADDF0E4998AC}"/>
          </ac:spMkLst>
        </pc:spChg>
        <pc:spChg chg="add mod ord replST delST">
          <ac:chgData name="Varun Srivatsan" userId="5215c364-4639-494b-a156-0291b7c83c6d" providerId="ADAL" clId="{109E2DF9-1C2A-4103-865E-2669DE7650AC}" dt="2022-11-17T07:37:45.328" v="48328" actId="20577"/>
          <ac:spMkLst>
            <pc:docMk/>
            <pc:sldMk cId="2922395542" sldId="1817606795"/>
            <ac:spMk id="218" creationId="{3F6B3D2C-586E-7EA9-A909-8890251BB279}"/>
          </ac:spMkLst>
        </pc:spChg>
        <pc:spChg chg="add mod ord replST delST">
          <ac:chgData name="Varun Srivatsan" userId="5215c364-4639-494b-a156-0291b7c83c6d" providerId="ADAL" clId="{109E2DF9-1C2A-4103-865E-2669DE7650AC}" dt="2022-11-17T07:37:45.310" v="48278" actId="20577"/>
          <ac:spMkLst>
            <pc:docMk/>
            <pc:sldMk cId="2922395542" sldId="1817606795"/>
            <ac:spMk id="219" creationId="{4481273A-BC46-50C7-7D2C-27EAE2DAC1C3}"/>
          </ac:spMkLst>
        </pc:spChg>
        <pc:spChg chg="add mod replST delST">
          <ac:chgData name="Varun Srivatsan" userId="5215c364-4639-494b-a156-0291b7c83c6d" providerId="ADAL" clId="{109E2DF9-1C2A-4103-865E-2669DE7650AC}" dt="2022-11-17T07:37:45.256" v="48181" actId="20577"/>
          <ac:spMkLst>
            <pc:docMk/>
            <pc:sldMk cId="2922395542" sldId="1817606795"/>
            <ac:spMk id="220" creationId="{55C4EE4C-9B06-EB86-1FB8-5FD1F4909824}"/>
          </ac:spMkLst>
        </pc:spChg>
        <pc:spChg chg="add mod replST delST">
          <ac:chgData name="Varun Srivatsan" userId="5215c364-4639-494b-a156-0291b7c83c6d" providerId="ADAL" clId="{109E2DF9-1C2A-4103-865E-2669DE7650AC}" dt="2022-11-17T07:37:45.231" v="48114" actId="20577"/>
          <ac:spMkLst>
            <pc:docMk/>
            <pc:sldMk cId="2922395542" sldId="1817606795"/>
            <ac:spMk id="221" creationId="{F6BDA04B-2C7A-61B6-3F07-CA4E56A9153C}"/>
          </ac:spMkLst>
        </pc:spChg>
        <pc:spChg chg="add mod replST delST">
          <ac:chgData name="Varun Srivatsan" userId="5215c364-4639-494b-a156-0291b7c83c6d" providerId="ADAL" clId="{109E2DF9-1C2A-4103-865E-2669DE7650AC}" dt="2022-11-17T07:37:45.211" v="48062" actId="20577"/>
          <ac:spMkLst>
            <pc:docMk/>
            <pc:sldMk cId="2922395542" sldId="1817606795"/>
            <ac:spMk id="222" creationId="{6A3D1364-AFAE-A80C-5676-A2E98AFA9241}"/>
          </ac:spMkLst>
        </pc:spChg>
        <pc:spChg chg="add mod replST delST">
          <ac:chgData name="Varun Srivatsan" userId="5215c364-4639-494b-a156-0291b7c83c6d" providerId="ADAL" clId="{109E2DF9-1C2A-4103-865E-2669DE7650AC}" dt="2022-11-17T07:37:45.187" v="48010" actId="20577"/>
          <ac:spMkLst>
            <pc:docMk/>
            <pc:sldMk cId="2922395542" sldId="1817606795"/>
            <ac:spMk id="223" creationId="{7CA6DD8E-87E8-5A89-8CB5-29C8F61765B4}"/>
          </ac:spMkLst>
        </pc:spChg>
        <pc:spChg chg="add mod replST delST">
          <ac:chgData name="Varun Srivatsan" userId="5215c364-4639-494b-a156-0291b7c83c6d" providerId="ADAL" clId="{109E2DF9-1C2A-4103-865E-2669DE7650AC}" dt="2022-11-17T07:37:45.171" v="47958" actId="20577"/>
          <ac:spMkLst>
            <pc:docMk/>
            <pc:sldMk cId="2922395542" sldId="1817606795"/>
            <ac:spMk id="224" creationId="{55F2EC74-0118-A40F-335B-9CC14512992B}"/>
          </ac:spMkLst>
        </pc:spChg>
        <pc:spChg chg="add mod replST delST">
          <ac:chgData name="Varun Srivatsan" userId="5215c364-4639-494b-a156-0291b7c83c6d" providerId="ADAL" clId="{109E2DF9-1C2A-4103-865E-2669DE7650AC}" dt="2022-11-17T07:37:45.155" v="47906" actId="20577"/>
          <ac:spMkLst>
            <pc:docMk/>
            <pc:sldMk cId="2922395542" sldId="1817606795"/>
            <ac:spMk id="225" creationId="{04A95592-B13D-F043-39A7-8E3CE964F013}"/>
          </ac:spMkLst>
        </pc:spChg>
        <pc:spChg chg="add mod replST delST">
          <ac:chgData name="Varun Srivatsan" userId="5215c364-4639-494b-a156-0291b7c83c6d" providerId="ADAL" clId="{109E2DF9-1C2A-4103-865E-2669DE7650AC}" dt="2022-11-17T07:37:45.123" v="47854" actId="20577"/>
          <ac:spMkLst>
            <pc:docMk/>
            <pc:sldMk cId="2922395542" sldId="1817606795"/>
            <ac:spMk id="226" creationId="{644CE94E-570F-EBC9-15F5-D995CF7CD9B3}"/>
          </ac:spMkLst>
        </pc:spChg>
        <pc:spChg chg="add mod replST delST">
          <ac:chgData name="Varun Srivatsan" userId="5215c364-4639-494b-a156-0291b7c83c6d" providerId="ADAL" clId="{109E2DF9-1C2A-4103-865E-2669DE7650AC}" dt="2022-11-17T07:37:45.096" v="47802" actId="20577"/>
          <ac:spMkLst>
            <pc:docMk/>
            <pc:sldMk cId="2922395542" sldId="1817606795"/>
            <ac:spMk id="227" creationId="{DC5C96B0-B3E3-AB34-551B-1C7FC3AC728C}"/>
          </ac:spMkLst>
        </pc:spChg>
        <pc:spChg chg="add mod replST delST">
          <ac:chgData name="Varun Srivatsan" userId="5215c364-4639-494b-a156-0291b7c83c6d" providerId="ADAL" clId="{109E2DF9-1C2A-4103-865E-2669DE7650AC}" dt="2022-11-17T07:37:45.062" v="47750" actId="20577"/>
          <ac:spMkLst>
            <pc:docMk/>
            <pc:sldMk cId="2922395542" sldId="1817606795"/>
            <ac:spMk id="228" creationId="{EF80F39B-03C4-3880-0D93-2D81C876E8F7}"/>
          </ac:spMkLst>
        </pc:spChg>
        <pc:spChg chg="add mod replST delST">
          <ac:chgData name="Varun Srivatsan" userId="5215c364-4639-494b-a156-0291b7c83c6d" providerId="ADAL" clId="{109E2DF9-1C2A-4103-865E-2669DE7650AC}" dt="2022-11-17T07:37:45.031" v="47698" actId="20577"/>
          <ac:spMkLst>
            <pc:docMk/>
            <pc:sldMk cId="2922395542" sldId="1817606795"/>
            <ac:spMk id="229" creationId="{BE699F6C-435D-AFF3-34FC-4619F0F91CAD}"/>
          </ac:spMkLst>
        </pc:spChg>
        <pc:spChg chg="add mod replST delST">
          <ac:chgData name="Varun Srivatsan" userId="5215c364-4639-494b-a156-0291b7c83c6d" providerId="ADAL" clId="{109E2DF9-1C2A-4103-865E-2669DE7650AC}" dt="2022-11-17T07:37:45.015" v="47646" actId="20577"/>
          <ac:spMkLst>
            <pc:docMk/>
            <pc:sldMk cId="2922395542" sldId="1817606795"/>
            <ac:spMk id="230" creationId="{4FE1B930-9103-02B3-9557-C2D536ED06AC}"/>
          </ac:spMkLst>
        </pc:spChg>
        <pc:spChg chg="add mod ord replST delST">
          <ac:chgData name="Varun Srivatsan" userId="5215c364-4639-494b-a156-0291b7c83c6d" providerId="ADAL" clId="{109E2DF9-1C2A-4103-865E-2669DE7650AC}" dt="2022-11-17T07:37:44.952" v="47455" actId="207"/>
          <ac:spMkLst>
            <pc:docMk/>
            <pc:sldMk cId="2922395542" sldId="1817606795"/>
            <ac:spMk id="232" creationId="{039BACEC-71F8-F4FF-3FCB-5FE0D4BB47DF}"/>
          </ac:spMkLst>
        </pc:spChg>
        <pc:spChg chg="add del mod modVis">
          <ac:chgData name="Varun Srivatsan" userId="5215c364-4639-494b-a156-0291b7c83c6d" providerId="ADAL" clId="{109E2DF9-1C2A-4103-865E-2669DE7650AC}" dt="2022-11-17T07:37:44.081" v="47398"/>
          <ac:spMkLst>
            <pc:docMk/>
            <pc:sldMk cId="2922395542" sldId="1817606795"/>
            <ac:spMk id="233" creationId="{8A9E7F25-320A-A4BE-CDD4-66310738576F}"/>
          </ac:spMkLst>
        </pc:spChg>
        <pc:spChg chg="add del mod modVis">
          <ac:chgData name="Varun Srivatsan" userId="5215c364-4639-494b-a156-0291b7c83c6d" providerId="ADAL" clId="{109E2DF9-1C2A-4103-865E-2669DE7650AC}" dt="2022-11-17T07:37:43.222" v="47223"/>
          <ac:spMkLst>
            <pc:docMk/>
            <pc:sldMk cId="2922395542" sldId="1817606795"/>
            <ac:spMk id="235" creationId="{E789DA71-780B-46C4-7B57-4ED69DF83E3B}"/>
          </ac:spMkLst>
        </pc:spChg>
        <pc:spChg chg="add del mod modVis">
          <ac:chgData name="Varun Srivatsan" userId="5215c364-4639-494b-a156-0291b7c83c6d" providerId="ADAL" clId="{109E2DF9-1C2A-4103-865E-2669DE7650AC}" dt="2022-11-17T07:46:45.274" v="78752"/>
          <ac:spMkLst>
            <pc:docMk/>
            <pc:sldMk cId="2922395542" sldId="1817606795"/>
            <ac:spMk id="238" creationId="{5BC0EFB9-DCC5-4219-5BBE-7C3D403A045F}"/>
          </ac:spMkLst>
        </pc:spChg>
        <pc:spChg chg="add del mod modVis">
          <ac:chgData name="Varun Srivatsan" userId="5215c364-4639-494b-a156-0291b7c83c6d" providerId="ADAL" clId="{109E2DF9-1C2A-4103-865E-2669DE7650AC}" dt="2022-11-17T07:46:49.714" v="79117"/>
          <ac:spMkLst>
            <pc:docMk/>
            <pc:sldMk cId="2922395542" sldId="1817606795"/>
            <ac:spMk id="240" creationId="{66F16B9F-3515-1ABE-ACB2-8F64DD7FDC30}"/>
          </ac:spMkLst>
        </pc:spChg>
        <pc:graphicFrameChg chg="mod">
          <ac:chgData name="Varun Srivatsan" userId="5215c364-4639-494b-a156-0291b7c83c6d" providerId="ADAL" clId="{109E2DF9-1C2A-4103-865E-2669DE7650AC}" dt="2022-11-17T07:46:49.730" v="79119"/>
          <ac:graphicFrameMkLst>
            <pc:docMk/>
            <pc:sldMk cId="2922395542" sldId="1817606795"/>
            <ac:graphicFrameMk id="7" creationId="{CA188CE8-71A5-489E-AE5E-BD2C5C5FB317}"/>
          </ac:graphicFrameMkLst>
        </pc:graphicFrameChg>
        <pc:graphicFrameChg chg="add del mod replST">
          <ac:chgData name="Varun Srivatsan" userId="5215c364-4639-494b-a156-0291b7c83c6d" providerId="ADAL" clId="{109E2DF9-1C2A-4103-865E-2669DE7650AC}" dt="2022-11-17T07:28:53.341" v="19833"/>
          <ac:graphicFrameMkLst>
            <pc:docMk/>
            <pc:sldMk cId="2922395542" sldId="1817606795"/>
            <ac:graphicFrameMk id="9" creationId="{FFF8E651-67ED-7DC4-5D83-E72D68FE0DC5}"/>
          </ac:graphicFrameMkLst>
        </pc:graphicFrameChg>
        <pc:graphicFrameChg chg="add del mod replST">
          <ac:chgData name="Varun Srivatsan" userId="5215c364-4639-494b-a156-0291b7c83c6d" providerId="ADAL" clId="{109E2DF9-1C2A-4103-865E-2669DE7650AC}" dt="2022-11-17T07:29:04.087" v="20105"/>
          <ac:graphicFrameMkLst>
            <pc:docMk/>
            <pc:sldMk cId="2922395542" sldId="1817606795"/>
            <ac:graphicFrameMk id="60" creationId="{54DC1147-3F2B-DA4A-7C85-ADF9BC52A1F1}"/>
          </ac:graphicFrameMkLst>
        </pc:graphicFrameChg>
        <pc:graphicFrameChg chg="add del mod replST">
          <ac:chgData name="Varun Srivatsan" userId="5215c364-4639-494b-a156-0291b7c83c6d" providerId="ADAL" clId="{109E2DF9-1C2A-4103-865E-2669DE7650AC}" dt="2022-11-17T07:29:07.128" v="20372"/>
          <ac:graphicFrameMkLst>
            <pc:docMk/>
            <pc:sldMk cId="2922395542" sldId="1817606795"/>
            <ac:graphicFrameMk id="62" creationId="{277CF038-DD2F-2E6D-8356-0B7B6D46E81A}"/>
          </ac:graphicFrameMkLst>
        </pc:graphicFrameChg>
        <pc:graphicFrameChg chg="add del mod replST">
          <ac:chgData name="Varun Srivatsan" userId="5215c364-4639-494b-a156-0291b7c83c6d" providerId="ADAL" clId="{109E2DF9-1C2A-4103-865E-2669DE7650AC}" dt="2022-11-17T07:29:09.582" v="20639"/>
          <ac:graphicFrameMkLst>
            <pc:docMk/>
            <pc:sldMk cId="2922395542" sldId="1817606795"/>
            <ac:graphicFrameMk id="64" creationId="{3D85F2D0-1CDE-39D1-7614-599198B03C21}"/>
          </ac:graphicFrameMkLst>
        </pc:graphicFrameChg>
        <pc:graphicFrameChg chg="del">
          <ac:chgData name="Varun Srivatsan" userId="5215c364-4639-494b-a156-0291b7c83c6d" providerId="ADAL" clId="{109E2DF9-1C2A-4103-865E-2669DE7650AC}" dt="2022-11-17T07:28:52.452" v="19560"/>
          <ac:graphicFrameMkLst>
            <pc:docMk/>
            <pc:sldMk cId="2922395542" sldId="1817606795"/>
            <ac:graphicFrameMk id="65" creationId="{AB6891B5-0CC7-E14F-28F9-324F46A8ACF9}"/>
          </ac:graphicFrameMkLst>
        </pc:graphicFrameChg>
        <pc:graphicFrameChg chg="add del mod replST">
          <ac:chgData name="Varun Srivatsan" userId="5215c364-4639-494b-a156-0291b7c83c6d" providerId="ADAL" clId="{109E2DF9-1C2A-4103-865E-2669DE7650AC}" dt="2022-11-17T07:29:12.998" v="20904"/>
          <ac:graphicFrameMkLst>
            <pc:docMk/>
            <pc:sldMk cId="2922395542" sldId="1817606795"/>
            <ac:graphicFrameMk id="67" creationId="{34332B69-B2CE-E977-232E-0039DFACE1CF}"/>
          </ac:graphicFrameMkLst>
        </pc:graphicFrameChg>
        <pc:graphicFrameChg chg="add del mod replST">
          <ac:chgData name="Varun Srivatsan" userId="5215c364-4639-494b-a156-0291b7c83c6d" providerId="ADAL" clId="{109E2DF9-1C2A-4103-865E-2669DE7650AC}" dt="2022-11-17T07:29:15.267" v="21169"/>
          <ac:graphicFrameMkLst>
            <pc:docMk/>
            <pc:sldMk cId="2922395542" sldId="1817606795"/>
            <ac:graphicFrameMk id="69" creationId="{7B57E598-A69B-D7AB-EEED-F4B4C7F6B857}"/>
          </ac:graphicFrameMkLst>
        </pc:graphicFrameChg>
        <pc:graphicFrameChg chg="add del mod replST">
          <ac:chgData name="Varun Srivatsan" userId="5215c364-4639-494b-a156-0291b7c83c6d" providerId="ADAL" clId="{109E2DF9-1C2A-4103-865E-2669DE7650AC}" dt="2022-11-17T07:29:18.413" v="21434"/>
          <ac:graphicFrameMkLst>
            <pc:docMk/>
            <pc:sldMk cId="2922395542" sldId="1817606795"/>
            <ac:graphicFrameMk id="71" creationId="{6A4ACAA0-70BF-F618-A77C-7B23AAAB5424}"/>
          </ac:graphicFrameMkLst>
        </pc:graphicFrameChg>
        <pc:graphicFrameChg chg="add del mod replST">
          <ac:chgData name="Varun Srivatsan" userId="5215c364-4639-494b-a156-0291b7c83c6d" providerId="ADAL" clId="{109E2DF9-1C2A-4103-865E-2669DE7650AC}" dt="2022-11-17T07:29:21.139" v="21699"/>
          <ac:graphicFrameMkLst>
            <pc:docMk/>
            <pc:sldMk cId="2922395542" sldId="1817606795"/>
            <ac:graphicFrameMk id="73" creationId="{816AA6D9-1F2D-4E0B-6FEB-E8363AEB876B}"/>
          </ac:graphicFrameMkLst>
        </pc:graphicFrameChg>
        <pc:graphicFrameChg chg="add del mod replST">
          <ac:chgData name="Varun Srivatsan" userId="5215c364-4639-494b-a156-0291b7c83c6d" providerId="ADAL" clId="{109E2DF9-1C2A-4103-865E-2669DE7650AC}" dt="2022-11-17T07:29:23.086" v="21964"/>
          <ac:graphicFrameMkLst>
            <pc:docMk/>
            <pc:sldMk cId="2922395542" sldId="1817606795"/>
            <ac:graphicFrameMk id="76" creationId="{CA6FBA4B-3CE9-FA1F-98DF-A83929C1D82E}"/>
          </ac:graphicFrameMkLst>
        </pc:graphicFrameChg>
        <pc:graphicFrameChg chg="add del mod replST">
          <ac:chgData name="Varun Srivatsan" userId="5215c364-4639-494b-a156-0291b7c83c6d" providerId="ADAL" clId="{109E2DF9-1C2A-4103-865E-2669DE7650AC}" dt="2022-11-17T07:29:25.910" v="22229"/>
          <ac:graphicFrameMkLst>
            <pc:docMk/>
            <pc:sldMk cId="2922395542" sldId="1817606795"/>
            <ac:graphicFrameMk id="82" creationId="{94915D1F-D306-E3E5-918B-1FEFB966535B}"/>
          </ac:graphicFrameMkLst>
        </pc:graphicFrameChg>
        <pc:graphicFrameChg chg="add del mod replST">
          <ac:chgData name="Varun Srivatsan" userId="5215c364-4639-494b-a156-0291b7c83c6d" providerId="ADAL" clId="{109E2DF9-1C2A-4103-865E-2669DE7650AC}" dt="2022-11-17T07:29:27.918" v="22494"/>
          <ac:graphicFrameMkLst>
            <pc:docMk/>
            <pc:sldMk cId="2922395542" sldId="1817606795"/>
            <ac:graphicFrameMk id="84" creationId="{F385FB35-6E51-0A69-7FD7-ED1EDD214835}"/>
          </ac:graphicFrameMkLst>
        </pc:graphicFrameChg>
        <pc:graphicFrameChg chg="add del mod replST">
          <ac:chgData name="Varun Srivatsan" userId="5215c364-4639-494b-a156-0291b7c83c6d" providerId="ADAL" clId="{109E2DF9-1C2A-4103-865E-2669DE7650AC}" dt="2022-11-17T07:29:30.321" v="22759"/>
          <ac:graphicFrameMkLst>
            <pc:docMk/>
            <pc:sldMk cId="2922395542" sldId="1817606795"/>
            <ac:graphicFrameMk id="86" creationId="{222710CD-4E9A-5CB1-FE65-81FD5213310F}"/>
          </ac:graphicFrameMkLst>
        </pc:graphicFrameChg>
        <pc:graphicFrameChg chg="add del mod replST">
          <ac:chgData name="Varun Srivatsan" userId="5215c364-4639-494b-a156-0291b7c83c6d" providerId="ADAL" clId="{109E2DF9-1C2A-4103-865E-2669DE7650AC}" dt="2022-11-17T07:29:32.441" v="23024"/>
          <ac:graphicFrameMkLst>
            <pc:docMk/>
            <pc:sldMk cId="2922395542" sldId="1817606795"/>
            <ac:graphicFrameMk id="88" creationId="{24AC094F-E05B-1975-A1D9-A2FAE275DD5A}"/>
          </ac:graphicFrameMkLst>
        </pc:graphicFrameChg>
        <pc:graphicFrameChg chg="add del mod replST">
          <ac:chgData name="Varun Srivatsan" userId="5215c364-4639-494b-a156-0291b7c83c6d" providerId="ADAL" clId="{109E2DF9-1C2A-4103-865E-2669DE7650AC}" dt="2022-11-17T07:29:37.534" v="23289"/>
          <ac:graphicFrameMkLst>
            <pc:docMk/>
            <pc:sldMk cId="2922395542" sldId="1817606795"/>
            <ac:graphicFrameMk id="90" creationId="{BB8A583D-3B19-4702-68CC-3115595BE13C}"/>
          </ac:graphicFrameMkLst>
        </pc:graphicFrameChg>
        <pc:graphicFrameChg chg="add del mod replST">
          <ac:chgData name="Varun Srivatsan" userId="5215c364-4639-494b-a156-0291b7c83c6d" providerId="ADAL" clId="{109E2DF9-1C2A-4103-865E-2669DE7650AC}" dt="2022-11-17T07:29:39.810" v="23554"/>
          <ac:graphicFrameMkLst>
            <pc:docMk/>
            <pc:sldMk cId="2922395542" sldId="1817606795"/>
            <ac:graphicFrameMk id="92" creationId="{E42408F6-423C-E176-1628-E718E60B6391}"/>
          </ac:graphicFrameMkLst>
        </pc:graphicFrameChg>
        <pc:graphicFrameChg chg="add del mod replST">
          <ac:chgData name="Varun Srivatsan" userId="5215c364-4639-494b-a156-0291b7c83c6d" providerId="ADAL" clId="{109E2DF9-1C2A-4103-865E-2669DE7650AC}" dt="2022-11-17T07:29:56.931" v="24474"/>
          <ac:graphicFrameMkLst>
            <pc:docMk/>
            <pc:sldMk cId="2922395542" sldId="1817606795"/>
            <ac:graphicFrameMk id="98" creationId="{0D24C751-A5A2-8365-3329-B21716F1EC54}"/>
          </ac:graphicFrameMkLst>
        </pc:graphicFrameChg>
        <pc:graphicFrameChg chg="add del mod replST">
          <ac:chgData name="Varun Srivatsan" userId="5215c364-4639-494b-a156-0291b7c83c6d" providerId="ADAL" clId="{109E2DF9-1C2A-4103-865E-2669DE7650AC}" dt="2022-11-17T07:29:59.304" v="25388"/>
          <ac:graphicFrameMkLst>
            <pc:docMk/>
            <pc:sldMk cId="2922395542" sldId="1817606795"/>
            <ac:graphicFrameMk id="106" creationId="{F2C199D1-3547-7E3D-2E29-54791FFA3A8E}"/>
          </ac:graphicFrameMkLst>
        </pc:graphicFrameChg>
        <pc:graphicFrameChg chg="add del mod replST">
          <ac:chgData name="Varun Srivatsan" userId="5215c364-4639-494b-a156-0291b7c83c6d" providerId="ADAL" clId="{109E2DF9-1C2A-4103-865E-2669DE7650AC}" dt="2022-11-17T07:30:00.603" v="26110"/>
          <ac:graphicFrameMkLst>
            <pc:docMk/>
            <pc:sldMk cId="2922395542" sldId="1817606795"/>
            <ac:graphicFrameMk id="113" creationId="{5A8D8B10-A8AC-87D7-BAE5-2BDD59A0AE03}"/>
          </ac:graphicFrameMkLst>
        </pc:graphicFrameChg>
        <pc:graphicFrameChg chg="add del mod replST">
          <ac:chgData name="Varun Srivatsan" userId="5215c364-4639-494b-a156-0291b7c83c6d" providerId="ADAL" clId="{109E2DF9-1C2A-4103-865E-2669DE7650AC}" dt="2022-11-17T07:30:37.563" v="27248"/>
          <ac:graphicFrameMkLst>
            <pc:docMk/>
            <pc:sldMk cId="2922395542" sldId="1817606795"/>
            <ac:graphicFrameMk id="119" creationId="{34842482-F5A3-8B9F-EADC-6CAC8AB12844}"/>
          </ac:graphicFrameMkLst>
        </pc:graphicFrameChg>
        <pc:graphicFrameChg chg="add del mod replST">
          <ac:chgData name="Varun Srivatsan" userId="5215c364-4639-494b-a156-0291b7c83c6d" providerId="ADAL" clId="{109E2DF9-1C2A-4103-865E-2669DE7650AC}" dt="2022-11-17T07:32:32.669" v="29854"/>
          <ac:graphicFrameMkLst>
            <pc:docMk/>
            <pc:sldMk cId="2922395542" sldId="1817606795"/>
            <ac:graphicFrameMk id="131" creationId="{D9A022D1-D19B-969A-5BB7-A73692BBB5A6}"/>
          </ac:graphicFrameMkLst>
        </pc:graphicFrameChg>
        <pc:graphicFrameChg chg="add mod replST delST">
          <ac:chgData name="Varun Srivatsan" userId="5215c364-4639-494b-a156-0291b7c83c6d" providerId="ADAL" clId="{109E2DF9-1C2A-4103-865E-2669DE7650AC}" dt="2022-11-17T07:30:53.584" v="27769" actId="1076"/>
          <ac:graphicFrameMkLst>
            <pc:docMk/>
            <pc:sldMk cId="2922395542" sldId="1817606795"/>
            <ac:graphicFrameMk id="133" creationId="{24D1FD85-6283-2D7C-B4A8-20FF1EF4D631}"/>
          </ac:graphicFrameMkLst>
        </pc:graphicFrameChg>
        <pc:graphicFrameChg chg="add mod replST delST">
          <ac:chgData name="Varun Srivatsan" userId="5215c364-4639-494b-a156-0291b7c83c6d" providerId="ADAL" clId="{109E2DF9-1C2A-4103-865E-2669DE7650AC}" dt="2022-11-17T07:31:00.276" v="29406"/>
          <ac:graphicFrameMkLst>
            <pc:docMk/>
            <pc:sldMk cId="2922395542" sldId="1817606795"/>
            <ac:graphicFrameMk id="135" creationId="{19ECBAB3-11A3-A7B0-A56A-5CE690910F3A}"/>
          </ac:graphicFrameMkLst>
        </pc:graphicFrameChg>
        <pc:graphicFrameChg chg="add del mod replST">
          <ac:chgData name="Varun Srivatsan" userId="5215c364-4639-494b-a156-0291b7c83c6d" providerId="ADAL" clId="{109E2DF9-1C2A-4103-865E-2669DE7650AC}" dt="2022-11-17T07:32:54.737" v="30118"/>
          <ac:graphicFrameMkLst>
            <pc:docMk/>
            <pc:sldMk cId="2922395542" sldId="1817606795"/>
            <ac:graphicFrameMk id="137" creationId="{C598D850-1D9E-4E1B-DA8F-FB5AE703A788}"/>
          </ac:graphicFrameMkLst>
        </pc:graphicFrameChg>
        <pc:graphicFrameChg chg="add del mod replST">
          <ac:chgData name="Varun Srivatsan" userId="5215c364-4639-494b-a156-0291b7c83c6d" providerId="ADAL" clId="{109E2DF9-1C2A-4103-865E-2669DE7650AC}" dt="2022-11-17T07:34:39.370" v="32031"/>
          <ac:graphicFrameMkLst>
            <pc:docMk/>
            <pc:sldMk cId="2922395542" sldId="1817606795"/>
            <ac:graphicFrameMk id="139" creationId="{AEEECE11-D8A1-ABF9-D9F1-E6DE88802F2C}"/>
          </ac:graphicFrameMkLst>
        </pc:graphicFrameChg>
        <pc:graphicFrameChg chg="add del mod replST delST">
          <ac:chgData name="Varun Srivatsan" userId="5215c364-4639-494b-a156-0291b7c83c6d" providerId="ADAL" clId="{109E2DF9-1C2A-4103-865E-2669DE7650AC}" dt="2022-11-17T07:34:17.063" v="31616"/>
          <ac:graphicFrameMkLst>
            <pc:docMk/>
            <pc:sldMk cId="2922395542" sldId="1817606795"/>
            <ac:graphicFrameMk id="145" creationId="{0D4C112A-00E8-E80B-5B49-2235388839BD}"/>
          </ac:graphicFrameMkLst>
        </pc:graphicFrameChg>
        <pc:graphicFrameChg chg="add mod replST delST">
          <ac:chgData name="Varun Srivatsan" userId="5215c364-4639-494b-a156-0291b7c83c6d" providerId="ADAL" clId="{109E2DF9-1C2A-4103-865E-2669DE7650AC}" dt="2022-11-17T07:34:16.252" v="31369"/>
          <ac:graphicFrameMkLst>
            <pc:docMk/>
            <pc:sldMk cId="2922395542" sldId="1817606795"/>
            <ac:graphicFrameMk id="147" creationId="{37149CE5-7EA0-DCC7-960C-9C172F269C05}"/>
          </ac:graphicFrameMkLst>
        </pc:graphicFrameChg>
        <pc:graphicFrameChg chg="add del mod replST">
          <ac:chgData name="Varun Srivatsan" userId="5215c364-4639-494b-a156-0291b7c83c6d" providerId="ADAL" clId="{109E2DF9-1C2A-4103-865E-2669DE7650AC}" dt="2022-11-17T07:36:08.740" v="38947"/>
          <ac:graphicFrameMkLst>
            <pc:docMk/>
            <pc:sldMk cId="2922395542" sldId="1817606795"/>
            <ac:graphicFrameMk id="149" creationId="{98F5FD99-9195-CE4F-058C-47BD6FE7E32A}"/>
          </ac:graphicFrameMkLst>
        </pc:graphicFrameChg>
        <pc:graphicFrameChg chg="add del mod replST delST">
          <ac:chgData name="Varun Srivatsan" userId="5215c364-4639-494b-a156-0291b7c83c6d" providerId="ADAL" clId="{109E2DF9-1C2A-4103-865E-2669DE7650AC}" dt="2022-11-17T07:35:32.167" v="34809" actId="1076"/>
          <ac:graphicFrameMkLst>
            <pc:docMk/>
            <pc:sldMk cId="2922395542" sldId="1817606795"/>
            <ac:graphicFrameMk id="151" creationId="{D43AEC80-CD30-E862-CD9A-ACEFB1C982BB}"/>
          </ac:graphicFrameMkLst>
        </pc:graphicFrameChg>
        <pc:graphicFrameChg chg="add mod replST delST">
          <ac:chgData name="Varun Srivatsan" userId="5215c364-4639-494b-a156-0291b7c83c6d" providerId="ADAL" clId="{109E2DF9-1C2A-4103-865E-2669DE7650AC}" dt="2022-11-17T07:35:27.356" v="33848" actId="1076"/>
          <ac:graphicFrameMkLst>
            <pc:docMk/>
            <pc:sldMk cId="2922395542" sldId="1817606795"/>
            <ac:graphicFrameMk id="164" creationId="{937BA10F-0CE6-4190-B1F4-AF54960EC7CA}"/>
          </ac:graphicFrameMkLst>
        </pc:graphicFrameChg>
        <pc:graphicFrameChg chg="add mod replST delST">
          <ac:chgData name="Varun Srivatsan" userId="5215c364-4639-494b-a156-0291b7c83c6d" providerId="ADAL" clId="{109E2DF9-1C2A-4103-865E-2669DE7650AC}" dt="2022-11-17T07:36:04.698" v="36978" actId="1076"/>
          <ac:graphicFrameMkLst>
            <pc:docMk/>
            <pc:sldMk cId="2922395542" sldId="1817606795"/>
            <ac:graphicFrameMk id="181" creationId="{9650583B-AB9B-645C-B9F2-5C35AFED5BB1}"/>
          </ac:graphicFrameMkLst>
        </pc:graphicFrameChg>
        <pc:graphicFrameChg chg="add del mod replST">
          <ac:chgData name="Varun Srivatsan" userId="5215c364-4639-494b-a156-0291b7c83c6d" providerId="ADAL" clId="{109E2DF9-1C2A-4103-865E-2669DE7650AC}" dt="2022-11-17T07:36:14.690" v="39161"/>
          <ac:graphicFrameMkLst>
            <pc:docMk/>
            <pc:sldMk cId="2922395542" sldId="1817606795"/>
            <ac:graphicFrameMk id="185" creationId="{D9D7F742-6070-4B7A-25E0-60449F941EDF}"/>
          </ac:graphicFrameMkLst>
        </pc:graphicFrameChg>
        <pc:graphicFrameChg chg="add del mod replST">
          <ac:chgData name="Varun Srivatsan" userId="5215c364-4639-494b-a156-0291b7c83c6d" providerId="ADAL" clId="{109E2DF9-1C2A-4103-865E-2669DE7650AC}" dt="2022-11-17T07:46:45.148" v="78644"/>
          <ac:graphicFrameMkLst>
            <pc:docMk/>
            <pc:sldMk cId="2922395542" sldId="1817606795"/>
            <ac:graphicFrameMk id="187" creationId="{981A9022-AEDE-153A-3298-BFA77BDA2696}"/>
          </ac:graphicFrameMkLst>
        </pc:graphicFrameChg>
        <pc:graphicFrameChg chg="add mod replST delST">
          <ac:chgData name="Varun Srivatsan" userId="5215c364-4639-494b-a156-0291b7c83c6d" providerId="ADAL" clId="{109E2DF9-1C2A-4103-865E-2669DE7650AC}" dt="2022-11-17T07:36:38.122" v="39882"/>
          <ac:graphicFrameMkLst>
            <pc:docMk/>
            <pc:sldMk cId="2922395542" sldId="1817606795"/>
            <ac:graphicFrameMk id="190" creationId="{63440D41-50F9-A6A7-8336-9795C5B6C2A6}"/>
          </ac:graphicFrameMkLst>
        </pc:graphicFrameChg>
        <pc:graphicFrameChg chg="add del mod replST delST">
          <ac:chgData name="Varun Srivatsan" userId="5215c364-4639-494b-a156-0291b7c83c6d" providerId="ADAL" clId="{109E2DF9-1C2A-4103-865E-2669DE7650AC}" dt="2022-11-17T07:37:47.210" v="49552"/>
          <ac:graphicFrameMkLst>
            <pc:docMk/>
            <pc:sldMk cId="2922395542" sldId="1817606795"/>
            <ac:graphicFrameMk id="193" creationId="{F2EBA64D-BA2F-0028-565C-7C4815AE74C0}"/>
          </ac:graphicFrameMkLst>
        </pc:graphicFrameChg>
        <pc:graphicFrameChg chg="add del mod replST delST">
          <ac:chgData name="Varun Srivatsan" userId="5215c364-4639-494b-a156-0291b7c83c6d" providerId="ADAL" clId="{109E2DF9-1C2A-4103-865E-2669DE7650AC}" dt="2022-11-17T07:37:47.210" v="49552"/>
          <ac:graphicFrameMkLst>
            <pc:docMk/>
            <pc:sldMk cId="2922395542" sldId="1817606795"/>
            <ac:graphicFrameMk id="195" creationId="{3B13433B-5D76-9811-C1DB-94AD10EA1555}"/>
          </ac:graphicFrameMkLst>
        </pc:graphicFrameChg>
        <pc:graphicFrameChg chg="add mod replST delST">
          <ac:chgData name="Varun Srivatsan" userId="5215c364-4639-494b-a156-0291b7c83c6d" providerId="ADAL" clId="{109E2DF9-1C2A-4103-865E-2669DE7650AC}" dt="2022-11-17T07:36:46.685" v="41044"/>
          <ac:graphicFrameMkLst>
            <pc:docMk/>
            <pc:sldMk cId="2922395542" sldId="1817606795"/>
            <ac:graphicFrameMk id="198" creationId="{886C3C4F-4277-C7DA-5480-57DCF2AB167A}"/>
          </ac:graphicFrameMkLst>
        </pc:graphicFrameChg>
        <pc:graphicFrameChg chg="add mod replST delST">
          <ac:chgData name="Varun Srivatsan" userId="5215c364-4639-494b-a156-0291b7c83c6d" providerId="ADAL" clId="{109E2DF9-1C2A-4103-865E-2669DE7650AC}" dt="2022-11-17T07:36:58.998" v="44522"/>
          <ac:graphicFrameMkLst>
            <pc:docMk/>
            <pc:sldMk cId="2922395542" sldId="1817606795"/>
            <ac:graphicFrameMk id="214" creationId="{0467918A-70AF-2075-B59D-53C631D2F27B}"/>
          </ac:graphicFrameMkLst>
        </pc:graphicFrameChg>
        <pc:graphicFrameChg chg="add del mod replST delST">
          <ac:chgData name="Varun Srivatsan" userId="5215c364-4639-494b-a156-0291b7c83c6d" providerId="ADAL" clId="{109E2DF9-1C2A-4103-865E-2669DE7650AC}" dt="2022-11-17T07:37:44.952" v="47459" actId="1076"/>
          <ac:graphicFrameMkLst>
            <pc:docMk/>
            <pc:sldMk cId="2922395542" sldId="1817606795"/>
            <ac:graphicFrameMk id="231" creationId="{F221E806-8543-A319-57F3-F28BE2360251}"/>
          </ac:graphicFrameMkLst>
        </pc:graphicFrameChg>
        <pc:graphicFrameChg chg="add del mod replST delST">
          <ac:chgData name="Varun Srivatsan" userId="5215c364-4639-494b-a156-0291b7c83c6d" providerId="ADAL" clId="{109E2DF9-1C2A-4103-865E-2669DE7650AC}" dt="2022-11-17T07:37:44.081" v="47398"/>
          <ac:graphicFrameMkLst>
            <pc:docMk/>
            <pc:sldMk cId="2922395542" sldId="1817606795"/>
            <ac:graphicFrameMk id="234" creationId="{09E254FF-241E-1AFD-20FB-5D6B8CCDC433}"/>
          </ac:graphicFrameMkLst>
        </pc:graphicFrameChg>
        <pc:graphicFrameChg chg="add mod replST delST">
          <ac:chgData name="Varun Srivatsan" userId="5215c364-4639-494b-a156-0291b7c83c6d" providerId="ADAL" clId="{109E2DF9-1C2A-4103-865E-2669DE7650AC}" dt="2022-11-17T07:37:43.222" v="47223"/>
          <ac:graphicFrameMkLst>
            <pc:docMk/>
            <pc:sldMk cId="2922395542" sldId="1817606795"/>
            <ac:graphicFrameMk id="237" creationId="{DB2E75D2-DC6C-9571-33A7-4F2133A8DF30}"/>
          </ac:graphicFrameMkLst>
        </pc:graphicFrameChg>
        <pc:graphicFrameChg chg="add del mod replST">
          <ac:chgData name="Varun Srivatsan" userId="5215c364-4639-494b-a156-0291b7c83c6d" providerId="ADAL" clId="{109E2DF9-1C2A-4103-865E-2669DE7650AC}" dt="2022-11-17T07:46:49.714" v="79117"/>
          <ac:graphicFrameMkLst>
            <pc:docMk/>
            <pc:sldMk cId="2922395542" sldId="1817606795"/>
            <ac:graphicFrameMk id="239" creationId="{95093DB6-0B22-FDCD-9C2C-78E4D3C97F45}"/>
          </ac:graphicFrameMkLst>
        </pc:graphicFrameChg>
        <pc:graphicFrameChg chg="add mod replST delST">
          <ac:chgData name="Varun Srivatsan" userId="5215c364-4639-494b-a156-0291b7c83c6d" providerId="ADAL" clId="{109E2DF9-1C2A-4103-865E-2669DE7650AC}" dt="2022-11-17T07:46:49.714" v="79117"/>
          <ac:graphicFrameMkLst>
            <pc:docMk/>
            <pc:sldMk cId="2922395542" sldId="1817606795"/>
            <ac:graphicFrameMk id="242" creationId="{9906F1AE-6FF7-FA1A-AF9D-D4452551BF84}"/>
          </ac:graphicFrameMkLst>
        </pc:graphicFrameChg>
        <pc:cxnChg chg="add del mod ord">
          <ac:chgData name="Varun Srivatsan" userId="5215c364-4639-494b-a156-0291b7c83c6d" providerId="ADAL" clId="{109E2DF9-1C2A-4103-865E-2669DE7650AC}" dt="2022-11-17T07:46:49.714" v="79117"/>
          <ac:cxnSpMkLst>
            <pc:docMk/>
            <pc:sldMk cId="2922395542" sldId="1817606795"/>
            <ac:cxnSpMk id="51" creationId="{7C7BFE35-831F-492C-BAD9-108122C821CF}"/>
          </ac:cxnSpMkLst>
        </pc:cxnChg>
        <pc:cxnChg chg="del mod ord">
          <ac:chgData name="Varun Srivatsan" userId="5215c364-4639-494b-a156-0291b7c83c6d" providerId="ADAL" clId="{109E2DF9-1C2A-4103-865E-2669DE7650AC}" dt="2022-11-17T07:32:54.625" v="30015"/>
          <ac:cxnSpMkLst>
            <pc:docMk/>
            <pc:sldMk cId="2922395542" sldId="1817606795"/>
            <ac:cxnSpMk id="95" creationId="{70D3B7AB-0BF1-4346-B3B6-BA07B4418278}"/>
          </ac:cxnSpMkLst>
        </pc:cxnChg>
        <pc:cxnChg chg="del mod ord">
          <ac:chgData name="Varun Srivatsan" userId="5215c364-4639-494b-a156-0291b7c83c6d" providerId="ADAL" clId="{109E2DF9-1C2A-4103-865E-2669DE7650AC}" dt="2022-11-17T07:32:54.625" v="30013"/>
          <ac:cxnSpMkLst>
            <pc:docMk/>
            <pc:sldMk cId="2922395542" sldId="1817606795"/>
            <ac:cxnSpMk id="96" creationId="{919766BE-5EB2-4AB0-A4B5-31624358BB5D}"/>
          </ac:cxnSpMkLst>
        </pc:cxnChg>
        <pc:cxnChg chg="del mod ord">
          <ac:chgData name="Varun Srivatsan" userId="5215c364-4639-494b-a156-0291b7c83c6d" providerId="ADAL" clId="{109E2DF9-1C2A-4103-865E-2669DE7650AC}" dt="2022-11-17T07:32:54.617" v="30011"/>
          <ac:cxnSpMkLst>
            <pc:docMk/>
            <pc:sldMk cId="2922395542" sldId="1817606795"/>
            <ac:cxnSpMk id="97" creationId="{A88ED08B-E5C8-41B5-B3D3-51042D92C6D5}"/>
          </ac:cxnSpMkLst>
        </pc:cxnChg>
        <pc:cxnChg chg="add del mod ord replST delST">
          <ac:chgData name="Varun Srivatsan" userId="5215c364-4639-494b-a156-0291b7c83c6d" providerId="ADAL" clId="{109E2DF9-1C2A-4103-865E-2669DE7650AC}" dt="2022-11-17T07:34:17.063" v="31616"/>
          <ac:cxnSpMkLst>
            <pc:docMk/>
            <pc:sldMk cId="2922395542" sldId="1817606795"/>
            <ac:cxnSpMk id="142" creationId="{617D7323-38F8-ECA6-4C1B-1EC2FDAE7546}"/>
          </ac:cxnSpMkLst>
        </pc:cxnChg>
        <pc:cxnChg chg="add del mod ord replST delST">
          <ac:chgData name="Varun Srivatsan" userId="5215c364-4639-494b-a156-0291b7c83c6d" providerId="ADAL" clId="{109E2DF9-1C2A-4103-865E-2669DE7650AC}" dt="2022-11-17T07:34:17.063" v="31616"/>
          <ac:cxnSpMkLst>
            <pc:docMk/>
            <pc:sldMk cId="2922395542" sldId="1817606795"/>
            <ac:cxnSpMk id="143" creationId="{81EFC5B9-7FCE-FD1C-7256-9661CF968D4A}"/>
          </ac:cxnSpMkLst>
        </pc:cxnChg>
        <pc:cxnChg chg="add del mod ord replST delST">
          <ac:chgData name="Varun Srivatsan" userId="5215c364-4639-494b-a156-0291b7c83c6d" providerId="ADAL" clId="{109E2DF9-1C2A-4103-865E-2669DE7650AC}" dt="2022-11-17T07:34:17.063" v="31616"/>
          <ac:cxnSpMkLst>
            <pc:docMk/>
            <pc:sldMk cId="2922395542" sldId="1817606795"/>
            <ac:cxnSpMk id="144" creationId="{3C2D5505-FFD5-5C1B-67E6-D8671A95ABE5}"/>
          </ac:cxnSpMkLst>
        </pc:cxnChg>
        <pc:cxnChg chg="add del mod ord replST delST">
          <ac:chgData name="Varun Srivatsan" userId="5215c364-4639-494b-a156-0291b7c83c6d" providerId="ADAL" clId="{109E2DF9-1C2A-4103-865E-2669DE7650AC}" dt="2022-11-17T07:36:46.685" v="41044"/>
          <ac:cxnSpMkLst>
            <pc:docMk/>
            <pc:sldMk cId="2922395542" sldId="1817606795"/>
            <ac:cxnSpMk id="197" creationId="{C25F9498-31FD-E896-F259-A4B9648C0210}"/>
          </ac:cxnSpMkLst>
        </pc:cxnChg>
        <pc:cxnChg chg="add del mod ord replST delST">
          <ac:chgData name="Varun Srivatsan" userId="5215c364-4639-494b-a156-0291b7c83c6d" providerId="ADAL" clId="{109E2DF9-1C2A-4103-865E-2669DE7650AC}" dt="2022-11-17T07:37:43.222" v="47223"/>
          <ac:cxnSpMkLst>
            <pc:docMk/>
            <pc:sldMk cId="2922395542" sldId="1817606795"/>
            <ac:cxnSpMk id="236" creationId="{9A52C088-5A32-06CD-F86B-A0BF6D651F38}"/>
          </ac:cxnSpMkLst>
        </pc:cxnChg>
        <pc:cxnChg chg="add del mod ord replST delST">
          <ac:chgData name="Varun Srivatsan" userId="5215c364-4639-494b-a156-0291b7c83c6d" providerId="ADAL" clId="{109E2DF9-1C2A-4103-865E-2669DE7650AC}" dt="2022-11-17T07:46:49.714" v="79117"/>
          <ac:cxnSpMkLst>
            <pc:docMk/>
            <pc:sldMk cId="2922395542" sldId="1817606795"/>
            <ac:cxnSpMk id="241" creationId="{41335AE6-D33D-729F-79E9-D040757A12E5}"/>
          </ac:cxnSpMkLst>
        </pc:cxnChg>
      </pc:sldChg>
      <pc:sldChg chg="addSp delSp modSp add del mod">
        <pc:chgData name="Varun Srivatsan" userId="5215c364-4639-494b-a156-0291b7c83c6d" providerId="ADAL" clId="{109E2DF9-1C2A-4103-865E-2669DE7650AC}" dt="2022-11-17T09:01:49.802" v="119189" actId="2696"/>
        <pc:sldMkLst>
          <pc:docMk/>
          <pc:sldMk cId="1730138444" sldId="1817606796"/>
        </pc:sldMkLst>
        <pc:spChg chg="add del mod modVis">
          <ac:chgData name="Varun Srivatsan" userId="5215c364-4639-494b-a156-0291b7c83c6d" providerId="ADAL" clId="{109E2DF9-1C2A-4103-865E-2669DE7650AC}" dt="2022-11-17T08:04:31.168" v="95048"/>
          <ac:spMkLst>
            <pc:docMk/>
            <pc:sldMk cId="1730138444" sldId="1817606796"/>
            <ac:spMk id="2" creationId="{E59A2909-8B4C-45DD-70CC-4E4FB77A6D36}"/>
          </ac:spMkLst>
        </pc:spChg>
        <pc:spChg chg="del mod ord">
          <ac:chgData name="Varun Srivatsan" userId="5215c364-4639-494b-a156-0291b7c83c6d" providerId="ADAL" clId="{109E2DF9-1C2A-4103-865E-2669DE7650AC}" dt="2022-11-17T08:11:07.581" v="111312" actId="478"/>
          <ac:spMkLst>
            <pc:docMk/>
            <pc:sldMk cId="1730138444" sldId="1817606796"/>
            <ac:spMk id="3" creationId="{19AA3BA1-9DC3-D11B-7451-35741D3E0945}"/>
          </ac:spMkLst>
        </pc:spChg>
        <pc:spChg chg="mod ord">
          <ac:chgData name="Varun Srivatsan" userId="5215c364-4639-494b-a156-0291b7c83c6d" providerId="ADAL" clId="{109E2DF9-1C2A-4103-865E-2669DE7650AC}" dt="2022-11-17T08:28:35.217" v="113381" actId="948"/>
          <ac:spMkLst>
            <pc:docMk/>
            <pc:sldMk cId="1730138444" sldId="1817606796"/>
            <ac:spMk id="4" creationId="{E70D199F-9DE3-4375-934A-3A5E66EFBEF6}"/>
          </ac:spMkLst>
        </pc:spChg>
        <pc:spChg chg="add del mod modVis">
          <ac:chgData name="Varun Srivatsan" userId="5215c364-4639-494b-a156-0291b7c83c6d" providerId="ADAL" clId="{109E2DF9-1C2A-4103-865E-2669DE7650AC}" dt="2022-11-17T08:04:40.602" v="96009"/>
          <ac:spMkLst>
            <pc:docMk/>
            <pc:sldMk cId="1730138444" sldId="1817606796"/>
            <ac:spMk id="5" creationId="{B5AAF870-1358-2600-E6E1-6C4886A9281A}"/>
          </ac:spMkLst>
        </pc:spChg>
        <pc:spChg chg="mod ord">
          <ac:chgData name="Varun Srivatsan" userId="5215c364-4639-494b-a156-0291b7c83c6d" providerId="ADAL" clId="{109E2DF9-1C2A-4103-865E-2669DE7650AC}" dt="2022-11-17T08:10:36.253" v="111178"/>
          <ac:spMkLst>
            <pc:docMk/>
            <pc:sldMk cId="1730138444" sldId="1817606796"/>
            <ac:spMk id="6" creationId="{D7804F4B-D973-4788-B9B7-9202C091AABA}"/>
          </ac:spMkLst>
        </pc:spChg>
        <pc:spChg chg="add del mod replST">
          <ac:chgData name="Varun Srivatsan" userId="5215c364-4639-494b-a156-0291b7c83c6d" providerId="ADAL" clId="{109E2DF9-1C2A-4103-865E-2669DE7650AC}" dt="2022-11-17T08:05:52.170" v="101613"/>
          <ac:spMkLst>
            <pc:docMk/>
            <pc:sldMk cId="1730138444" sldId="1817606796"/>
            <ac:spMk id="8" creationId="{2BECDF2A-9863-D3EE-73F7-70DE934F405F}"/>
          </ac:spMkLst>
        </pc:spChg>
        <pc:spChg chg="add del mod replST">
          <ac:chgData name="Varun Srivatsan" userId="5215c364-4639-494b-a156-0291b7c83c6d" providerId="ADAL" clId="{109E2DF9-1C2A-4103-865E-2669DE7650AC}" dt="2022-11-17T08:05:52.170" v="101610"/>
          <ac:spMkLst>
            <pc:docMk/>
            <pc:sldMk cId="1730138444" sldId="1817606796"/>
            <ac:spMk id="9" creationId="{BDD3A7E1-9CE1-7608-EBD9-8FB7A8BA7C1A}"/>
          </ac:spMkLst>
        </pc:spChg>
        <pc:spChg chg="mod ord">
          <ac:chgData name="Varun Srivatsan" userId="5215c364-4639-494b-a156-0291b7c83c6d" providerId="ADAL" clId="{109E2DF9-1C2A-4103-865E-2669DE7650AC}" dt="2022-11-17T08:10:36.253" v="111180"/>
          <ac:spMkLst>
            <pc:docMk/>
            <pc:sldMk cId="1730138444" sldId="1817606796"/>
            <ac:spMk id="10" creationId="{E1A81945-E6ED-429E-8FBD-C10EE7A971BD}"/>
          </ac:spMkLst>
        </pc:spChg>
        <pc:spChg chg="mod ord">
          <ac:chgData name="Varun Srivatsan" userId="5215c364-4639-494b-a156-0291b7c83c6d" providerId="ADAL" clId="{109E2DF9-1C2A-4103-865E-2669DE7650AC}" dt="2022-11-17T08:10:36.253" v="111182"/>
          <ac:spMkLst>
            <pc:docMk/>
            <pc:sldMk cId="1730138444" sldId="1817606796"/>
            <ac:spMk id="11" creationId="{F0691438-0055-4AA1-B12E-2FEFD2A06B18}"/>
          </ac:spMkLst>
        </pc:spChg>
        <pc:spChg chg="add del mod replST">
          <ac:chgData name="Varun Srivatsan" userId="5215c364-4639-494b-a156-0291b7c83c6d" providerId="ADAL" clId="{109E2DF9-1C2A-4103-865E-2669DE7650AC}" dt="2022-11-17T08:05:14.425" v="98252"/>
          <ac:spMkLst>
            <pc:docMk/>
            <pc:sldMk cId="1730138444" sldId="1817606796"/>
            <ac:spMk id="12" creationId="{D4FDB98A-2E54-2166-28E6-4DE84A2D601B}"/>
          </ac:spMkLst>
        </pc:spChg>
        <pc:spChg chg="add del mod replST">
          <ac:chgData name="Varun Srivatsan" userId="5215c364-4639-494b-a156-0291b7c83c6d" providerId="ADAL" clId="{109E2DF9-1C2A-4103-865E-2669DE7650AC}" dt="2022-11-17T08:05:52.149" v="101570"/>
          <ac:spMkLst>
            <pc:docMk/>
            <pc:sldMk cId="1730138444" sldId="1817606796"/>
            <ac:spMk id="13" creationId="{029EA7DD-2507-BB4A-E4C2-BEF830DBDB86}"/>
          </ac:spMkLst>
        </pc:spChg>
        <pc:spChg chg="add del mod replST">
          <ac:chgData name="Varun Srivatsan" userId="5215c364-4639-494b-a156-0291b7c83c6d" providerId="ADAL" clId="{109E2DF9-1C2A-4103-865E-2669DE7650AC}" dt="2022-11-17T08:05:52.157" v="101571"/>
          <ac:spMkLst>
            <pc:docMk/>
            <pc:sldMk cId="1730138444" sldId="1817606796"/>
            <ac:spMk id="14" creationId="{3422FC99-E89A-F60E-F07C-2C82D0CE2D79}"/>
          </ac:spMkLst>
        </pc:spChg>
        <pc:spChg chg="add del mod replST">
          <ac:chgData name="Varun Srivatsan" userId="5215c364-4639-494b-a156-0291b7c83c6d" providerId="ADAL" clId="{109E2DF9-1C2A-4103-865E-2669DE7650AC}" dt="2022-11-17T08:05:52.160" v="101574"/>
          <ac:spMkLst>
            <pc:docMk/>
            <pc:sldMk cId="1730138444" sldId="1817606796"/>
            <ac:spMk id="15" creationId="{E3F22870-7837-8C86-7EAD-84FE5446BCE5}"/>
          </ac:spMkLst>
        </pc:spChg>
        <pc:spChg chg="add del mod ord replST">
          <ac:chgData name="Varun Srivatsan" userId="5215c364-4639-494b-a156-0291b7c83c6d" providerId="ADAL" clId="{109E2DF9-1C2A-4103-865E-2669DE7650AC}" dt="2022-11-17T08:05:50.783" v="101480"/>
          <ac:spMkLst>
            <pc:docMk/>
            <pc:sldMk cId="1730138444" sldId="1817606796"/>
            <ac:spMk id="16" creationId="{138A9A46-6DD7-0964-B201-7365A8BFA7FD}"/>
          </ac:spMkLst>
        </pc:spChg>
        <pc:spChg chg="add del mod replST">
          <ac:chgData name="Varun Srivatsan" userId="5215c364-4639-494b-a156-0291b7c83c6d" providerId="ADAL" clId="{109E2DF9-1C2A-4103-865E-2669DE7650AC}" dt="2022-11-17T08:05:15.025" v="98382"/>
          <ac:spMkLst>
            <pc:docMk/>
            <pc:sldMk cId="1730138444" sldId="1817606796"/>
            <ac:spMk id="17" creationId="{0897C974-268D-D13A-EA64-B73B8942689E}"/>
          </ac:spMkLst>
        </pc:spChg>
        <pc:spChg chg="add del mod replST">
          <ac:chgData name="Varun Srivatsan" userId="5215c364-4639-494b-a156-0291b7c83c6d" providerId="ADAL" clId="{109E2DF9-1C2A-4103-865E-2669DE7650AC}" dt="2022-11-17T08:05:15.025" v="98383"/>
          <ac:spMkLst>
            <pc:docMk/>
            <pc:sldMk cId="1730138444" sldId="1817606796"/>
            <ac:spMk id="18" creationId="{2D281F98-0AD1-C2BE-BE43-9F533DAABE8A}"/>
          </ac:spMkLst>
        </pc:spChg>
        <pc:spChg chg="add del mod ord replST">
          <ac:chgData name="Varun Srivatsan" userId="5215c364-4639-494b-a156-0291b7c83c6d" providerId="ADAL" clId="{109E2DF9-1C2A-4103-865E-2669DE7650AC}" dt="2022-11-17T08:05:52.170" v="101609"/>
          <ac:spMkLst>
            <pc:docMk/>
            <pc:sldMk cId="1730138444" sldId="1817606796"/>
            <ac:spMk id="21" creationId="{A4747888-3F70-9871-E3EE-135F9AC1E4BA}"/>
          </ac:spMkLst>
        </pc:spChg>
        <pc:spChg chg="add del mod replST">
          <ac:chgData name="Varun Srivatsan" userId="5215c364-4639-494b-a156-0291b7c83c6d" providerId="ADAL" clId="{109E2DF9-1C2A-4103-865E-2669DE7650AC}" dt="2022-11-17T08:05:14.425" v="98251"/>
          <ac:spMkLst>
            <pc:docMk/>
            <pc:sldMk cId="1730138444" sldId="1817606796"/>
            <ac:spMk id="22" creationId="{90825B3D-87AD-691E-5EF5-DB3C207F9C90}"/>
          </ac:spMkLst>
        </pc:spChg>
        <pc:spChg chg="add del mod replST">
          <ac:chgData name="Varun Srivatsan" userId="5215c364-4639-494b-a156-0291b7c83c6d" providerId="ADAL" clId="{109E2DF9-1C2A-4103-865E-2669DE7650AC}" dt="2022-11-17T08:05:52.161" v="101577"/>
          <ac:spMkLst>
            <pc:docMk/>
            <pc:sldMk cId="1730138444" sldId="1817606796"/>
            <ac:spMk id="23" creationId="{E4B4B856-4467-333F-D789-B030455DE648}"/>
          </ac:spMkLst>
        </pc:spChg>
        <pc:spChg chg="add del mod replST">
          <ac:chgData name="Varun Srivatsan" userId="5215c364-4639-494b-a156-0291b7c83c6d" providerId="ADAL" clId="{109E2DF9-1C2A-4103-865E-2669DE7650AC}" dt="2022-11-17T08:05:52.161" v="101580"/>
          <ac:spMkLst>
            <pc:docMk/>
            <pc:sldMk cId="1730138444" sldId="1817606796"/>
            <ac:spMk id="24" creationId="{4554ADAF-73C7-63BA-0052-B7EE499B1B7E}"/>
          </ac:spMkLst>
        </pc:spChg>
        <pc:spChg chg="add del mod replST">
          <ac:chgData name="Varun Srivatsan" userId="5215c364-4639-494b-a156-0291b7c83c6d" providerId="ADAL" clId="{109E2DF9-1C2A-4103-865E-2669DE7650AC}" dt="2022-11-17T08:05:52.165" v="101583"/>
          <ac:spMkLst>
            <pc:docMk/>
            <pc:sldMk cId="1730138444" sldId="1817606796"/>
            <ac:spMk id="25" creationId="{7A76F0EC-6F47-C7AA-65A5-E777E157D52C}"/>
          </ac:spMkLst>
        </pc:spChg>
        <pc:spChg chg="add del mod replST">
          <ac:chgData name="Varun Srivatsan" userId="5215c364-4639-494b-a156-0291b7c83c6d" providerId="ADAL" clId="{109E2DF9-1C2A-4103-865E-2669DE7650AC}" dt="2022-11-17T08:05:52.165" v="101586"/>
          <ac:spMkLst>
            <pc:docMk/>
            <pc:sldMk cId="1730138444" sldId="1817606796"/>
            <ac:spMk id="26" creationId="{7B6AF7ED-AEA1-FC86-96D0-ECABB14F1D02}"/>
          </ac:spMkLst>
        </pc:spChg>
        <pc:spChg chg="add del mod replST">
          <ac:chgData name="Varun Srivatsan" userId="5215c364-4639-494b-a156-0291b7c83c6d" providerId="ADAL" clId="{109E2DF9-1C2A-4103-865E-2669DE7650AC}" dt="2022-11-17T08:05:52.165" v="101589"/>
          <ac:spMkLst>
            <pc:docMk/>
            <pc:sldMk cId="1730138444" sldId="1817606796"/>
            <ac:spMk id="27" creationId="{B9BD5879-E8BE-CA54-C095-3D0C86D8AA6A}"/>
          </ac:spMkLst>
        </pc:spChg>
        <pc:spChg chg="add del mod replST">
          <ac:chgData name="Varun Srivatsan" userId="5215c364-4639-494b-a156-0291b7c83c6d" providerId="ADAL" clId="{109E2DF9-1C2A-4103-865E-2669DE7650AC}" dt="2022-11-17T08:05:52.165" v="101592"/>
          <ac:spMkLst>
            <pc:docMk/>
            <pc:sldMk cId="1730138444" sldId="1817606796"/>
            <ac:spMk id="28" creationId="{97BE3F5D-D669-B01F-7E48-13826C0B8CC1}"/>
          </ac:spMkLst>
        </pc:spChg>
        <pc:spChg chg="add del mod replST">
          <ac:chgData name="Varun Srivatsan" userId="5215c364-4639-494b-a156-0291b7c83c6d" providerId="ADAL" clId="{109E2DF9-1C2A-4103-865E-2669DE7650AC}" dt="2022-11-17T08:05:52.165" v="101595"/>
          <ac:spMkLst>
            <pc:docMk/>
            <pc:sldMk cId="1730138444" sldId="1817606796"/>
            <ac:spMk id="29" creationId="{7D8671F0-1281-1E40-16CD-7205F8401F67}"/>
          </ac:spMkLst>
        </pc:spChg>
        <pc:spChg chg="add del mod replST">
          <ac:chgData name="Varun Srivatsan" userId="5215c364-4639-494b-a156-0291b7c83c6d" providerId="ADAL" clId="{109E2DF9-1C2A-4103-865E-2669DE7650AC}" dt="2022-11-17T08:05:52.170" v="101598"/>
          <ac:spMkLst>
            <pc:docMk/>
            <pc:sldMk cId="1730138444" sldId="1817606796"/>
            <ac:spMk id="30" creationId="{C15CBBC0-4B35-B1DC-F893-038B49FAB542}"/>
          </ac:spMkLst>
        </pc:spChg>
        <pc:spChg chg="add del mod replST">
          <ac:chgData name="Varun Srivatsan" userId="5215c364-4639-494b-a156-0291b7c83c6d" providerId="ADAL" clId="{109E2DF9-1C2A-4103-865E-2669DE7650AC}" dt="2022-11-17T08:05:52.170" v="101601"/>
          <ac:spMkLst>
            <pc:docMk/>
            <pc:sldMk cId="1730138444" sldId="1817606796"/>
            <ac:spMk id="31" creationId="{41065229-6944-3580-E2CD-B6EF46FD4520}"/>
          </ac:spMkLst>
        </pc:spChg>
        <pc:spChg chg="add del mod replST">
          <ac:chgData name="Varun Srivatsan" userId="5215c364-4639-494b-a156-0291b7c83c6d" providerId="ADAL" clId="{109E2DF9-1C2A-4103-865E-2669DE7650AC}" dt="2022-11-17T08:05:52.170" v="101604"/>
          <ac:spMkLst>
            <pc:docMk/>
            <pc:sldMk cId="1730138444" sldId="1817606796"/>
            <ac:spMk id="32" creationId="{191B9EAA-632E-5BC1-1018-7ADE457A5F0A}"/>
          </ac:spMkLst>
        </pc:spChg>
        <pc:spChg chg="add del mod replST">
          <ac:chgData name="Varun Srivatsan" userId="5215c364-4639-494b-a156-0291b7c83c6d" providerId="ADAL" clId="{109E2DF9-1C2A-4103-865E-2669DE7650AC}" dt="2022-11-17T08:05:52.170" v="101607"/>
          <ac:spMkLst>
            <pc:docMk/>
            <pc:sldMk cId="1730138444" sldId="1817606796"/>
            <ac:spMk id="33" creationId="{6BF7920D-6BCD-DE4F-1515-F42D8155B7BF}"/>
          </ac:spMkLst>
        </pc:spChg>
        <pc:spChg chg="add del mod modVis">
          <ac:chgData name="Varun Srivatsan" userId="5215c364-4639-494b-a156-0291b7c83c6d" providerId="ADAL" clId="{109E2DF9-1C2A-4103-865E-2669DE7650AC}" dt="2022-11-17T08:04:58.025" v="96663"/>
          <ac:spMkLst>
            <pc:docMk/>
            <pc:sldMk cId="1730138444" sldId="1817606796"/>
            <ac:spMk id="34" creationId="{1290B59B-597C-4B7B-43B6-F8FD5018D5DA}"/>
          </ac:spMkLst>
        </pc:spChg>
        <pc:spChg chg="add del mod ord replST">
          <ac:chgData name="Varun Srivatsan" userId="5215c364-4639-494b-a156-0291b7c83c6d" providerId="ADAL" clId="{109E2DF9-1C2A-4103-865E-2669DE7650AC}" dt="2022-11-17T08:05:14.413" v="98244"/>
          <ac:spMkLst>
            <pc:docMk/>
            <pc:sldMk cId="1730138444" sldId="1817606796"/>
            <ac:spMk id="35" creationId="{A928371C-0866-2C3A-21E3-6D126F97D97C}"/>
          </ac:spMkLst>
        </pc:spChg>
        <pc:spChg chg="add del mod ord replST">
          <ac:chgData name="Varun Srivatsan" userId="5215c364-4639-494b-a156-0291b7c83c6d" providerId="ADAL" clId="{109E2DF9-1C2A-4103-865E-2669DE7650AC}" dt="2022-11-17T08:05:14.416" v="98247"/>
          <ac:spMkLst>
            <pc:docMk/>
            <pc:sldMk cId="1730138444" sldId="1817606796"/>
            <ac:spMk id="36" creationId="{0614636F-FF95-42D1-246D-DE2605AFC77D}"/>
          </ac:spMkLst>
        </pc:spChg>
        <pc:spChg chg="add del mod ord replST">
          <ac:chgData name="Varun Srivatsan" userId="5215c364-4639-494b-a156-0291b7c83c6d" providerId="ADAL" clId="{109E2DF9-1C2A-4103-865E-2669DE7650AC}" dt="2022-11-17T08:05:14.423" v="98250"/>
          <ac:spMkLst>
            <pc:docMk/>
            <pc:sldMk cId="1730138444" sldId="1817606796"/>
            <ac:spMk id="37" creationId="{46A60F2B-E180-1E5D-1A77-3E8F52FE9073}"/>
          </ac:spMkLst>
        </pc:spChg>
        <pc:spChg chg="add del mod replST">
          <ac:chgData name="Varun Srivatsan" userId="5215c364-4639-494b-a156-0291b7c83c6d" providerId="ADAL" clId="{109E2DF9-1C2A-4103-865E-2669DE7650AC}" dt="2022-11-17T08:05:06.135" v="97491"/>
          <ac:spMkLst>
            <pc:docMk/>
            <pc:sldMk cId="1730138444" sldId="1817606796"/>
            <ac:spMk id="39" creationId="{C9E795CC-5750-EE5F-7A35-42B20A785612}"/>
          </ac:spMkLst>
        </pc:spChg>
        <pc:spChg chg="add del mod replST">
          <ac:chgData name="Varun Srivatsan" userId="5215c364-4639-494b-a156-0291b7c83c6d" providerId="ADAL" clId="{109E2DF9-1C2A-4103-865E-2669DE7650AC}" dt="2022-11-17T08:05:06.166" v="97506"/>
          <ac:spMkLst>
            <pc:docMk/>
            <pc:sldMk cId="1730138444" sldId="1817606796"/>
            <ac:spMk id="40" creationId="{298F9F3B-63C5-1B81-0792-DB7BAE80B020}"/>
          </ac:spMkLst>
        </pc:spChg>
        <pc:spChg chg="add del mod replST">
          <ac:chgData name="Varun Srivatsan" userId="5215c364-4639-494b-a156-0291b7c83c6d" providerId="ADAL" clId="{109E2DF9-1C2A-4103-865E-2669DE7650AC}" dt="2022-11-17T08:05:06.185" v="97521"/>
          <ac:spMkLst>
            <pc:docMk/>
            <pc:sldMk cId="1730138444" sldId="1817606796"/>
            <ac:spMk id="41" creationId="{1497B181-23BE-67A8-A874-1EDAA9BFC8F9}"/>
          </ac:spMkLst>
        </pc:spChg>
        <pc:spChg chg="add del mod replST">
          <ac:chgData name="Varun Srivatsan" userId="5215c364-4639-494b-a156-0291b7c83c6d" providerId="ADAL" clId="{109E2DF9-1C2A-4103-865E-2669DE7650AC}" dt="2022-11-17T08:05:06.216" v="97536"/>
          <ac:spMkLst>
            <pc:docMk/>
            <pc:sldMk cId="1730138444" sldId="1817606796"/>
            <ac:spMk id="42" creationId="{E84B0B5C-8BC6-9E06-5754-9A6B7AC77469}"/>
          </ac:spMkLst>
        </pc:spChg>
        <pc:spChg chg="add del mod replST">
          <ac:chgData name="Varun Srivatsan" userId="5215c364-4639-494b-a156-0291b7c83c6d" providerId="ADAL" clId="{109E2DF9-1C2A-4103-865E-2669DE7650AC}" dt="2022-11-17T08:05:06.244" v="97551"/>
          <ac:spMkLst>
            <pc:docMk/>
            <pc:sldMk cId="1730138444" sldId="1817606796"/>
            <ac:spMk id="43" creationId="{C4994B26-47F7-093E-9129-54BAD901276C}"/>
          </ac:spMkLst>
        </pc:spChg>
        <pc:spChg chg="add del mod replST">
          <ac:chgData name="Varun Srivatsan" userId="5215c364-4639-494b-a156-0291b7c83c6d" providerId="ADAL" clId="{109E2DF9-1C2A-4103-865E-2669DE7650AC}" dt="2022-11-17T08:05:06.276" v="97566"/>
          <ac:spMkLst>
            <pc:docMk/>
            <pc:sldMk cId="1730138444" sldId="1817606796"/>
            <ac:spMk id="44" creationId="{198FC572-3634-B115-A311-CFA464643AE7}"/>
          </ac:spMkLst>
        </pc:spChg>
        <pc:spChg chg="add del mod replST">
          <ac:chgData name="Varun Srivatsan" userId="5215c364-4639-494b-a156-0291b7c83c6d" providerId="ADAL" clId="{109E2DF9-1C2A-4103-865E-2669DE7650AC}" dt="2022-11-17T08:05:06.307" v="97581"/>
          <ac:spMkLst>
            <pc:docMk/>
            <pc:sldMk cId="1730138444" sldId="1817606796"/>
            <ac:spMk id="45" creationId="{1DBAE872-8C6E-2881-825C-746620CA0801}"/>
          </ac:spMkLst>
        </pc:spChg>
        <pc:spChg chg="add del mod replST">
          <ac:chgData name="Varun Srivatsan" userId="5215c364-4639-494b-a156-0291b7c83c6d" providerId="ADAL" clId="{109E2DF9-1C2A-4103-865E-2669DE7650AC}" dt="2022-11-17T08:05:06.340" v="97596"/>
          <ac:spMkLst>
            <pc:docMk/>
            <pc:sldMk cId="1730138444" sldId="1817606796"/>
            <ac:spMk id="46" creationId="{56ABA089-8DBA-210A-3A59-F84D2CAA8756}"/>
          </ac:spMkLst>
        </pc:spChg>
        <pc:spChg chg="add del mod replST">
          <ac:chgData name="Varun Srivatsan" userId="5215c364-4639-494b-a156-0291b7c83c6d" providerId="ADAL" clId="{109E2DF9-1C2A-4103-865E-2669DE7650AC}" dt="2022-11-17T08:05:06.365" v="97611"/>
          <ac:spMkLst>
            <pc:docMk/>
            <pc:sldMk cId="1730138444" sldId="1817606796"/>
            <ac:spMk id="47" creationId="{EA4CF46F-4809-EA08-5499-89AECE108AE6}"/>
          </ac:spMkLst>
        </pc:spChg>
        <pc:spChg chg="add del mod replST">
          <ac:chgData name="Varun Srivatsan" userId="5215c364-4639-494b-a156-0291b7c83c6d" providerId="ADAL" clId="{109E2DF9-1C2A-4103-865E-2669DE7650AC}" dt="2022-11-17T08:05:06.393" v="97626"/>
          <ac:spMkLst>
            <pc:docMk/>
            <pc:sldMk cId="1730138444" sldId="1817606796"/>
            <ac:spMk id="48" creationId="{A367A864-E6FE-507C-A173-AC10619CC5CF}"/>
          </ac:spMkLst>
        </pc:spChg>
        <pc:spChg chg="add del mod replST">
          <ac:chgData name="Varun Srivatsan" userId="5215c364-4639-494b-a156-0291b7c83c6d" providerId="ADAL" clId="{109E2DF9-1C2A-4103-865E-2669DE7650AC}" dt="2022-11-17T08:05:06.425" v="97641"/>
          <ac:spMkLst>
            <pc:docMk/>
            <pc:sldMk cId="1730138444" sldId="1817606796"/>
            <ac:spMk id="49" creationId="{D441DB66-97A7-222D-A468-CD5F21F6DAE0}"/>
          </ac:spMkLst>
        </pc:spChg>
        <pc:spChg chg="add del mod modVis">
          <ac:chgData name="Varun Srivatsan" userId="5215c364-4639-494b-a156-0291b7c83c6d" providerId="ADAL" clId="{109E2DF9-1C2A-4103-865E-2669DE7650AC}" dt="2022-11-17T08:05:06.711" v="97771"/>
          <ac:spMkLst>
            <pc:docMk/>
            <pc:sldMk cId="1730138444" sldId="1817606796"/>
            <ac:spMk id="50" creationId="{5F7BE690-577D-F84F-711D-A8FB142BF8CD}"/>
          </ac:spMkLst>
        </pc:spChg>
        <pc:spChg chg="add del mod ord replST">
          <ac:chgData name="Varun Srivatsan" userId="5215c364-4639-494b-a156-0291b7c83c6d" providerId="ADAL" clId="{109E2DF9-1C2A-4103-865E-2669DE7650AC}" dt="2022-11-17T08:05:14.582" v="98281"/>
          <ac:spMkLst>
            <pc:docMk/>
            <pc:sldMk cId="1730138444" sldId="1817606796"/>
            <ac:spMk id="51" creationId="{D3625977-23C6-D63E-D9E4-B2B23233B34A}"/>
          </ac:spMkLst>
        </pc:spChg>
        <pc:spChg chg="add del mod ord replST">
          <ac:chgData name="Varun Srivatsan" userId="5215c364-4639-494b-a156-0291b7c83c6d" providerId="ADAL" clId="{109E2DF9-1C2A-4103-865E-2669DE7650AC}" dt="2022-11-17T08:05:14.586" v="98283"/>
          <ac:spMkLst>
            <pc:docMk/>
            <pc:sldMk cId="1730138444" sldId="1817606796"/>
            <ac:spMk id="52" creationId="{69E0C547-C99E-33B8-F2BC-E8178B42EC69}"/>
          </ac:spMkLst>
        </pc:spChg>
        <pc:spChg chg="add del mod ord replST">
          <ac:chgData name="Varun Srivatsan" userId="5215c364-4639-494b-a156-0291b7c83c6d" providerId="ADAL" clId="{109E2DF9-1C2A-4103-865E-2669DE7650AC}" dt="2022-11-17T08:05:14.586" v="98285"/>
          <ac:spMkLst>
            <pc:docMk/>
            <pc:sldMk cId="1730138444" sldId="1817606796"/>
            <ac:spMk id="53" creationId="{D806348C-2EBA-ABDB-EB79-BA3809C521D0}"/>
          </ac:spMkLst>
        </pc:spChg>
        <pc:spChg chg="mod ord">
          <ac:chgData name="Varun Srivatsan" userId="5215c364-4639-494b-a156-0291b7c83c6d" providerId="ADAL" clId="{109E2DF9-1C2A-4103-865E-2669DE7650AC}" dt="2022-11-17T08:11:10.043" v="111313" actId="1076"/>
          <ac:spMkLst>
            <pc:docMk/>
            <pc:sldMk cId="1730138444" sldId="1817606796"/>
            <ac:spMk id="56" creationId="{86B57167-45E8-4E47-2CD2-3E4AC14A9C0F}"/>
          </ac:spMkLst>
        </pc:spChg>
        <pc:spChg chg="mod ord">
          <ac:chgData name="Varun Srivatsan" userId="5215c364-4639-494b-a156-0291b7c83c6d" providerId="ADAL" clId="{109E2DF9-1C2A-4103-865E-2669DE7650AC}" dt="2022-11-17T08:21:04.794" v="111819" actId="1035"/>
          <ac:spMkLst>
            <pc:docMk/>
            <pc:sldMk cId="1730138444" sldId="1817606796"/>
            <ac:spMk id="57" creationId="{D9DFF1D3-2949-D304-60CA-7CCF3D100207}"/>
          </ac:spMkLst>
        </pc:spChg>
        <pc:spChg chg="del mod ord">
          <ac:chgData name="Varun Srivatsan" userId="5215c364-4639-494b-a156-0291b7c83c6d" providerId="ADAL" clId="{109E2DF9-1C2A-4103-865E-2669DE7650AC}" dt="2022-11-17T08:11:06.774" v="111311" actId="478"/>
          <ac:spMkLst>
            <pc:docMk/>
            <pc:sldMk cId="1730138444" sldId="1817606796"/>
            <ac:spMk id="58" creationId="{6E499B2B-AED4-E96D-7BAB-95D6A80D5AD6}"/>
          </ac:spMkLst>
        </pc:spChg>
        <pc:spChg chg="mod ord">
          <ac:chgData name="Varun Srivatsan" userId="5215c364-4639-494b-a156-0291b7c83c6d" providerId="ADAL" clId="{109E2DF9-1C2A-4103-865E-2669DE7650AC}" dt="2022-11-17T08:10:36.253" v="111184"/>
          <ac:spMkLst>
            <pc:docMk/>
            <pc:sldMk cId="1730138444" sldId="1817606796"/>
            <ac:spMk id="59" creationId="{8438F9AC-2C66-4347-A2CB-AAFF9968E5D9}"/>
          </ac:spMkLst>
        </pc:spChg>
        <pc:spChg chg="add mod replST">
          <ac:chgData name="Varun Srivatsan" userId="5215c364-4639-494b-a156-0291b7c83c6d" providerId="ADAL" clId="{109E2DF9-1C2A-4103-865E-2669DE7650AC}" dt="2022-11-17T08:10:36.277" v="111213"/>
          <ac:spMkLst>
            <pc:docMk/>
            <pc:sldMk cId="1730138444" sldId="1817606796"/>
            <ac:spMk id="256" creationId="{14168D7B-E38F-1312-F00C-B194283BEB0D}"/>
          </ac:spMkLst>
        </pc:spChg>
        <pc:spChg chg="add mod replST">
          <ac:chgData name="Varun Srivatsan" userId="5215c364-4639-494b-a156-0291b7c83c6d" providerId="ADAL" clId="{109E2DF9-1C2A-4103-865E-2669DE7650AC}" dt="2022-11-17T08:10:36.285" v="111232"/>
          <ac:spMkLst>
            <pc:docMk/>
            <pc:sldMk cId="1730138444" sldId="1817606796"/>
            <ac:spMk id="257" creationId="{4D8D383B-D299-06DA-F337-3E09615A2830}"/>
          </ac:spMkLst>
        </pc:spChg>
        <pc:spChg chg="add mod replST">
          <ac:chgData name="Varun Srivatsan" userId="5215c364-4639-494b-a156-0291b7c83c6d" providerId="ADAL" clId="{109E2DF9-1C2A-4103-865E-2669DE7650AC}" dt="2022-11-17T08:10:36.277" v="111208"/>
          <ac:spMkLst>
            <pc:docMk/>
            <pc:sldMk cId="1730138444" sldId="1817606796"/>
            <ac:spMk id="258" creationId="{D02FA2D5-5153-BEDB-0993-9DE4555B05B9}"/>
          </ac:spMkLst>
        </pc:spChg>
        <pc:spChg chg="add mod replST">
          <ac:chgData name="Varun Srivatsan" userId="5215c364-4639-494b-a156-0291b7c83c6d" providerId="ADAL" clId="{109E2DF9-1C2A-4103-865E-2669DE7650AC}" dt="2022-11-17T08:10:36.285" v="111230"/>
          <ac:spMkLst>
            <pc:docMk/>
            <pc:sldMk cId="1730138444" sldId="1817606796"/>
            <ac:spMk id="259" creationId="{7F622FCE-C8CE-BB12-AEDC-66C063B7072F}"/>
          </ac:spMkLst>
        </pc:spChg>
        <pc:spChg chg="add mod replST">
          <ac:chgData name="Varun Srivatsan" userId="5215c364-4639-494b-a156-0291b7c83c6d" providerId="ADAL" clId="{109E2DF9-1C2A-4103-865E-2669DE7650AC}" dt="2022-11-17T08:10:36.277" v="111215"/>
          <ac:spMkLst>
            <pc:docMk/>
            <pc:sldMk cId="1730138444" sldId="1817606796"/>
            <ac:spMk id="260" creationId="{99B1F5AB-B4E2-0729-8BF0-02C975D2C2CC}"/>
          </ac:spMkLst>
        </pc:spChg>
        <pc:spChg chg="add mod replST">
          <ac:chgData name="Varun Srivatsan" userId="5215c364-4639-494b-a156-0291b7c83c6d" providerId="ADAL" clId="{109E2DF9-1C2A-4103-865E-2669DE7650AC}" dt="2022-11-17T08:10:36.277" v="111216"/>
          <ac:spMkLst>
            <pc:docMk/>
            <pc:sldMk cId="1730138444" sldId="1817606796"/>
            <ac:spMk id="261" creationId="{D844806D-5A27-84AD-7464-B49BC4CC5D2E}"/>
          </ac:spMkLst>
        </pc:spChg>
        <pc:spChg chg="add mod replST">
          <ac:chgData name="Varun Srivatsan" userId="5215c364-4639-494b-a156-0291b7c83c6d" providerId="ADAL" clId="{109E2DF9-1C2A-4103-865E-2669DE7650AC}" dt="2022-11-17T08:10:36.277" v="111218"/>
          <ac:spMkLst>
            <pc:docMk/>
            <pc:sldMk cId="1730138444" sldId="1817606796"/>
            <ac:spMk id="262" creationId="{197DA294-7EF6-3C4E-D50E-DEF67F4A0CA9}"/>
          </ac:spMkLst>
        </pc:spChg>
        <pc:spChg chg="add mod replST">
          <ac:chgData name="Varun Srivatsan" userId="5215c364-4639-494b-a156-0291b7c83c6d" providerId="ADAL" clId="{109E2DF9-1C2A-4103-865E-2669DE7650AC}" dt="2022-11-17T08:10:36.277" v="111217"/>
          <ac:spMkLst>
            <pc:docMk/>
            <pc:sldMk cId="1730138444" sldId="1817606796"/>
            <ac:spMk id="263" creationId="{682B15A8-428B-CD78-81CC-DC7C020ABE3B}"/>
          </ac:spMkLst>
        </pc:spChg>
        <pc:spChg chg="add del mod modVis">
          <ac:chgData name="Varun Srivatsan" userId="5215c364-4639-494b-a156-0291b7c83c6d" providerId="ADAL" clId="{109E2DF9-1C2A-4103-865E-2669DE7650AC}" dt="2022-11-17T08:06:14.622" v="103233"/>
          <ac:spMkLst>
            <pc:docMk/>
            <pc:sldMk cId="1730138444" sldId="1817606796"/>
            <ac:spMk id="264" creationId="{B14D1963-7816-3AAB-978F-1F9DD5E9DBCF}"/>
          </ac:spMkLst>
        </pc:spChg>
        <pc:spChg chg="add del mod ord replST">
          <ac:chgData name="Varun Srivatsan" userId="5215c364-4639-494b-a156-0291b7c83c6d" providerId="ADAL" clId="{109E2DF9-1C2A-4103-865E-2669DE7650AC}" dt="2022-11-17T08:06:32.961" v="104689"/>
          <ac:spMkLst>
            <pc:docMk/>
            <pc:sldMk cId="1730138444" sldId="1817606796"/>
            <ac:spMk id="265" creationId="{13F0EE35-18A1-8A4B-192D-9129EBDF2EFF}"/>
          </ac:spMkLst>
        </pc:spChg>
        <pc:spChg chg="add del mod ord replST">
          <ac:chgData name="Varun Srivatsan" userId="5215c364-4639-494b-a156-0291b7c83c6d" providerId="ADAL" clId="{109E2DF9-1C2A-4103-865E-2669DE7650AC}" dt="2022-11-17T08:06:32.965" v="104692"/>
          <ac:spMkLst>
            <pc:docMk/>
            <pc:sldMk cId="1730138444" sldId="1817606796"/>
            <ac:spMk id="266" creationId="{59B5ABD0-7E82-1210-8159-DBBB32BE11E9}"/>
          </ac:spMkLst>
        </pc:spChg>
        <pc:spChg chg="add del mod ord replST">
          <ac:chgData name="Varun Srivatsan" userId="5215c364-4639-494b-a156-0291b7c83c6d" providerId="ADAL" clId="{109E2DF9-1C2A-4103-865E-2669DE7650AC}" dt="2022-11-17T08:06:32.971" v="104695"/>
          <ac:spMkLst>
            <pc:docMk/>
            <pc:sldMk cId="1730138444" sldId="1817606796"/>
            <ac:spMk id="267" creationId="{91AA757C-CAB4-CCA1-E324-544262913D81}"/>
          </ac:spMkLst>
        </pc:spChg>
        <pc:spChg chg="add del mod replST">
          <ac:chgData name="Varun Srivatsan" userId="5215c364-4639-494b-a156-0291b7c83c6d" providerId="ADAL" clId="{109E2DF9-1C2A-4103-865E-2669DE7650AC}" dt="2022-11-17T08:06:19.728" v="103927"/>
          <ac:spMkLst>
            <pc:docMk/>
            <pc:sldMk cId="1730138444" sldId="1817606796"/>
            <ac:spMk id="269" creationId="{EBB154F7-5F29-1771-7628-A9645444E138}"/>
          </ac:spMkLst>
        </pc:spChg>
        <pc:spChg chg="add del mod replST">
          <ac:chgData name="Varun Srivatsan" userId="5215c364-4639-494b-a156-0291b7c83c6d" providerId="ADAL" clId="{109E2DF9-1C2A-4103-865E-2669DE7650AC}" dt="2022-11-17T08:06:19.761" v="103942"/>
          <ac:spMkLst>
            <pc:docMk/>
            <pc:sldMk cId="1730138444" sldId="1817606796"/>
            <ac:spMk id="270" creationId="{4363B5AE-3A77-28A5-5567-03F3A51F19D5}"/>
          </ac:spMkLst>
        </pc:spChg>
        <pc:spChg chg="add del mod replST">
          <ac:chgData name="Varun Srivatsan" userId="5215c364-4639-494b-a156-0291b7c83c6d" providerId="ADAL" clId="{109E2DF9-1C2A-4103-865E-2669DE7650AC}" dt="2022-11-17T08:06:19.791" v="103957"/>
          <ac:spMkLst>
            <pc:docMk/>
            <pc:sldMk cId="1730138444" sldId="1817606796"/>
            <ac:spMk id="271" creationId="{E34863D5-A085-13B1-3D75-DD0D38904BAD}"/>
          </ac:spMkLst>
        </pc:spChg>
        <pc:spChg chg="add del mod replST">
          <ac:chgData name="Varun Srivatsan" userId="5215c364-4639-494b-a156-0291b7c83c6d" providerId="ADAL" clId="{109E2DF9-1C2A-4103-865E-2669DE7650AC}" dt="2022-11-17T08:06:19.823" v="103972"/>
          <ac:spMkLst>
            <pc:docMk/>
            <pc:sldMk cId="1730138444" sldId="1817606796"/>
            <ac:spMk id="272" creationId="{75C009D3-B044-75B1-8E4A-B10AD6A91C27}"/>
          </ac:spMkLst>
        </pc:spChg>
        <pc:spChg chg="add del mod replST">
          <ac:chgData name="Varun Srivatsan" userId="5215c364-4639-494b-a156-0291b7c83c6d" providerId="ADAL" clId="{109E2DF9-1C2A-4103-865E-2669DE7650AC}" dt="2022-11-17T08:06:19.854" v="103987"/>
          <ac:spMkLst>
            <pc:docMk/>
            <pc:sldMk cId="1730138444" sldId="1817606796"/>
            <ac:spMk id="273" creationId="{8CCB4154-29DA-9C5F-B9D4-B00C33BD266E}"/>
          </ac:spMkLst>
        </pc:spChg>
        <pc:spChg chg="add del mod replST">
          <ac:chgData name="Varun Srivatsan" userId="5215c364-4639-494b-a156-0291b7c83c6d" providerId="ADAL" clId="{109E2DF9-1C2A-4103-865E-2669DE7650AC}" dt="2022-11-17T08:06:19.882" v="104002"/>
          <ac:spMkLst>
            <pc:docMk/>
            <pc:sldMk cId="1730138444" sldId="1817606796"/>
            <ac:spMk id="274" creationId="{3CEFBBB0-8E3B-34DC-EA39-36398233BD09}"/>
          </ac:spMkLst>
        </pc:spChg>
        <pc:spChg chg="add del mod replST">
          <ac:chgData name="Varun Srivatsan" userId="5215c364-4639-494b-a156-0291b7c83c6d" providerId="ADAL" clId="{109E2DF9-1C2A-4103-865E-2669DE7650AC}" dt="2022-11-17T08:06:19.914" v="104017"/>
          <ac:spMkLst>
            <pc:docMk/>
            <pc:sldMk cId="1730138444" sldId="1817606796"/>
            <ac:spMk id="275" creationId="{CD94E800-6752-724E-0751-15006F01CB77}"/>
          </ac:spMkLst>
        </pc:spChg>
        <pc:spChg chg="add del mod replST">
          <ac:chgData name="Varun Srivatsan" userId="5215c364-4639-494b-a156-0291b7c83c6d" providerId="ADAL" clId="{109E2DF9-1C2A-4103-865E-2669DE7650AC}" dt="2022-11-17T08:06:19.949" v="104032"/>
          <ac:spMkLst>
            <pc:docMk/>
            <pc:sldMk cId="1730138444" sldId="1817606796"/>
            <ac:spMk id="276" creationId="{9FB61419-8CC4-ACFA-B278-C2F30F822BF3}"/>
          </ac:spMkLst>
        </pc:spChg>
        <pc:spChg chg="add del mod replST">
          <ac:chgData name="Varun Srivatsan" userId="5215c364-4639-494b-a156-0291b7c83c6d" providerId="ADAL" clId="{109E2DF9-1C2A-4103-865E-2669DE7650AC}" dt="2022-11-17T08:06:19.981" v="104047"/>
          <ac:spMkLst>
            <pc:docMk/>
            <pc:sldMk cId="1730138444" sldId="1817606796"/>
            <ac:spMk id="277" creationId="{2AFF786D-6E72-58F6-5EDD-D7533F18A8BE}"/>
          </ac:spMkLst>
        </pc:spChg>
        <pc:spChg chg="add del mod replST">
          <ac:chgData name="Varun Srivatsan" userId="5215c364-4639-494b-a156-0291b7c83c6d" providerId="ADAL" clId="{109E2DF9-1C2A-4103-865E-2669DE7650AC}" dt="2022-11-17T08:06:20.005" v="104062"/>
          <ac:spMkLst>
            <pc:docMk/>
            <pc:sldMk cId="1730138444" sldId="1817606796"/>
            <ac:spMk id="278" creationId="{2D6B45DA-C165-0B05-D6E3-6646AA234517}"/>
          </ac:spMkLst>
        </pc:spChg>
        <pc:spChg chg="add del mod replST">
          <ac:chgData name="Varun Srivatsan" userId="5215c364-4639-494b-a156-0291b7c83c6d" providerId="ADAL" clId="{109E2DF9-1C2A-4103-865E-2669DE7650AC}" dt="2022-11-17T08:06:20.037" v="104077"/>
          <ac:spMkLst>
            <pc:docMk/>
            <pc:sldMk cId="1730138444" sldId="1817606796"/>
            <ac:spMk id="279" creationId="{5B5AD487-E8EA-3A89-5BB7-A4DC9EF9EDFD}"/>
          </ac:spMkLst>
        </pc:spChg>
        <pc:spChg chg="del">
          <ac:chgData name="Varun Srivatsan" userId="5215c364-4639-494b-a156-0291b7c83c6d" providerId="ADAL" clId="{109E2DF9-1C2A-4103-865E-2669DE7650AC}" dt="2022-11-17T08:04:31.104" v="94997"/>
          <ac:spMkLst>
            <pc:docMk/>
            <pc:sldMk cId="1730138444" sldId="1817606796"/>
            <ac:spMk id="280" creationId="{9A879043-05E4-69F7-DE3E-25ED90CBD71E}"/>
          </ac:spMkLst>
        </pc:spChg>
        <pc:spChg chg="del">
          <ac:chgData name="Varun Srivatsan" userId="5215c364-4639-494b-a156-0291b7c83c6d" providerId="ADAL" clId="{109E2DF9-1C2A-4103-865E-2669DE7650AC}" dt="2022-11-17T08:04:31.104" v="94995"/>
          <ac:spMkLst>
            <pc:docMk/>
            <pc:sldMk cId="1730138444" sldId="1817606796"/>
            <ac:spMk id="281" creationId="{B5A3990B-E51B-2D7E-905F-F128B9381727}"/>
          </ac:spMkLst>
        </pc:spChg>
        <pc:spChg chg="add del mod modVis">
          <ac:chgData name="Varun Srivatsan" userId="5215c364-4639-494b-a156-0291b7c83c6d" providerId="ADAL" clId="{109E2DF9-1C2A-4103-865E-2669DE7650AC}" dt="2022-11-17T08:06:20.336" v="104213"/>
          <ac:spMkLst>
            <pc:docMk/>
            <pc:sldMk cId="1730138444" sldId="1817606796"/>
            <ac:spMk id="282" creationId="{642C1A12-714A-D5AA-EECE-AD60323C8C29}"/>
          </ac:spMkLst>
        </pc:spChg>
        <pc:spChg chg="del">
          <ac:chgData name="Varun Srivatsan" userId="5215c364-4639-494b-a156-0291b7c83c6d" providerId="ADAL" clId="{109E2DF9-1C2A-4103-865E-2669DE7650AC}" dt="2022-11-17T08:04:31.104" v="94992"/>
          <ac:spMkLst>
            <pc:docMk/>
            <pc:sldMk cId="1730138444" sldId="1817606796"/>
            <ac:spMk id="283" creationId="{F7B60C15-A391-175E-798D-4FF11411232B}"/>
          </ac:spMkLst>
        </pc:spChg>
        <pc:spChg chg="del">
          <ac:chgData name="Varun Srivatsan" userId="5215c364-4639-494b-a156-0291b7c83c6d" providerId="ADAL" clId="{109E2DF9-1C2A-4103-865E-2669DE7650AC}" dt="2022-11-17T08:04:31.104" v="94991"/>
          <ac:spMkLst>
            <pc:docMk/>
            <pc:sldMk cId="1730138444" sldId="1817606796"/>
            <ac:spMk id="284" creationId="{93E231F9-59AE-33AC-D590-63E2B4C2FFD0}"/>
          </ac:spMkLst>
        </pc:spChg>
        <pc:spChg chg="del">
          <ac:chgData name="Varun Srivatsan" userId="5215c364-4639-494b-a156-0291b7c83c6d" providerId="ADAL" clId="{109E2DF9-1C2A-4103-865E-2669DE7650AC}" dt="2022-11-17T08:04:31.104" v="94990"/>
          <ac:spMkLst>
            <pc:docMk/>
            <pc:sldMk cId="1730138444" sldId="1817606796"/>
            <ac:spMk id="285" creationId="{BE66BA23-7570-D9F3-BD01-F5AC5EC04B8C}"/>
          </ac:spMkLst>
        </pc:spChg>
        <pc:spChg chg="del">
          <ac:chgData name="Varun Srivatsan" userId="5215c364-4639-494b-a156-0291b7c83c6d" providerId="ADAL" clId="{109E2DF9-1C2A-4103-865E-2669DE7650AC}" dt="2022-11-17T08:04:31.104" v="94989"/>
          <ac:spMkLst>
            <pc:docMk/>
            <pc:sldMk cId="1730138444" sldId="1817606796"/>
            <ac:spMk id="293" creationId="{D1C5C326-6F9A-48A1-F619-C01108E44B59}"/>
          </ac:spMkLst>
        </pc:spChg>
        <pc:spChg chg="del">
          <ac:chgData name="Varun Srivatsan" userId="5215c364-4639-494b-a156-0291b7c83c6d" providerId="ADAL" clId="{109E2DF9-1C2A-4103-865E-2669DE7650AC}" dt="2022-11-17T08:04:31.104" v="94988"/>
          <ac:spMkLst>
            <pc:docMk/>
            <pc:sldMk cId="1730138444" sldId="1817606796"/>
            <ac:spMk id="294" creationId="{99DCF9F2-0B51-11F9-5AB0-9A1B0E0142C8}"/>
          </ac:spMkLst>
        </pc:spChg>
        <pc:spChg chg="del">
          <ac:chgData name="Varun Srivatsan" userId="5215c364-4639-494b-a156-0291b7c83c6d" providerId="ADAL" clId="{109E2DF9-1C2A-4103-865E-2669DE7650AC}" dt="2022-11-17T08:04:31.104" v="94987"/>
          <ac:spMkLst>
            <pc:docMk/>
            <pc:sldMk cId="1730138444" sldId="1817606796"/>
            <ac:spMk id="295" creationId="{035E33B7-080F-0CDC-E35F-05467EAB815D}"/>
          </ac:spMkLst>
        </pc:spChg>
        <pc:spChg chg="del">
          <ac:chgData name="Varun Srivatsan" userId="5215c364-4639-494b-a156-0291b7c83c6d" providerId="ADAL" clId="{109E2DF9-1C2A-4103-865E-2669DE7650AC}" dt="2022-11-17T08:04:31.104" v="94986"/>
          <ac:spMkLst>
            <pc:docMk/>
            <pc:sldMk cId="1730138444" sldId="1817606796"/>
            <ac:spMk id="296" creationId="{A7CE675B-2920-84B1-EEA2-D65CB904FAB0}"/>
          </ac:spMkLst>
        </pc:spChg>
        <pc:spChg chg="del">
          <ac:chgData name="Varun Srivatsan" userId="5215c364-4639-494b-a156-0291b7c83c6d" providerId="ADAL" clId="{109E2DF9-1C2A-4103-865E-2669DE7650AC}" dt="2022-11-17T08:04:31.104" v="94985"/>
          <ac:spMkLst>
            <pc:docMk/>
            <pc:sldMk cId="1730138444" sldId="1817606796"/>
            <ac:spMk id="297" creationId="{2CF79D2A-7535-4EC1-ADC4-9BAA1C16DBA5}"/>
          </ac:spMkLst>
        </pc:spChg>
        <pc:spChg chg="del">
          <ac:chgData name="Varun Srivatsan" userId="5215c364-4639-494b-a156-0291b7c83c6d" providerId="ADAL" clId="{109E2DF9-1C2A-4103-865E-2669DE7650AC}" dt="2022-11-17T08:04:31.104" v="94984"/>
          <ac:spMkLst>
            <pc:docMk/>
            <pc:sldMk cId="1730138444" sldId="1817606796"/>
            <ac:spMk id="298" creationId="{78326DD1-9F5D-CCD5-7578-0F1BFE65C6A1}"/>
          </ac:spMkLst>
        </pc:spChg>
        <pc:spChg chg="del">
          <ac:chgData name="Varun Srivatsan" userId="5215c364-4639-494b-a156-0291b7c83c6d" providerId="ADAL" clId="{109E2DF9-1C2A-4103-865E-2669DE7650AC}" dt="2022-11-17T08:04:31.098" v="94983"/>
          <ac:spMkLst>
            <pc:docMk/>
            <pc:sldMk cId="1730138444" sldId="1817606796"/>
            <ac:spMk id="299" creationId="{CB42894F-3615-33AE-EF37-F3977FFD5869}"/>
          </ac:spMkLst>
        </pc:spChg>
        <pc:spChg chg="del">
          <ac:chgData name="Varun Srivatsan" userId="5215c364-4639-494b-a156-0291b7c83c6d" providerId="ADAL" clId="{109E2DF9-1C2A-4103-865E-2669DE7650AC}" dt="2022-11-17T08:04:31.098" v="94982"/>
          <ac:spMkLst>
            <pc:docMk/>
            <pc:sldMk cId="1730138444" sldId="1817606796"/>
            <ac:spMk id="300" creationId="{C683C41D-448A-9A9F-32F2-756AFA767142}"/>
          </ac:spMkLst>
        </pc:spChg>
        <pc:spChg chg="del">
          <ac:chgData name="Varun Srivatsan" userId="5215c364-4639-494b-a156-0291b7c83c6d" providerId="ADAL" clId="{109E2DF9-1C2A-4103-865E-2669DE7650AC}" dt="2022-11-17T08:04:31.098" v="94981"/>
          <ac:spMkLst>
            <pc:docMk/>
            <pc:sldMk cId="1730138444" sldId="1817606796"/>
            <ac:spMk id="301" creationId="{2FF22C00-6B8E-DEC8-7468-EC266AA1E85C}"/>
          </ac:spMkLst>
        </pc:spChg>
        <pc:spChg chg="del">
          <ac:chgData name="Varun Srivatsan" userId="5215c364-4639-494b-a156-0291b7c83c6d" providerId="ADAL" clId="{109E2DF9-1C2A-4103-865E-2669DE7650AC}" dt="2022-11-17T08:04:31.098" v="94980"/>
          <ac:spMkLst>
            <pc:docMk/>
            <pc:sldMk cId="1730138444" sldId="1817606796"/>
            <ac:spMk id="302" creationId="{4B9FFBE1-762C-78F2-DF18-B5CCA1F806E6}"/>
          </ac:spMkLst>
        </pc:spChg>
        <pc:spChg chg="del">
          <ac:chgData name="Varun Srivatsan" userId="5215c364-4639-494b-a156-0291b7c83c6d" providerId="ADAL" clId="{109E2DF9-1C2A-4103-865E-2669DE7650AC}" dt="2022-11-17T08:04:31.098" v="94979"/>
          <ac:spMkLst>
            <pc:docMk/>
            <pc:sldMk cId="1730138444" sldId="1817606796"/>
            <ac:spMk id="303" creationId="{DDBC166D-2C15-9ACC-CBFE-85000DD45515}"/>
          </ac:spMkLst>
        </pc:spChg>
        <pc:spChg chg="add del mod modVis">
          <ac:chgData name="Varun Srivatsan" userId="5215c364-4639-494b-a156-0291b7c83c6d" providerId="ADAL" clId="{109E2DF9-1C2A-4103-865E-2669DE7650AC}" dt="2022-11-17T08:06:25.667" v="104684"/>
          <ac:spMkLst>
            <pc:docMk/>
            <pc:sldMk cId="1730138444" sldId="1817606796"/>
            <ac:spMk id="318" creationId="{6104DF36-46C4-4B30-21AE-C8A421C7C86F}"/>
          </ac:spMkLst>
        </pc:spChg>
        <pc:spChg chg="add del mod modVis">
          <ac:chgData name="Varun Srivatsan" userId="5215c364-4639-494b-a156-0291b7c83c6d" providerId="ADAL" clId="{109E2DF9-1C2A-4103-865E-2669DE7650AC}" dt="2022-11-17T08:06:33.899" v="104975"/>
          <ac:spMkLst>
            <pc:docMk/>
            <pc:sldMk cId="1730138444" sldId="1817606796"/>
            <ac:spMk id="320" creationId="{013DADBE-B717-6FD2-CD8D-2B6EFB1CC6B5}"/>
          </ac:spMkLst>
        </pc:spChg>
        <pc:spChg chg="add del mod modVis">
          <ac:chgData name="Varun Srivatsan" userId="5215c364-4639-494b-a156-0291b7c83c6d" providerId="ADAL" clId="{109E2DF9-1C2A-4103-865E-2669DE7650AC}" dt="2022-11-17T08:06:39.311" v="105405"/>
          <ac:spMkLst>
            <pc:docMk/>
            <pc:sldMk cId="1730138444" sldId="1817606796"/>
            <ac:spMk id="323" creationId="{57DE300A-3CE7-F0EF-3553-3A76887FD47C}"/>
          </ac:spMkLst>
        </pc:spChg>
        <pc:spChg chg="add mod ord replST">
          <ac:chgData name="Varun Srivatsan" userId="5215c364-4639-494b-a156-0291b7c83c6d" providerId="ADAL" clId="{109E2DF9-1C2A-4103-865E-2669DE7650AC}" dt="2022-11-17T08:10:36.285" v="111222"/>
          <ac:spMkLst>
            <pc:docMk/>
            <pc:sldMk cId="1730138444" sldId="1817606796"/>
            <ac:spMk id="324" creationId="{8B85716D-004B-AECD-F1CD-72A2BB91B68D}"/>
          </ac:spMkLst>
        </pc:spChg>
        <pc:spChg chg="add del mod modVis">
          <ac:chgData name="Varun Srivatsan" userId="5215c364-4639-494b-a156-0291b7c83c6d" providerId="ADAL" clId="{109E2DF9-1C2A-4103-865E-2669DE7650AC}" dt="2022-11-17T08:06:42.186" v="105664"/>
          <ac:spMkLst>
            <pc:docMk/>
            <pc:sldMk cId="1730138444" sldId="1817606796"/>
            <ac:spMk id="327" creationId="{51F9DCF8-123A-1C8A-6E95-99A14C255F60}"/>
          </ac:spMkLst>
        </pc:spChg>
        <pc:spChg chg="add mod replST">
          <ac:chgData name="Varun Srivatsan" userId="5215c364-4639-494b-a156-0291b7c83c6d" providerId="ADAL" clId="{109E2DF9-1C2A-4103-865E-2669DE7650AC}" dt="2022-11-17T08:10:36.277" v="111210"/>
          <ac:spMkLst>
            <pc:docMk/>
            <pc:sldMk cId="1730138444" sldId="1817606796"/>
            <ac:spMk id="328" creationId="{A616AD08-0D8F-458A-4C32-F74C4B79D71A}"/>
          </ac:spMkLst>
        </pc:spChg>
        <pc:spChg chg="add del mod modVis">
          <ac:chgData name="Varun Srivatsan" userId="5215c364-4639-494b-a156-0291b7c83c6d" providerId="ADAL" clId="{109E2DF9-1C2A-4103-865E-2669DE7650AC}" dt="2022-11-17T08:06:51.986" v="107785"/>
          <ac:spMkLst>
            <pc:docMk/>
            <pc:sldMk cId="1730138444" sldId="1817606796"/>
            <ac:spMk id="330" creationId="{0228CD3F-CA10-0A51-49A4-002A6477A30B}"/>
          </ac:spMkLst>
        </pc:spChg>
        <pc:spChg chg="add mod replST">
          <ac:chgData name="Varun Srivatsan" userId="5215c364-4639-494b-a156-0291b7c83c6d" providerId="ADAL" clId="{109E2DF9-1C2A-4103-865E-2669DE7650AC}" dt="2022-11-17T08:10:36.277" v="111214"/>
          <ac:spMkLst>
            <pc:docMk/>
            <pc:sldMk cId="1730138444" sldId="1817606796"/>
            <ac:spMk id="331" creationId="{69A2538C-68FC-B9BD-E41E-250274B1EA20}"/>
          </ac:spMkLst>
        </pc:spChg>
        <pc:spChg chg="del">
          <ac:chgData name="Varun Srivatsan" userId="5215c364-4639-494b-a156-0291b7c83c6d" providerId="ADAL" clId="{109E2DF9-1C2A-4103-865E-2669DE7650AC}" dt="2022-11-17T08:04:31.111" v="95004"/>
          <ac:spMkLst>
            <pc:docMk/>
            <pc:sldMk cId="1730138444" sldId="1817606796"/>
            <ac:spMk id="332" creationId="{C5AB17C8-C570-824E-E3D8-0DD0EB89272D}"/>
          </ac:spMkLst>
        </pc:spChg>
        <pc:spChg chg="del">
          <ac:chgData name="Varun Srivatsan" userId="5215c364-4639-494b-a156-0291b7c83c6d" providerId="ADAL" clId="{109E2DF9-1C2A-4103-865E-2669DE7650AC}" dt="2022-11-17T08:04:31.111" v="95003"/>
          <ac:spMkLst>
            <pc:docMk/>
            <pc:sldMk cId="1730138444" sldId="1817606796"/>
            <ac:spMk id="333" creationId="{5C332C57-06FB-09F2-CC63-451D6FA97254}"/>
          </ac:spMkLst>
        </pc:spChg>
        <pc:spChg chg="del">
          <ac:chgData name="Varun Srivatsan" userId="5215c364-4639-494b-a156-0291b7c83c6d" providerId="ADAL" clId="{109E2DF9-1C2A-4103-865E-2669DE7650AC}" dt="2022-11-17T08:04:31.111" v="95002"/>
          <ac:spMkLst>
            <pc:docMk/>
            <pc:sldMk cId="1730138444" sldId="1817606796"/>
            <ac:spMk id="334" creationId="{5F066C1B-AE52-1C65-5380-13399B1462AC}"/>
          </ac:spMkLst>
        </pc:spChg>
        <pc:spChg chg="del">
          <ac:chgData name="Varun Srivatsan" userId="5215c364-4639-494b-a156-0291b7c83c6d" providerId="ADAL" clId="{109E2DF9-1C2A-4103-865E-2669DE7650AC}" dt="2022-11-17T08:04:31.111" v="95001"/>
          <ac:spMkLst>
            <pc:docMk/>
            <pc:sldMk cId="1730138444" sldId="1817606796"/>
            <ac:spMk id="335" creationId="{0BE721F5-5D7D-5F4D-A623-081C8D1A245D}"/>
          </ac:spMkLst>
        </pc:spChg>
        <pc:spChg chg="del">
          <ac:chgData name="Varun Srivatsan" userId="5215c364-4639-494b-a156-0291b7c83c6d" providerId="ADAL" clId="{109E2DF9-1C2A-4103-865E-2669DE7650AC}" dt="2022-11-17T08:04:31.111" v="95000"/>
          <ac:spMkLst>
            <pc:docMk/>
            <pc:sldMk cId="1730138444" sldId="1817606796"/>
            <ac:spMk id="336" creationId="{90D9BFAD-1771-72E2-1054-9F76E558FB51}"/>
          </ac:spMkLst>
        </pc:spChg>
        <pc:spChg chg="del">
          <ac:chgData name="Varun Srivatsan" userId="5215c364-4639-494b-a156-0291b7c83c6d" providerId="ADAL" clId="{109E2DF9-1C2A-4103-865E-2669DE7650AC}" dt="2022-11-17T08:04:31.111" v="94999"/>
          <ac:spMkLst>
            <pc:docMk/>
            <pc:sldMk cId="1730138444" sldId="1817606796"/>
            <ac:spMk id="337" creationId="{B44580B2-8A72-6CBF-89AA-C8AB59C38BBB}"/>
          </ac:spMkLst>
        </pc:spChg>
        <pc:spChg chg="del">
          <ac:chgData name="Varun Srivatsan" userId="5215c364-4639-494b-a156-0291b7c83c6d" providerId="ADAL" clId="{109E2DF9-1C2A-4103-865E-2669DE7650AC}" dt="2022-11-17T08:04:31.104" v="94998"/>
          <ac:spMkLst>
            <pc:docMk/>
            <pc:sldMk cId="1730138444" sldId="1817606796"/>
            <ac:spMk id="338" creationId="{EB465914-F78C-366A-6C4B-956060DF21F2}"/>
          </ac:spMkLst>
        </pc:spChg>
        <pc:spChg chg="add mod replST">
          <ac:chgData name="Varun Srivatsan" userId="5215c364-4639-494b-a156-0291b7c83c6d" providerId="ADAL" clId="{109E2DF9-1C2A-4103-865E-2669DE7650AC}" dt="2022-11-17T08:10:36.277" v="111221"/>
          <ac:spMkLst>
            <pc:docMk/>
            <pc:sldMk cId="1730138444" sldId="1817606796"/>
            <ac:spMk id="339" creationId="{3A0732BE-4A61-B9B7-2261-43D684DB2B8A}"/>
          </ac:spMkLst>
        </pc:spChg>
        <pc:spChg chg="add mod replST">
          <ac:chgData name="Varun Srivatsan" userId="5215c364-4639-494b-a156-0291b7c83c6d" providerId="ADAL" clId="{109E2DF9-1C2A-4103-865E-2669DE7650AC}" dt="2022-11-17T08:10:36.277" v="111211"/>
          <ac:spMkLst>
            <pc:docMk/>
            <pc:sldMk cId="1730138444" sldId="1817606796"/>
            <ac:spMk id="340" creationId="{4257DA8F-E6B2-CCD4-75F0-0BD2CB2448BD}"/>
          </ac:spMkLst>
        </pc:spChg>
        <pc:spChg chg="add mod replST">
          <ac:chgData name="Varun Srivatsan" userId="5215c364-4639-494b-a156-0291b7c83c6d" providerId="ADAL" clId="{109E2DF9-1C2A-4103-865E-2669DE7650AC}" dt="2022-11-17T08:10:36.285" v="111229"/>
          <ac:spMkLst>
            <pc:docMk/>
            <pc:sldMk cId="1730138444" sldId="1817606796"/>
            <ac:spMk id="341" creationId="{627CA0D7-F33D-3F34-BF86-77938E4D3C6B}"/>
          </ac:spMkLst>
        </pc:spChg>
        <pc:spChg chg="add mod replST">
          <ac:chgData name="Varun Srivatsan" userId="5215c364-4639-494b-a156-0291b7c83c6d" providerId="ADAL" clId="{109E2DF9-1C2A-4103-865E-2669DE7650AC}" dt="2022-11-17T08:10:36.285" v="111223"/>
          <ac:spMkLst>
            <pc:docMk/>
            <pc:sldMk cId="1730138444" sldId="1817606796"/>
            <ac:spMk id="342" creationId="{D1BC3A57-7C61-D634-2DB4-DA4B02D9741A}"/>
          </ac:spMkLst>
        </pc:spChg>
        <pc:spChg chg="add mod replST">
          <ac:chgData name="Varun Srivatsan" userId="5215c364-4639-494b-a156-0291b7c83c6d" providerId="ADAL" clId="{109E2DF9-1C2A-4103-865E-2669DE7650AC}" dt="2022-11-17T08:10:36.285" v="111224"/>
          <ac:spMkLst>
            <pc:docMk/>
            <pc:sldMk cId="1730138444" sldId="1817606796"/>
            <ac:spMk id="343" creationId="{58A50E7D-DA49-A896-5123-A41EE1306F76}"/>
          </ac:spMkLst>
        </pc:spChg>
        <pc:spChg chg="add mod replST">
          <ac:chgData name="Varun Srivatsan" userId="5215c364-4639-494b-a156-0291b7c83c6d" providerId="ADAL" clId="{109E2DF9-1C2A-4103-865E-2669DE7650AC}" dt="2022-11-17T08:10:36.285" v="111235"/>
          <ac:spMkLst>
            <pc:docMk/>
            <pc:sldMk cId="1730138444" sldId="1817606796"/>
            <ac:spMk id="344" creationId="{85B8C072-D9BA-50E4-4FD6-9700098266EA}"/>
          </ac:spMkLst>
        </pc:spChg>
        <pc:spChg chg="add mod replST">
          <ac:chgData name="Varun Srivatsan" userId="5215c364-4639-494b-a156-0291b7c83c6d" providerId="ADAL" clId="{109E2DF9-1C2A-4103-865E-2669DE7650AC}" dt="2022-11-17T08:10:36.285" v="111225"/>
          <ac:spMkLst>
            <pc:docMk/>
            <pc:sldMk cId="1730138444" sldId="1817606796"/>
            <ac:spMk id="345" creationId="{4E199E00-3443-EC5A-6474-F8091927E006}"/>
          </ac:spMkLst>
        </pc:spChg>
        <pc:spChg chg="add mod replST">
          <ac:chgData name="Varun Srivatsan" userId="5215c364-4639-494b-a156-0291b7c83c6d" providerId="ADAL" clId="{109E2DF9-1C2A-4103-865E-2669DE7650AC}" dt="2022-11-17T08:10:36.285" v="111226"/>
          <ac:spMkLst>
            <pc:docMk/>
            <pc:sldMk cId="1730138444" sldId="1817606796"/>
            <ac:spMk id="346" creationId="{C3DFF96D-C374-444F-F264-C2A4EFE3B596}"/>
          </ac:spMkLst>
        </pc:spChg>
        <pc:spChg chg="add mod replST">
          <ac:chgData name="Varun Srivatsan" userId="5215c364-4639-494b-a156-0291b7c83c6d" providerId="ADAL" clId="{109E2DF9-1C2A-4103-865E-2669DE7650AC}" dt="2022-11-17T08:10:36.285" v="111227"/>
          <ac:spMkLst>
            <pc:docMk/>
            <pc:sldMk cId="1730138444" sldId="1817606796"/>
            <ac:spMk id="347" creationId="{CDA5BBA3-A6F7-8F7E-EEA5-C463FA11B6DE}"/>
          </ac:spMkLst>
        </pc:spChg>
        <pc:spChg chg="add mod replST">
          <ac:chgData name="Varun Srivatsan" userId="5215c364-4639-494b-a156-0291b7c83c6d" providerId="ADAL" clId="{109E2DF9-1C2A-4103-865E-2669DE7650AC}" dt="2022-11-17T08:10:36.285" v="111228"/>
          <ac:spMkLst>
            <pc:docMk/>
            <pc:sldMk cId="1730138444" sldId="1817606796"/>
            <ac:spMk id="348" creationId="{FB011199-C5D0-7596-580D-324827509043}"/>
          </ac:spMkLst>
        </pc:spChg>
        <pc:spChg chg="add mod replST">
          <ac:chgData name="Varun Srivatsan" userId="5215c364-4639-494b-a156-0291b7c83c6d" providerId="ADAL" clId="{109E2DF9-1C2A-4103-865E-2669DE7650AC}" dt="2022-11-17T08:10:36.261" v="111196"/>
          <ac:spMkLst>
            <pc:docMk/>
            <pc:sldMk cId="1730138444" sldId="1817606796"/>
            <ac:spMk id="349" creationId="{8A95B674-DE92-AA17-9073-1BD0221B8373}"/>
          </ac:spMkLst>
        </pc:spChg>
        <pc:spChg chg="add del mod replST">
          <ac:chgData name="Varun Srivatsan" userId="5215c364-4639-494b-a156-0291b7c83c6d" providerId="ADAL" clId="{109E2DF9-1C2A-4103-865E-2669DE7650AC}" dt="2022-11-17T08:07:09.952" v="108091"/>
          <ac:spMkLst>
            <pc:docMk/>
            <pc:sldMk cId="1730138444" sldId="1817606796"/>
            <ac:spMk id="350" creationId="{E6B259B2-F148-D6A8-43F1-7C4A0946DA23}"/>
          </ac:spMkLst>
        </pc:spChg>
        <pc:spChg chg="add mod replST">
          <ac:chgData name="Varun Srivatsan" userId="5215c364-4639-494b-a156-0291b7c83c6d" providerId="ADAL" clId="{109E2DF9-1C2A-4103-865E-2669DE7650AC}" dt="2022-11-17T08:10:36.269" v="111198"/>
          <ac:spMkLst>
            <pc:docMk/>
            <pc:sldMk cId="1730138444" sldId="1817606796"/>
            <ac:spMk id="351" creationId="{BC9FD34F-3EA6-3B2E-1F19-0DAF8BB68716}"/>
          </ac:spMkLst>
        </pc:spChg>
        <pc:spChg chg="add del mod replST">
          <ac:chgData name="Varun Srivatsan" userId="5215c364-4639-494b-a156-0291b7c83c6d" providerId="ADAL" clId="{109E2DF9-1C2A-4103-865E-2669DE7650AC}" dt="2022-11-17T08:07:09.952" v="108090"/>
          <ac:spMkLst>
            <pc:docMk/>
            <pc:sldMk cId="1730138444" sldId="1817606796"/>
            <ac:spMk id="352" creationId="{30BCB693-5EAF-CFD5-EC54-9014D13753BD}"/>
          </ac:spMkLst>
        </pc:spChg>
        <pc:spChg chg="add mod replST">
          <ac:chgData name="Varun Srivatsan" userId="5215c364-4639-494b-a156-0291b7c83c6d" providerId="ADAL" clId="{109E2DF9-1C2A-4103-865E-2669DE7650AC}" dt="2022-11-17T08:10:36.261" v="111195"/>
          <ac:spMkLst>
            <pc:docMk/>
            <pc:sldMk cId="1730138444" sldId="1817606796"/>
            <ac:spMk id="353" creationId="{1B27DA24-5044-4355-8153-08195D65226D}"/>
          </ac:spMkLst>
        </pc:spChg>
        <pc:spChg chg="add del mod replST">
          <ac:chgData name="Varun Srivatsan" userId="5215c364-4639-494b-a156-0291b7c83c6d" providerId="ADAL" clId="{109E2DF9-1C2A-4103-865E-2669DE7650AC}" dt="2022-11-17T08:07:09.952" v="108089"/>
          <ac:spMkLst>
            <pc:docMk/>
            <pc:sldMk cId="1730138444" sldId="1817606796"/>
            <ac:spMk id="354" creationId="{DACACBFC-3503-55AE-E4F3-5105B95830D0}"/>
          </ac:spMkLst>
        </pc:spChg>
        <pc:spChg chg="add mod replST">
          <ac:chgData name="Varun Srivatsan" userId="5215c364-4639-494b-a156-0291b7c83c6d" providerId="ADAL" clId="{109E2DF9-1C2A-4103-865E-2669DE7650AC}" dt="2022-11-17T08:10:36.261" v="111194"/>
          <ac:spMkLst>
            <pc:docMk/>
            <pc:sldMk cId="1730138444" sldId="1817606796"/>
            <ac:spMk id="355" creationId="{EFCD102B-C370-F572-D7A0-4D1AD46146EC}"/>
          </ac:spMkLst>
        </pc:spChg>
        <pc:spChg chg="add del mod replST">
          <ac:chgData name="Varun Srivatsan" userId="5215c364-4639-494b-a156-0291b7c83c6d" providerId="ADAL" clId="{109E2DF9-1C2A-4103-865E-2669DE7650AC}" dt="2022-11-17T08:07:09.952" v="108088"/>
          <ac:spMkLst>
            <pc:docMk/>
            <pc:sldMk cId="1730138444" sldId="1817606796"/>
            <ac:spMk id="356" creationId="{B8599748-FE58-7973-F999-4ADD5457F4AF}"/>
          </ac:spMkLst>
        </pc:spChg>
        <pc:spChg chg="add mod replST">
          <ac:chgData name="Varun Srivatsan" userId="5215c364-4639-494b-a156-0291b7c83c6d" providerId="ADAL" clId="{109E2DF9-1C2A-4103-865E-2669DE7650AC}" dt="2022-11-17T08:10:36.269" v="111201"/>
          <ac:spMkLst>
            <pc:docMk/>
            <pc:sldMk cId="1730138444" sldId="1817606796"/>
            <ac:spMk id="357" creationId="{27860D77-CBEB-CF49-4B56-F063E2251415}"/>
          </ac:spMkLst>
        </pc:spChg>
        <pc:spChg chg="add del mod replST">
          <ac:chgData name="Varun Srivatsan" userId="5215c364-4639-494b-a156-0291b7c83c6d" providerId="ADAL" clId="{109E2DF9-1C2A-4103-865E-2669DE7650AC}" dt="2022-11-17T08:07:09.952" v="108087"/>
          <ac:spMkLst>
            <pc:docMk/>
            <pc:sldMk cId="1730138444" sldId="1817606796"/>
            <ac:spMk id="358" creationId="{C8C162CF-1697-F679-1CEE-48024992DE2A}"/>
          </ac:spMkLst>
        </pc:spChg>
        <pc:spChg chg="add mod replST">
          <ac:chgData name="Varun Srivatsan" userId="5215c364-4639-494b-a156-0291b7c83c6d" providerId="ADAL" clId="{109E2DF9-1C2A-4103-865E-2669DE7650AC}" dt="2022-11-17T08:10:36.269" v="111200"/>
          <ac:spMkLst>
            <pc:docMk/>
            <pc:sldMk cId="1730138444" sldId="1817606796"/>
            <ac:spMk id="359" creationId="{03778416-9C36-4D39-16B3-97F9F597C6D7}"/>
          </ac:spMkLst>
        </pc:spChg>
        <pc:spChg chg="add del mod replST">
          <ac:chgData name="Varun Srivatsan" userId="5215c364-4639-494b-a156-0291b7c83c6d" providerId="ADAL" clId="{109E2DF9-1C2A-4103-865E-2669DE7650AC}" dt="2022-11-17T08:07:09.952" v="108086"/>
          <ac:spMkLst>
            <pc:docMk/>
            <pc:sldMk cId="1730138444" sldId="1817606796"/>
            <ac:spMk id="360" creationId="{9827EF91-250D-73DF-5FA0-84152F991081}"/>
          </ac:spMkLst>
        </pc:spChg>
        <pc:spChg chg="add mod replST">
          <ac:chgData name="Varun Srivatsan" userId="5215c364-4639-494b-a156-0291b7c83c6d" providerId="ADAL" clId="{109E2DF9-1C2A-4103-865E-2669DE7650AC}" dt="2022-11-17T08:10:36.269" v="111197"/>
          <ac:spMkLst>
            <pc:docMk/>
            <pc:sldMk cId="1730138444" sldId="1817606796"/>
            <ac:spMk id="361" creationId="{D2F592DD-5359-D563-5761-500DD9C47D5C}"/>
          </ac:spMkLst>
        </pc:spChg>
        <pc:spChg chg="add del mod modVis">
          <ac:chgData name="Varun Srivatsan" userId="5215c364-4639-494b-a156-0291b7c83c6d" providerId="ADAL" clId="{109E2DF9-1C2A-4103-865E-2669DE7650AC}" dt="2022-11-17T08:06:58.022" v="107961"/>
          <ac:spMkLst>
            <pc:docMk/>
            <pc:sldMk cId="1730138444" sldId="1817606796"/>
            <ac:spMk id="363" creationId="{59DECF00-869E-6C71-7864-A7C084B5F04F}"/>
          </ac:spMkLst>
        </pc:spChg>
        <pc:spChg chg="add del mod modVis">
          <ac:chgData name="Varun Srivatsan" userId="5215c364-4639-494b-a156-0291b7c83c6d" providerId="ADAL" clId="{109E2DF9-1C2A-4103-865E-2669DE7650AC}" dt="2022-11-17T08:07:10.106" v="108277"/>
          <ac:spMkLst>
            <pc:docMk/>
            <pc:sldMk cId="1730138444" sldId="1817606796"/>
            <ac:spMk id="365" creationId="{D36C0195-CBF7-6F70-4620-F88179856E96}"/>
          </ac:spMkLst>
        </pc:spChg>
        <pc:spChg chg="add del mod modVis">
          <ac:chgData name="Varun Srivatsan" userId="5215c364-4639-494b-a156-0291b7c83c6d" providerId="ADAL" clId="{109E2DF9-1C2A-4103-865E-2669DE7650AC}" dt="2022-11-17T08:07:39.907" v="108601"/>
          <ac:spMkLst>
            <pc:docMk/>
            <pc:sldMk cId="1730138444" sldId="1817606796"/>
            <ac:spMk id="367" creationId="{F9982147-E162-44FA-1653-3C954C4BC51F}"/>
          </ac:spMkLst>
        </pc:spChg>
        <pc:spChg chg="add del mod modVis">
          <ac:chgData name="Varun Srivatsan" userId="5215c364-4639-494b-a156-0291b7c83c6d" providerId="ADAL" clId="{109E2DF9-1C2A-4103-865E-2669DE7650AC}" dt="2022-11-17T08:09:15.359" v="108966"/>
          <ac:spMkLst>
            <pc:docMk/>
            <pc:sldMk cId="1730138444" sldId="1817606796"/>
            <ac:spMk id="369" creationId="{4CC1E079-A2CA-50BA-5F1E-DB6055126DBB}"/>
          </ac:spMkLst>
        </pc:spChg>
        <pc:spChg chg="add del mod modVis">
          <ac:chgData name="Varun Srivatsan" userId="5215c364-4639-494b-a156-0291b7c83c6d" providerId="ADAL" clId="{109E2DF9-1C2A-4103-865E-2669DE7650AC}" dt="2022-11-17T08:09:17.720" v="109187"/>
          <ac:spMkLst>
            <pc:docMk/>
            <pc:sldMk cId="1730138444" sldId="1817606796"/>
            <ac:spMk id="371" creationId="{0B7207D1-F034-6B7E-AAB7-F5A42F62B00C}"/>
          </ac:spMkLst>
        </pc:spChg>
        <pc:spChg chg="add del mod modVis">
          <ac:chgData name="Varun Srivatsan" userId="5215c364-4639-494b-a156-0291b7c83c6d" providerId="ADAL" clId="{109E2DF9-1C2A-4103-865E-2669DE7650AC}" dt="2022-11-17T08:09:21.107" v="109361"/>
          <ac:spMkLst>
            <pc:docMk/>
            <pc:sldMk cId="1730138444" sldId="1817606796"/>
            <ac:spMk id="373" creationId="{15D5D4B0-BD9C-906C-3F6B-CA0E159C676B}"/>
          </ac:spMkLst>
        </pc:spChg>
        <pc:spChg chg="add del mod modVis">
          <ac:chgData name="Varun Srivatsan" userId="5215c364-4639-494b-a156-0291b7c83c6d" providerId="ADAL" clId="{109E2DF9-1C2A-4103-865E-2669DE7650AC}" dt="2022-11-17T08:09:24.456" v="109535"/>
          <ac:spMkLst>
            <pc:docMk/>
            <pc:sldMk cId="1730138444" sldId="1817606796"/>
            <ac:spMk id="375" creationId="{6FD9DF0F-F1FD-131D-4744-3016355ED28E}"/>
          </ac:spMkLst>
        </pc:spChg>
        <pc:spChg chg="add del mod modVis">
          <ac:chgData name="Varun Srivatsan" userId="5215c364-4639-494b-a156-0291b7c83c6d" providerId="ADAL" clId="{109E2DF9-1C2A-4103-865E-2669DE7650AC}" dt="2022-11-17T08:09:40.564" v="109757"/>
          <ac:spMkLst>
            <pc:docMk/>
            <pc:sldMk cId="1730138444" sldId="1817606796"/>
            <ac:spMk id="377" creationId="{87726744-3A3C-A7E3-8B03-ABCD723F8F97}"/>
          </ac:spMkLst>
        </pc:spChg>
        <pc:spChg chg="add del mod modVis">
          <ac:chgData name="Varun Srivatsan" userId="5215c364-4639-494b-a156-0291b7c83c6d" providerId="ADAL" clId="{109E2DF9-1C2A-4103-865E-2669DE7650AC}" dt="2022-11-17T08:09:49.514" v="109977"/>
          <ac:spMkLst>
            <pc:docMk/>
            <pc:sldMk cId="1730138444" sldId="1817606796"/>
            <ac:spMk id="379" creationId="{5BE87930-66C7-DA26-A9E4-F30B741A8D3E}"/>
          </ac:spMkLst>
        </pc:spChg>
        <pc:spChg chg="add del mod modVis">
          <ac:chgData name="Varun Srivatsan" userId="5215c364-4639-494b-a156-0291b7c83c6d" providerId="ADAL" clId="{109E2DF9-1C2A-4103-865E-2669DE7650AC}" dt="2022-11-17T08:10:30.128" v="110748"/>
          <ac:spMkLst>
            <pc:docMk/>
            <pc:sldMk cId="1730138444" sldId="1817606796"/>
            <ac:spMk id="381" creationId="{597C1478-97F4-E595-2543-7C54C20F6829}"/>
          </ac:spMkLst>
        </pc:spChg>
        <pc:spChg chg="add mod replST">
          <ac:chgData name="Varun Srivatsan" userId="5215c364-4639-494b-a156-0291b7c83c6d" providerId="ADAL" clId="{109E2DF9-1C2A-4103-865E-2669DE7650AC}" dt="2022-11-17T08:10:36.269" v="111202"/>
          <ac:spMkLst>
            <pc:docMk/>
            <pc:sldMk cId="1730138444" sldId="1817606796"/>
            <ac:spMk id="382" creationId="{727836A0-8EA7-AD8E-C8F2-2D57A5F9C50C}"/>
          </ac:spMkLst>
        </pc:spChg>
        <pc:spChg chg="add mod replST">
          <ac:chgData name="Varun Srivatsan" userId="5215c364-4639-494b-a156-0291b7c83c6d" providerId="ADAL" clId="{109E2DF9-1C2A-4103-865E-2669DE7650AC}" dt="2022-11-17T08:10:36.269" v="111203"/>
          <ac:spMkLst>
            <pc:docMk/>
            <pc:sldMk cId="1730138444" sldId="1817606796"/>
            <ac:spMk id="383" creationId="{079C9EEE-26A9-D837-DA9E-EC851F45D81A}"/>
          </ac:spMkLst>
        </pc:spChg>
        <pc:spChg chg="add mod replST">
          <ac:chgData name="Varun Srivatsan" userId="5215c364-4639-494b-a156-0291b7c83c6d" providerId="ADAL" clId="{109E2DF9-1C2A-4103-865E-2669DE7650AC}" dt="2022-11-17T08:10:36.269" v="111204"/>
          <ac:spMkLst>
            <pc:docMk/>
            <pc:sldMk cId="1730138444" sldId="1817606796"/>
            <ac:spMk id="384" creationId="{65D952F7-BE1D-2FAF-39AA-A02DF5C2E0BF}"/>
          </ac:spMkLst>
        </pc:spChg>
        <pc:spChg chg="add mod replST">
          <ac:chgData name="Varun Srivatsan" userId="5215c364-4639-494b-a156-0291b7c83c6d" providerId="ADAL" clId="{109E2DF9-1C2A-4103-865E-2669DE7650AC}" dt="2022-11-17T08:10:36.269" v="111205"/>
          <ac:spMkLst>
            <pc:docMk/>
            <pc:sldMk cId="1730138444" sldId="1817606796"/>
            <ac:spMk id="385" creationId="{86AEBBEF-39AF-BF61-A121-F07F99F29369}"/>
          </ac:spMkLst>
        </pc:spChg>
        <pc:spChg chg="add mod replST">
          <ac:chgData name="Varun Srivatsan" userId="5215c364-4639-494b-a156-0291b7c83c6d" providerId="ADAL" clId="{109E2DF9-1C2A-4103-865E-2669DE7650AC}" dt="2022-11-17T08:10:36.277" v="111206"/>
          <ac:spMkLst>
            <pc:docMk/>
            <pc:sldMk cId="1730138444" sldId="1817606796"/>
            <ac:spMk id="386" creationId="{3F578D73-FE04-7B69-E51A-3DE3C1F32AF9}"/>
          </ac:spMkLst>
        </pc:spChg>
        <pc:spChg chg="add mod replST">
          <ac:chgData name="Varun Srivatsan" userId="5215c364-4639-494b-a156-0291b7c83c6d" providerId="ADAL" clId="{109E2DF9-1C2A-4103-865E-2669DE7650AC}" dt="2022-11-17T08:10:36.269" v="111199"/>
          <ac:spMkLst>
            <pc:docMk/>
            <pc:sldMk cId="1730138444" sldId="1817606796"/>
            <ac:spMk id="387" creationId="{25BFFED3-4011-5649-6062-973B629600F3}"/>
          </ac:spMkLst>
        </pc:spChg>
        <pc:spChg chg="add del mod modVis">
          <ac:chgData name="Varun Srivatsan" userId="5215c364-4639-494b-a156-0291b7c83c6d" providerId="ADAL" clId="{109E2DF9-1C2A-4103-865E-2669DE7650AC}" dt="2022-11-17T08:10:33.106" v="111008"/>
          <ac:spMkLst>
            <pc:docMk/>
            <pc:sldMk cId="1730138444" sldId="1817606796"/>
            <ac:spMk id="389" creationId="{0439074C-EF5E-F7C2-896E-307CCCC84031}"/>
          </ac:spMkLst>
        </pc:spChg>
        <pc:spChg chg="add del mod modVis">
          <ac:chgData name="Varun Srivatsan" userId="5215c364-4639-494b-a156-0291b7c83c6d" providerId="ADAL" clId="{109E2DF9-1C2A-4103-865E-2669DE7650AC}" dt="2022-11-17T08:10:36.293" v="111244"/>
          <ac:spMkLst>
            <pc:docMk/>
            <pc:sldMk cId="1730138444" sldId="1817606796"/>
            <ac:spMk id="391" creationId="{1455A913-0A9D-CF9C-8153-F1685DB28129}"/>
          </ac:spMkLst>
        </pc:spChg>
        <pc:spChg chg="add mod">
          <ac:chgData name="Varun Srivatsan" userId="5215c364-4639-494b-a156-0291b7c83c6d" providerId="ADAL" clId="{109E2DF9-1C2A-4103-865E-2669DE7650AC}" dt="2022-11-17T08:11:34.332" v="111320" actId="1076"/>
          <ac:spMkLst>
            <pc:docMk/>
            <pc:sldMk cId="1730138444" sldId="1817606796"/>
            <ac:spMk id="393" creationId="{3AE3F53B-D825-640C-DE8D-3D3E94276D94}"/>
          </ac:spMkLst>
        </pc:spChg>
        <pc:spChg chg="add mod">
          <ac:chgData name="Varun Srivatsan" userId="5215c364-4639-494b-a156-0291b7c83c6d" providerId="ADAL" clId="{109E2DF9-1C2A-4103-865E-2669DE7650AC}" dt="2022-11-17T08:25:42.690" v="112078" actId="12788"/>
          <ac:spMkLst>
            <pc:docMk/>
            <pc:sldMk cId="1730138444" sldId="1817606796"/>
            <ac:spMk id="394" creationId="{A8DAB9EF-28B1-A2B5-79E0-13FC4095019D}"/>
          </ac:spMkLst>
        </pc:spChg>
        <pc:spChg chg="add mod">
          <ac:chgData name="Varun Srivatsan" userId="5215c364-4639-494b-a156-0291b7c83c6d" providerId="ADAL" clId="{109E2DF9-1C2A-4103-865E-2669DE7650AC}" dt="2022-11-17T08:21:04.794" v="111819" actId="1035"/>
          <ac:spMkLst>
            <pc:docMk/>
            <pc:sldMk cId="1730138444" sldId="1817606796"/>
            <ac:spMk id="395" creationId="{CA3758AD-5A3F-16C3-0D1C-C5CCA93074DF}"/>
          </ac:spMkLst>
        </pc:spChg>
        <pc:spChg chg="add del mod">
          <ac:chgData name="Varun Srivatsan" userId="5215c364-4639-494b-a156-0291b7c83c6d" providerId="ADAL" clId="{109E2DF9-1C2A-4103-865E-2669DE7650AC}" dt="2022-11-17T08:15:35.060" v="111506" actId="478"/>
          <ac:spMkLst>
            <pc:docMk/>
            <pc:sldMk cId="1730138444" sldId="1817606796"/>
            <ac:spMk id="396" creationId="{7F7328E1-4F28-AB11-A075-8D420E9952E8}"/>
          </ac:spMkLst>
        </pc:spChg>
        <pc:spChg chg="add del mod">
          <ac:chgData name="Varun Srivatsan" userId="5215c364-4639-494b-a156-0291b7c83c6d" providerId="ADAL" clId="{109E2DF9-1C2A-4103-865E-2669DE7650AC}" dt="2022-11-17T08:16:41.675" v="111598" actId="478"/>
          <ac:spMkLst>
            <pc:docMk/>
            <pc:sldMk cId="1730138444" sldId="1817606796"/>
            <ac:spMk id="397" creationId="{8EFDC1AD-BCDB-2129-FC46-ECB47C5B634F}"/>
          </ac:spMkLst>
        </pc:spChg>
        <pc:spChg chg="add mod">
          <ac:chgData name="Varun Srivatsan" userId="5215c364-4639-494b-a156-0291b7c83c6d" providerId="ADAL" clId="{109E2DF9-1C2A-4103-865E-2669DE7650AC}" dt="2022-11-17T08:25:42.690" v="112078" actId="12788"/>
          <ac:spMkLst>
            <pc:docMk/>
            <pc:sldMk cId="1730138444" sldId="1817606796"/>
            <ac:spMk id="398" creationId="{32A9820A-2066-55AD-72A2-F2486160CD37}"/>
          </ac:spMkLst>
        </pc:spChg>
        <pc:spChg chg="add mod">
          <ac:chgData name="Varun Srivatsan" userId="5215c364-4639-494b-a156-0291b7c83c6d" providerId="ADAL" clId="{109E2DF9-1C2A-4103-865E-2669DE7650AC}" dt="2022-11-17T08:21:04.794" v="111819" actId="1035"/>
          <ac:spMkLst>
            <pc:docMk/>
            <pc:sldMk cId="1730138444" sldId="1817606796"/>
            <ac:spMk id="399" creationId="{818CC313-2743-111A-59F7-C8B40F4509EC}"/>
          </ac:spMkLst>
        </pc:spChg>
        <pc:spChg chg="add mod">
          <ac:chgData name="Varun Srivatsan" userId="5215c364-4639-494b-a156-0291b7c83c6d" providerId="ADAL" clId="{109E2DF9-1C2A-4103-865E-2669DE7650AC}" dt="2022-11-17T08:19:31.706" v="111681" actId="20577"/>
          <ac:spMkLst>
            <pc:docMk/>
            <pc:sldMk cId="1730138444" sldId="1817606796"/>
            <ac:spMk id="400" creationId="{D9B4FF10-BCA2-6160-4E6E-C93F1ABFABFA}"/>
          </ac:spMkLst>
        </pc:spChg>
        <pc:spChg chg="add del mod">
          <ac:chgData name="Varun Srivatsan" userId="5215c364-4639-494b-a156-0291b7c83c6d" providerId="ADAL" clId="{109E2DF9-1C2A-4103-865E-2669DE7650AC}" dt="2022-11-17T08:21:39.729" v="111849" actId="478"/>
          <ac:spMkLst>
            <pc:docMk/>
            <pc:sldMk cId="1730138444" sldId="1817606796"/>
            <ac:spMk id="401" creationId="{405CFE87-9BF8-844C-9F31-0992EDFCE1E7}"/>
          </ac:spMkLst>
        </pc:spChg>
        <pc:spChg chg="add mod">
          <ac:chgData name="Varun Srivatsan" userId="5215c364-4639-494b-a156-0291b7c83c6d" providerId="ADAL" clId="{109E2DF9-1C2A-4103-865E-2669DE7650AC}" dt="2022-11-17T08:21:28.671" v="111846" actId="313"/>
          <ac:spMkLst>
            <pc:docMk/>
            <pc:sldMk cId="1730138444" sldId="1817606796"/>
            <ac:spMk id="402" creationId="{F84D266E-944B-6CEF-8F74-F57283CC82D4}"/>
          </ac:spMkLst>
        </pc:spChg>
        <pc:spChg chg="add mod">
          <ac:chgData name="Varun Srivatsan" userId="5215c364-4639-494b-a156-0291b7c83c6d" providerId="ADAL" clId="{109E2DF9-1C2A-4103-865E-2669DE7650AC}" dt="2022-11-17T08:21:15.066" v="111821" actId="1076"/>
          <ac:spMkLst>
            <pc:docMk/>
            <pc:sldMk cId="1730138444" sldId="1817606796"/>
            <ac:spMk id="403" creationId="{467A11CC-FF5A-AE68-706E-D2490B733AD4}"/>
          </ac:spMkLst>
        </pc:spChg>
        <pc:spChg chg="add mod">
          <ac:chgData name="Varun Srivatsan" userId="5215c364-4639-494b-a156-0291b7c83c6d" providerId="ADAL" clId="{109E2DF9-1C2A-4103-865E-2669DE7650AC}" dt="2022-11-17T08:26:00.746" v="112079" actId="12788"/>
          <ac:spMkLst>
            <pc:docMk/>
            <pc:sldMk cId="1730138444" sldId="1817606796"/>
            <ac:spMk id="404" creationId="{937EDD47-8668-361C-E57C-8E8BD1951130}"/>
          </ac:spMkLst>
        </pc:spChg>
        <pc:spChg chg="add mod">
          <ac:chgData name="Varun Srivatsan" userId="5215c364-4639-494b-a156-0291b7c83c6d" providerId="ADAL" clId="{109E2DF9-1C2A-4103-865E-2669DE7650AC}" dt="2022-11-17T08:25:16.178" v="112053" actId="20577"/>
          <ac:spMkLst>
            <pc:docMk/>
            <pc:sldMk cId="1730138444" sldId="1817606796"/>
            <ac:spMk id="405" creationId="{D5AB5B0A-9BB1-B86D-0BCD-FBD694D6B487}"/>
          </ac:spMkLst>
        </pc:spChg>
        <pc:spChg chg="add mod">
          <ac:chgData name="Varun Srivatsan" userId="5215c364-4639-494b-a156-0291b7c83c6d" providerId="ADAL" clId="{109E2DF9-1C2A-4103-865E-2669DE7650AC}" dt="2022-11-17T08:26:00.746" v="112079" actId="12788"/>
          <ac:spMkLst>
            <pc:docMk/>
            <pc:sldMk cId="1730138444" sldId="1817606796"/>
            <ac:spMk id="406" creationId="{5C122342-20D0-A7B1-0177-E6BE1ED4FBFD}"/>
          </ac:spMkLst>
        </pc:spChg>
        <pc:spChg chg="add mod">
          <ac:chgData name="Varun Srivatsan" userId="5215c364-4639-494b-a156-0291b7c83c6d" providerId="ADAL" clId="{109E2DF9-1C2A-4103-865E-2669DE7650AC}" dt="2022-11-17T08:25:27.508" v="112077" actId="20577"/>
          <ac:spMkLst>
            <pc:docMk/>
            <pc:sldMk cId="1730138444" sldId="1817606796"/>
            <ac:spMk id="407" creationId="{0EB2627D-CFCB-A53F-2BDC-417A30A32FEC}"/>
          </ac:spMkLst>
        </pc:spChg>
        <pc:spChg chg="add del mod modVis">
          <ac:chgData name="Varun Srivatsan" userId="5215c364-4639-494b-a156-0291b7c83c6d" providerId="ADAL" clId="{109E2DF9-1C2A-4103-865E-2669DE7650AC}" dt="2022-11-17T08:26:48.844" v="112124"/>
          <ac:spMkLst>
            <pc:docMk/>
            <pc:sldMk cId="1730138444" sldId="1817606796"/>
            <ac:spMk id="408" creationId="{94EC9EE5-16F0-3180-22BA-3C282D6CB599}"/>
          </ac:spMkLst>
        </pc:spChg>
        <pc:spChg chg="add del mod modVis">
          <ac:chgData name="Varun Srivatsan" userId="5215c364-4639-494b-a156-0291b7c83c6d" providerId="ADAL" clId="{109E2DF9-1C2A-4103-865E-2669DE7650AC}" dt="2022-11-17T08:27:00.088" v="112182"/>
          <ac:spMkLst>
            <pc:docMk/>
            <pc:sldMk cId="1730138444" sldId="1817606796"/>
            <ac:spMk id="409" creationId="{5C583FE4-26DB-92F8-6D4F-563D1A92343F}"/>
          </ac:spMkLst>
        </pc:spChg>
        <pc:spChg chg="add del mod modVis">
          <ac:chgData name="Varun Srivatsan" userId="5215c364-4639-494b-a156-0291b7c83c6d" providerId="ADAL" clId="{109E2DF9-1C2A-4103-865E-2669DE7650AC}" dt="2022-11-17T08:27:03.252" v="112277"/>
          <ac:spMkLst>
            <pc:docMk/>
            <pc:sldMk cId="1730138444" sldId="1817606796"/>
            <ac:spMk id="410" creationId="{947166A2-1C20-AD0E-3F81-1138C98E065E}"/>
          </ac:spMkLst>
        </pc:spChg>
        <pc:spChg chg="add del mod modVis">
          <ac:chgData name="Varun Srivatsan" userId="5215c364-4639-494b-a156-0291b7c83c6d" providerId="ADAL" clId="{109E2DF9-1C2A-4103-865E-2669DE7650AC}" dt="2022-11-17T08:27:05.224" v="112333"/>
          <ac:spMkLst>
            <pc:docMk/>
            <pc:sldMk cId="1730138444" sldId="1817606796"/>
            <ac:spMk id="411" creationId="{185DB525-CDE3-FE5B-0B02-EB86E03C9906}"/>
          </ac:spMkLst>
        </pc:spChg>
        <pc:spChg chg="add del mod modVis">
          <ac:chgData name="Varun Srivatsan" userId="5215c364-4639-494b-a156-0291b7c83c6d" providerId="ADAL" clId="{109E2DF9-1C2A-4103-865E-2669DE7650AC}" dt="2022-11-17T08:27:12.672" v="112394"/>
          <ac:spMkLst>
            <pc:docMk/>
            <pc:sldMk cId="1730138444" sldId="1817606796"/>
            <ac:spMk id="412" creationId="{BBCC6ED4-A69C-6448-EB66-7945C221B714}"/>
          </ac:spMkLst>
        </pc:spChg>
        <pc:spChg chg="add del mod modVis">
          <ac:chgData name="Varun Srivatsan" userId="5215c364-4639-494b-a156-0291b7c83c6d" providerId="ADAL" clId="{109E2DF9-1C2A-4103-865E-2669DE7650AC}" dt="2022-11-17T08:27:13.653" v="112444"/>
          <ac:spMkLst>
            <pc:docMk/>
            <pc:sldMk cId="1730138444" sldId="1817606796"/>
            <ac:spMk id="413" creationId="{C6F86151-CD3F-AA74-2C49-C793D45E6332}"/>
          </ac:spMkLst>
        </pc:spChg>
        <pc:spChg chg="add del mod modVis">
          <ac:chgData name="Varun Srivatsan" userId="5215c364-4639-494b-a156-0291b7c83c6d" providerId="ADAL" clId="{109E2DF9-1C2A-4103-865E-2669DE7650AC}" dt="2022-11-17T08:27:16.289" v="112500"/>
          <ac:spMkLst>
            <pc:docMk/>
            <pc:sldMk cId="1730138444" sldId="1817606796"/>
            <ac:spMk id="414" creationId="{B2F32584-9908-DE79-FBC7-339001AED47D}"/>
          </ac:spMkLst>
        </pc:spChg>
        <pc:spChg chg="add del mod modVis">
          <ac:chgData name="Varun Srivatsan" userId="5215c364-4639-494b-a156-0291b7c83c6d" providerId="ADAL" clId="{109E2DF9-1C2A-4103-865E-2669DE7650AC}" dt="2022-11-17T08:27:20.052" v="112549"/>
          <ac:spMkLst>
            <pc:docMk/>
            <pc:sldMk cId="1730138444" sldId="1817606796"/>
            <ac:spMk id="415" creationId="{32C081BB-DB19-3041-B9F5-F12A59F5EF9C}"/>
          </ac:spMkLst>
        </pc:spChg>
        <pc:spChg chg="add del mod modVis">
          <ac:chgData name="Varun Srivatsan" userId="5215c364-4639-494b-a156-0291b7c83c6d" providerId="ADAL" clId="{109E2DF9-1C2A-4103-865E-2669DE7650AC}" dt="2022-11-17T08:27:25.964" v="112620"/>
          <ac:spMkLst>
            <pc:docMk/>
            <pc:sldMk cId="1730138444" sldId="1817606796"/>
            <ac:spMk id="416" creationId="{4639530A-A3BA-69B7-E850-81E4964169D0}"/>
          </ac:spMkLst>
        </pc:spChg>
        <pc:spChg chg="add del mod modVis">
          <ac:chgData name="Varun Srivatsan" userId="5215c364-4639-494b-a156-0291b7c83c6d" providerId="ADAL" clId="{109E2DF9-1C2A-4103-865E-2669DE7650AC}" dt="2022-11-17T08:27:26.870" v="112667"/>
          <ac:spMkLst>
            <pc:docMk/>
            <pc:sldMk cId="1730138444" sldId="1817606796"/>
            <ac:spMk id="417" creationId="{6A498A6A-87DE-287D-59FA-9113FFDAB9FE}"/>
          </ac:spMkLst>
        </pc:spChg>
        <pc:spChg chg="add del mod modVis">
          <ac:chgData name="Varun Srivatsan" userId="5215c364-4639-494b-a156-0291b7c83c6d" providerId="ADAL" clId="{109E2DF9-1C2A-4103-865E-2669DE7650AC}" dt="2022-11-17T08:27:27.932" v="112714"/>
          <ac:spMkLst>
            <pc:docMk/>
            <pc:sldMk cId="1730138444" sldId="1817606796"/>
            <ac:spMk id="418" creationId="{AD6492BC-4D12-4DCB-1E2E-E0166F854269}"/>
          </ac:spMkLst>
        </pc:spChg>
        <pc:spChg chg="add del mod modVis">
          <ac:chgData name="Varun Srivatsan" userId="5215c364-4639-494b-a156-0291b7c83c6d" providerId="ADAL" clId="{109E2DF9-1C2A-4103-865E-2669DE7650AC}" dt="2022-11-17T08:27:32.137" v="112765"/>
          <ac:spMkLst>
            <pc:docMk/>
            <pc:sldMk cId="1730138444" sldId="1817606796"/>
            <ac:spMk id="419" creationId="{9BD8D643-73E9-8F17-781E-E9180F6789AC}"/>
          </ac:spMkLst>
        </pc:spChg>
        <pc:spChg chg="add del mod modVis">
          <ac:chgData name="Varun Srivatsan" userId="5215c364-4639-494b-a156-0291b7c83c6d" providerId="ADAL" clId="{109E2DF9-1C2A-4103-865E-2669DE7650AC}" dt="2022-11-17T08:27:37.264" v="112819"/>
          <ac:spMkLst>
            <pc:docMk/>
            <pc:sldMk cId="1730138444" sldId="1817606796"/>
            <ac:spMk id="420" creationId="{8E17AD5F-6749-B692-B87C-145AAE0C3B45}"/>
          </ac:spMkLst>
        </pc:spChg>
        <pc:spChg chg="add del mod modVis">
          <ac:chgData name="Varun Srivatsan" userId="5215c364-4639-494b-a156-0291b7c83c6d" providerId="ADAL" clId="{109E2DF9-1C2A-4103-865E-2669DE7650AC}" dt="2022-11-17T08:27:38.233" v="112869"/>
          <ac:spMkLst>
            <pc:docMk/>
            <pc:sldMk cId="1730138444" sldId="1817606796"/>
            <ac:spMk id="421" creationId="{5B8248E8-AC33-D2AD-2FD6-587EF4625FB9}"/>
          </ac:spMkLst>
        </pc:spChg>
        <pc:spChg chg="add del mod modVis">
          <ac:chgData name="Varun Srivatsan" userId="5215c364-4639-494b-a156-0291b7c83c6d" providerId="ADAL" clId="{109E2DF9-1C2A-4103-865E-2669DE7650AC}" dt="2022-11-17T08:27:39.209" v="112918"/>
          <ac:spMkLst>
            <pc:docMk/>
            <pc:sldMk cId="1730138444" sldId="1817606796"/>
            <ac:spMk id="423" creationId="{2B956144-1763-73B2-722A-F16BEDA4FD3D}"/>
          </ac:spMkLst>
        </pc:spChg>
        <pc:spChg chg="add del mod modVis">
          <ac:chgData name="Varun Srivatsan" userId="5215c364-4639-494b-a156-0291b7c83c6d" providerId="ADAL" clId="{109E2DF9-1C2A-4103-865E-2669DE7650AC}" dt="2022-11-17T08:27:42.969" v="112969"/>
          <ac:spMkLst>
            <pc:docMk/>
            <pc:sldMk cId="1730138444" sldId="1817606796"/>
            <ac:spMk id="424" creationId="{BBBA527B-59EE-36A2-242A-EF5F5D0B480C}"/>
          </ac:spMkLst>
        </pc:spChg>
        <pc:spChg chg="add del mod modVis">
          <ac:chgData name="Varun Srivatsan" userId="5215c364-4639-494b-a156-0291b7c83c6d" providerId="ADAL" clId="{109E2DF9-1C2A-4103-865E-2669DE7650AC}" dt="2022-11-17T08:28:17.245" v="113017"/>
          <ac:spMkLst>
            <pc:docMk/>
            <pc:sldMk cId="1730138444" sldId="1817606796"/>
            <ac:spMk id="425" creationId="{1A8CA3E0-78DF-1754-31B4-D772CA6494D5}"/>
          </ac:spMkLst>
        </pc:spChg>
        <pc:spChg chg="add del mod modVis">
          <ac:chgData name="Varun Srivatsan" userId="5215c364-4639-494b-a156-0291b7c83c6d" providerId="ADAL" clId="{109E2DF9-1C2A-4103-865E-2669DE7650AC}" dt="2022-11-17T08:28:21.461" v="113065"/>
          <ac:spMkLst>
            <pc:docMk/>
            <pc:sldMk cId="1730138444" sldId="1817606796"/>
            <ac:spMk id="426" creationId="{AED67AD3-E829-2794-EEF7-905FBF229EA6}"/>
          </ac:spMkLst>
        </pc:spChg>
        <pc:spChg chg="add del mod modVis">
          <ac:chgData name="Varun Srivatsan" userId="5215c364-4639-494b-a156-0291b7c83c6d" providerId="ADAL" clId="{109E2DF9-1C2A-4103-865E-2669DE7650AC}" dt="2022-11-17T08:28:24.934" v="113119"/>
          <ac:spMkLst>
            <pc:docMk/>
            <pc:sldMk cId="1730138444" sldId="1817606796"/>
            <ac:spMk id="427" creationId="{D02C13D3-D53F-B6E9-AB9F-C8A65FB8A7E0}"/>
          </ac:spMkLst>
        </pc:spChg>
        <pc:spChg chg="add del mod modVis">
          <ac:chgData name="Varun Srivatsan" userId="5215c364-4639-494b-a156-0291b7c83c6d" providerId="ADAL" clId="{109E2DF9-1C2A-4103-865E-2669DE7650AC}" dt="2022-11-17T08:28:25.365" v="113166"/>
          <ac:spMkLst>
            <pc:docMk/>
            <pc:sldMk cId="1730138444" sldId="1817606796"/>
            <ac:spMk id="428" creationId="{C323DFB9-D29D-76D2-BB0D-7453E4BC5824}"/>
          </ac:spMkLst>
        </pc:spChg>
        <pc:spChg chg="add del mod modVis">
          <ac:chgData name="Varun Srivatsan" userId="5215c364-4639-494b-a156-0291b7c83c6d" providerId="ADAL" clId="{109E2DF9-1C2A-4103-865E-2669DE7650AC}" dt="2022-11-17T08:28:26.361" v="113213"/>
          <ac:spMkLst>
            <pc:docMk/>
            <pc:sldMk cId="1730138444" sldId="1817606796"/>
            <ac:spMk id="429" creationId="{BE64E3E3-76DB-84D7-C36C-C70A76850FAF}"/>
          </ac:spMkLst>
        </pc:spChg>
        <pc:spChg chg="add del mod modVis">
          <ac:chgData name="Varun Srivatsan" userId="5215c364-4639-494b-a156-0291b7c83c6d" providerId="ADAL" clId="{109E2DF9-1C2A-4103-865E-2669DE7650AC}" dt="2022-11-17T08:28:32.513" v="113279"/>
          <ac:spMkLst>
            <pc:docMk/>
            <pc:sldMk cId="1730138444" sldId="1817606796"/>
            <ac:spMk id="430" creationId="{6CFBF87C-640A-4D74-36FA-FB8C84102E48}"/>
          </ac:spMkLst>
        </pc:spChg>
        <pc:spChg chg="add del mod modVis">
          <ac:chgData name="Varun Srivatsan" userId="5215c364-4639-494b-a156-0291b7c83c6d" providerId="ADAL" clId="{109E2DF9-1C2A-4103-865E-2669DE7650AC}" dt="2022-11-17T08:28:33.652" v="113328"/>
          <ac:spMkLst>
            <pc:docMk/>
            <pc:sldMk cId="1730138444" sldId="1817606796"/>
            <ac:spMk id="431" creationId="{341419B7-396E-2047-B282-C7B02F916FA1}"/>
          </ac:spMkLst>
        </pc:spChg>
        <pc:spChg chg="add del mod modVis">
          <ac:chgData name="Varun Srivatsan" userId="5215c364-4639-494b-a156-0291b7c83c6d" providerId="ADAL" clId="{109E2DF9-1C2A-4103-865E-2669DE7650AC}" dt="2022-11-17T08:28:34.766" v="113375"/>
          <ac:spMkLst>
            <pc:docMk/>
            <pc:sldMk cId="1730138444" sldId="1817606796"/>
            <ac:spMk id="432" creationId="{5D51BC34-B25F-4E91-2ED3-D23532BF314D}"/>
          </ac:spMkLst>
        </pc:spChg>
        <pc:spChg chg="add del mod modVis">
          <ac:chgData name="Varun Srivatsan" userId="5215c364-4639-494b-a156-0291b7c83c6d" providerId="ADAL" clId="{109E2DF9-1C2A-4103-865E-2669DE7650AC}" dt="2022-11-17T08:28:35.374" v="113422"/>
          <ac:spMkLst>
            <pc:docMk/>
            <pc:sldMk cId="1730138444" sldId="1817606796"/>
            <ac:spMk id="433" creationId="{B8B47B31-785F-4D0A-C90A-DD0ADA75503C}"/>
          </ac:spMkLst>
        </pc:spChg>
        <pc:spChg chg="del">
          <ac:chgData name="Varun Srivatsan" userId="5215c364-4639-494b-a156-0291b7c83c6d" providerId="ADAL" clId="{109E2DF9-1C2A-4103-865E-2669DE7650AC}" dt="2022-11-17T08:04:31.104" v="94996"/>
          <ac:spMkLst>
            <pc:docMk/>
            <pc:sldMk cId="1730138444" sldId="1817606796"/>
            <ac:spMk id="438" creationId="{6A34C5D9-DA97-2687-F6DD-708BF074C1C8}"/>
          </ac:spMkLst>
        </pc:spChg>
        <pc:spChg chg="add del mod modVis">
          <ac:chgData name="Varun Srivatsan" userId="5215c364-4639-494b-a156-0291b7c83c6d" providerId="ADAL" clId="{109E2DF9-1C2A-4103-865E-2669DE7650AC}" dt="2022-11-17T08:05:09.462" v="98239"/>
          <ac:spMkLst>
            <pc:docMk/>
            <pc:sldMk cId="1730138444" sldId="1817606796"/>
            <ac:spMk id="585" creationId="{6F21A908-D5D4-F0E0-EB5E-B01A341FDC65}"/>
          </ac:spMkLst>
        </pc:spChg>
        <pc:spChg chg="add del mod modVis">
          <ac:chgData name="Varun Srivatsan" userId="5215c364-4639-494b-a156-0291b7c83c6d" providerId="ADAL" clId="{109E2DF9-1C2A-4103-865E-2669DE7650AC}" dt="2022-11-17T08:05:15.344" v="98527"/>
          <ac:spMkLst>
            <pc:docMk/>
            <pc:sldMk cId="1730138444" sldId="1817606796"/>
            <ac:spMk id="587" creationId="{B1E3A62B-1202-6A65-543C-DD68A8B94D5C}"/>
          </ac:spMkLst>
        </pc:spChg>
        <pc:spChg chg="add del mod modVis">
          <ac:chgData name="Varun Srivatsan" userId="5215c364-4639-494b-a156-0291b7c83c6d" providerId="ADAL" clId="{109E2DF9-1C2A-4103-865E-2669DE7650AC}" dt="2022-11-17T08:05:31.496" v="99917"/>
          <ac:spMkLst>
            <pc:docMk/>
            <pc:sldMk cId="1730138444" sldId="1817606796"/>
            <ac:spMk id="590" creationId="{29A08C6A-4A49-0F24-57B4-CE8A880F2547}"/>
          </ac:spMkLst>
        </pc:spChg>
        <pc:spChg chg="add del mod replST">
          <ac:chgData name="Varun Srivatsan" userId="5215c364-4639-494b-a156-0291b7c83c6d" providerId="ADAL" clId="{109E2DF9-1C2A-4103-865E-2669DE7650AC}" dt="2022-11-17T08:05:32.401" v="99999"/>
          <ac:spMkLst>
            <pc:docMk/>
            <pc:sldMk cId="1730138444" sldId="1817606796"/>
            <ac:spMk id="591" creationId="{72BF09F7-5A7A-53F6-D0AB-B76CB2823BE9}"/>
          </ac:spMkLst>
        </pc:spChg>
        <pc:spChg chg="add del mod replST">
          <ac:chgData name="Varun Srivatsan" userId="5215c364-4639-494b-a156-0291b7c83c6d" providerId="ADAL" clId="{109E2DF9-1C2A-4103-865E-2669DE7650AC}" dt="2022-11-17T08:05:32.401" v="100000"/>
          <ac:spMkLst>
            <pc:docMk/>
            <pc:sldMk cId="1730138444" sldId="1817606796"/>
            <ac:spMk id="592" creationId="{FB05CDF9-9C9A-91F8-A13F-3AB86E50E78F}"/>
          </ac:spMkLst>
        </pc:spChg>
        <pc:spChg chg="add del mod replST">
          <ac:chgData name="Varun Srivatsan" userId="5215c364-4639-494b-a156-0291b7c83c6d" providerId="ADAL" clId="{109E2DF9-1C2A-4103-865E-2669DE7650AC}" dt="2022-11-17T08:05:32.401" v="100001"/>
          <ac:spMkLst>
            <pc:docMk/>
            <pc:sldMk cId="1730138444" sldId="1817606796"/>
            <ac:spMk id="593" creationId="{262E2A86-357D-ED12-4C44-51E35DB184EC}"/>
          </ac:spMkLst>
        </pc:spChg>
        <pc:spChg chg="add del mod replST">
          <ac:chgData name="Varun Srivatsan" userId="5215c364-4639-494b-a156-0291b7c83c6d" providerId="ADAL" clId="{109E2DF9-1C2A-4103-865E-2669DE7650AC}" dt="2022-11-17T08:05:32.401" v="100002"/>
          <ac:spMkLst>
            <pc:docMk/>
            <pc:sldMk cId="1730138444" sldId="1817606796"/>
            <ac:spMk id="594" creationId="{F031B9FD-6619-3B64-33D8-B50F7D978996}"/>
          </ac:spMkLst>
        </pc:spChg>
        <pc:spChg chg="add del mod replST">
          <ac:chgData name="Varun Srivatsan" userId="5215c364-4639-494b-a156-0291b7c83c6d" providerId="ADAL" clId="{109E2DF9-1C2A-4103-865E-2669DE7650AC}" dt="2022-11-17T08:05:32.409" v="100003"/>
          <ac:spMkLst>
            <pc:docMk/>
            <pc:sldMk cId="1730138444" sldId="1817606796"/>
            <ac:spMk id="595" creationId="{1725C21F-59C8-FD6B-894B-50924D11CA1B}"/>
          </ac:spMkLst>
        </pc:spChg>
        <pc:spChg chg="add del mod replST">
          <ac:chgData name="Varun Srivatsan" userId="5215c364-4639-494b-a156-0291b7c83c6d" providerId="ADAL" clId="{109E2DF9-1C2A-4103-865E-2669DE7650AC}" dt="2022-11-17T08:05:32.409" v="100004"/>
          <ac:spMkLst>
            <pc:docMk/>
            <pc:sldMk cId="1730138444" sldId="1817606796"/>
            <ac:spMk id="596" creationId="{1E40DFB5-690C-147A-20BB-9E43DBB0EA5E}"/>
          </ac:spMkLst>
        </pc:spChg>
        <pc:spChg chg="add del mod replST">
          <ac:chgData name="Varun Srivatsan" userId="5215c364-4639-494b-a156-0291b7c83c6d" providerId="ADAL" clId="{109E2DF9-1C2A-4103-865E-2669DE7650AC}" dt="2022-11-17T08:05:32.409" v="100005"/>
          <ac:spMkLst>
            <pc:docMk/>
            <pc:sldMk cId="1730138444" sldId="1817606796"/>
            <ac:spMk id="597" creationId="{8E3F40ED-126F-B1AC-D409-1A81798F64FA}"/>
          </ac:spMkLst>
        </pc:spChg>
        <pc:spChg chg="add del mod replST">
          <ac:chgData name="Varun Srivatsan" userId="5215c364-4639-494b-a156-0291b7c83c6d" providerId="ADAL" clId="{109E2DF9-1C2A-4103-865E-2669DE7650AC}" dt="2022-11-17T08:05:32.418" v="100006"/>
          <ac:spMkLst>
            <pc:docMk/>
            <pc:sldMk cId="1730138444" sldId="1817606796"/>
            <ac:spMk id="598" creationId="{F65CECED-5E9F-967D-B250-E07EDEEB2EBB}"/>
          </ac:spMkLst>
        </pc:spChg>
        <pc:spChg chg="add del mod replST">
          <ac:chgData name="Varun Srivatsan" userId="5215c364-4639-494b-a156-0291b7c83c6d" providerId="ADAL" clId="{109E2DF9-1C2A-4103-865E-2669DE7650AC}" dt="2022-11-17T08:05:32.418" v="100007"/>
          <ac:spMkLst>
            <pc:docMk/>
            <pc:sldMk cId="1730138444" sldId="1817606796"/>
            <ac:spMk id="599" creationId="{2CF80E35-946B-B555-7F1B-9DB391ABC237}"/>
          </ac:spMkLst>
        </pc:spChg>
        <pc:spChg chg="add del mod replST">
          <ac:chgData name="Varun Srivatsan" userId="5215c364-4639-494b-a156-0291b7c83c6d" providerId="ADAL" clId="{109E2DF9-1C2A-4103-865E-2669DE7650AC}" dt="2022-11-17T08:05:32.426" v="100008"/>
          <ac:spMkLst>
            <pc:docMk/>
            <pc:sldMk cId="1730138444" sldId="1817606796"/>
            <ac:spMk id="600" creationId="{778BAF7B-8DC3-B50E-D3BD-710B9833FEAF}"/>
          </ac:spMkLst>
        </pc:spChg>
        <pc:spChg chg="add del mod modVis">
          <ac:chgData name="Varun Srivatsan" userId="5215c364-4639-494b-a156-0291b7c83c6d" providerId="ADAL" clId="{109E2DF9-1C2A-4103-865E-2669DE7650AC}" dt="2022-11-17T08:05:32.575" v="100085"/>
          <ac:spMkLst>
            <pc:docMk/>
            <pc:sldMk cId="1730138444" sldId="1817606796"/>
            <ac:spMk id="602" creationId="{548A861E-DEC1-B523-93DA-CC302B315C3B}"/>
          </ac:spMkLst>
        </pc:spChg>
        <pc:spChg chg="add del mod modVis">
          <ac:chgData name="Varun Srivatsan" userId="5215c364-4639-494b-a156-0291b7c83c6d" providerId="ADAL" clId="{109E2DF9-1C2A-4103-865E-2669DE7650AC}" dt="2022-11-17T08:05:42.746" v="100325"/>
          <ac:spMkLst>
            <pc:docMk/>
            <pc:sldMk cId="1730138444" sldId="1817606796"/>
            <ac:spMk id="604" creationId="{1EFF7123-53F6-A15C-3613-740DDC566C5B}"/>
          </ac:spMkLst>
        </pc:spChg>
        <pc:spChg chg="add del mod modVis">
          <ac:chgData name="Varun Srivatsan" userId="5215c364-4639-494b-a156-0291b7c83c6d" providerId="ADAL" clId="{109E2DF9-1C2A-4103-865E-2669DE7650AC}" dt="2022-11-17T08:05:47.347" v="101215"/>
          <ac:spMkLst>
            <pc:docMk/>
            <pc:sldMk cId="1730138444" sldId="1817606796"/>
            <ac:spMk id="606" creationId="{3C69729C-C9A8-5DBF-2043-924CD359109E}"/>
          </ac:spMkLst>
        </pc:spChg>
        <pc:spChg chg="add del mod replST">
          <ac:chgData name="Varun Srivatsan" userId="5215c364-4639-494b-a156-0291b7c83c6d" providerId="ADAL" clId="{109E2DF9-1C2A-4103-865E-2669DE7650AC}" dt="2022-11-17T08:05:48.092" v="101297"/>
          <ac:spMkLst>
            <pc:docMk/>
            <pc:sldMk cId="1730138444" sldId="1817606796"/>
            <ac:spMk id="607" creationId="{39101488-9EC0-3E37-B164-596186907496}"/>
          </ac:spMkLst>
        </pc:spChg>
        <pc:spChg chg="add del mod replST">
          <ac:chgData name="Varun Srivatsan" userId="5215c364-4639-494b-a156-0291b7c83c6d" providerId="ADAL" clId="{109E2DF9-1C2A-4103-865E-2669DE7650AC}" dt="2022-11-17T08:05:48.092" v="101298"/>
          <ac:spMkLst>
            <pc:docMk/>
            <pc:sldMk cId="1730138444" sldId="1817606796"/>
            <ac:spMk id="608" creationId="{D2308DC8-34C6-45D1-1A4B-05D29E88C613}"/>
          </ac:spMkLst>
        </pc:spChg>
        <pc:spChg chg="add del mod replST">
          <ac:chgData name="Varun Srivatsan" userId="5215c364-4639-494b-a156-0291b7c83c6d" providerId="ADAL" clId="{109E2DF9-1C2A-4103-865E-2669DE7650AC}" dt="2022-11-17T08:05:48.092" v="101299"/>
          <ac:spMkLst>
            <pc:docMk/>
            <pc:sldMk cId="1730138444" sldId="1817606796"/>
            <ac:spMk id="609" creationId="{5BAFBD6D-85CE-DEA0-DE1B-B598AC29633B}"/>
          </ac:spMkLst>
        </pc:spChg>
        <pc:spChg chg="add del mod replST">
          <ac:chgData name="Varun Srivatsan" userId="5215c364-4639-494b-a156-0291b7c83c6d" providerId="ADAL" clId="{109E2DF9-1C2A-4103-865E-2669DE7650AC}" dt="2022-11-17T08:05:48.092" v="101300"/>
          <ac:spMkLst>
            <pc:docMk/>
            <pc:sldMk cId="1730138444" sldId="1817606796"/>
            <ac:spMk id="610" creationId="{1624ACF2-A67A-5497-02F2-50F12ADFC881}"/>
          </ac:spMkLst>
        </pc:spChg>
        <pc:spChg chg="add del mod replST">
          <ac:chgData name="Varun Srivatsan" userId="5215c364-4639-494b-a156-0291b7c83c6d" providerId="ADAL" clId="{109E2DF9-1C2A-4103-865E-2669DE7650AC}" dt="2022-11-17T08:05:48.092" v="101301"/>
          <ac:spMkLst>
            <pc:docMk/>
            <pc:sldMk cId="1730138444" sldId="1817606796"/>
            <ac:spMk id="611" creationId="{C8070418-1B60-BFE4-4723-F96BCD27608C}"/>
          </ac:spMkLst>
        </pc:spChg>
        <pc:spChg chg="add del mod replST">
          <ac:chgData name="Varun Srivatsan" userId="5215c364-4639-494b-a156-0291b7c83c6d" providerId="ADAL" clId="{109E2DF9-1C2A-4103-865E-2669DE7650AC}" dt="2022-11-17T08:05:48.092" v="101302"/>
          <ac:spMkLst>
            <pc:docMk/>
            <pc:sldMk cId="1730138444" sldId="1817606796"/>
            <ac:spMk id="612" creationId="{C0017B4E-FE18-235A-776C-582794D62888}"/>
          </ac:spMkLst>
        </pc:spChg>
        <pc:spChg chg="add del mod replST">
          <ac:chgData name="Varun Srivatsan" userId="5215c364-4639-494b-a156-0291b7c83c6d" providerId="ADAL" clId="{109E2DF9-1C2A-4103-865E-2669DE7650AC}" dt="2022-11-17T08:05:48.092" v="101303"/>
          <ac:spMkLst>
            <pc:docMk/>
            <pc:sldMk cId="1730138444" sldId="1817606796"/>
            <ac:spMk id="613" creationId="{107B2114-8010-2C97-D925-FB5EC5F900B6}"/>
          </ac:spMkLst>
        </pc:spChg>
        <pc:spChg chg="add del mod replST">
          <ac:chgData name="Varun Srivatsan" userId="5215c364-4639-494b-a156-0291b7c83c6d" providerId="ADAL" clId="{109E2DF9-1C2A-4103-865E-2669DE7650AC}" dt="2022-11-17T08:05:48.092" v="101304"/>
          <ac:spMkLst>
            <pc:docMk/>
            <pc:sldMk cId="1730138444" sldId="1817606796"/>
            <ac:spMk id="614" creationId="{6A1A5D2D-A106-930C-6E51-D10B1B0C8D66}"/>
          </ac:spMkLst>
        </pc:spChg>
        <pc:spChg chg="add del mod replST">
          <ac:chgData name="Varun Srivatsan" userId="5215c364-4639-494b-a156-0291b7c83c6d" providerId="ADAL" clId="{109E2DF9-1C2A-4103-865E-2669DE7650AC}" dt="2022-11-17T08:05:48.092" v="101305"/>
          <ac:spMkLst>
            <pc:docMk/>
            <pc:sldMk cId="1730138444" sldId="1817606796"/>
            <ac:spMk id="615" creationId="{F90D4152-9CEA-A3BE-6F46-B48BA942DD14}"/>
          </ac:spMkLst>
        </pc:spChg>
        <pc:spChg chg="add del mod replST">
          <ac:chgData name="Varun Srivatsan" userId="5215c364-4639-494b-a156-0291b7c83c6d" providerId="ADAL" clId="{109E2DF9-1C2A-4103-865E-2669DE7650AC}" dt="2022-11-17T08:05:48.100" v="101306"/>
          <ac:spMkLst>
            <pc:docMk/>
            <pc:sldMk cId="1730138444" sldId="1817606796"/>
            <ac:spMk id="616" creationId="{9380E2AD-D94E-BD79-B35C-76929ABF9D91}"/>
          </ac:spMkLst>
        </pc:spChg>
        <pc:spChg chg="add del mod modVis">
          <ac:chgData name="Varun Srivatsan" userId="5215c364-4639-494b-a156-0291b7c83c6d" providerId="ADAL" clId="{109E2DF9-1C2A-4103-865E-2669DE7650AC}" dt="2022-11-17T08:05:48.195" v="101383"/>
          <ac:spMkLst>
            <pc:docMk/>
            <pc:sldMk cId="1730138444" sldId="1817606796"/>
            <ac:spMk id="618" creationId="{34667CA6-FD13-52BF-062F-F79A9D70E5D4}"/>
          </ac:spMkLst>
        </pc:spChg>
        <pc:spChg chg="add del mod modVis">
          <ac:chgData name="Varun Srivatsan" userId="5215c364-4639-494b-a156-0291b7c83c6d" providerId="ADAL" clId="{109E2DF9-1C2A-4103-865E-2669DE7650AC}" dt="2022-11-17T08:05:50.840" v="101567"/>
          <ac:spMkLst>
            <pc:docMk/>
            <pc:sldMk cId="1730138444" sldId="1817606796"/>
            <ac:spMk id="620" creationId="{9358D0A5-3EBE-5E98-DE7A-80E801D5E3CA}"/>
          </ac:spMkLst>
        </pc:spChg>
        <pc:spChg chg="add del mod modVis">
          <ac:chgData name="Varun Srivatsan" userId="5215c364-4639-494b-a156-0291b7c83c6d" providerId="ADAL" clId="{109E2DF9-1C2A-4103-865E-2669DE7650AC}" dt="2022-11-17T08:06:01.496" v="102579"/>
          <ac:spMkLst>
            <pc:docMk/>
            <pc:sldMk cId="1730138444" sldId="1817606796"/>
            <ac:spMk id="623" creationId="{8EADEACC-B5E8-C23D-7ABC-DA554ADF50A7}"/>
          </ac:spMkLst>
        </pc:spChg>
        <pc:spChg chg="add mod replST">
          <ac:chgData name="Varun Srivatsan" userId="5215c364-4639-494b-a156-0291b7c83c6d" providerId="ADAL" clId="{109E2DF9-1C2A-4103-865E-2669DE7650AC}" dt="2022-11-17T08:28:35.201" v="113379"/>
          <ac:spMkLst>
            <pc:docMk/>
            <pc:sldMk cId="1730138444" sldId="1817606796"/>
            <ac:spMk id="624" creationId="{33D45300-B676-C0E1-D0D4-7A7848DD6282}"/>
          </ac:spMkLst>
        </pc:spChg>
        <pc:spChg chg="add mod replST">
          <ac:chgData name="Varun Srivatsan" userId="5215c364-4639-494b-a156-0291b7c83c6d" providerId="ADAL" clId="{109E2DF9-1C2A-4103-865E-2669DE7650AC}" dt="2022-11-17T08:28:35.209" v="113380"/>
          <ac:spMkLst>
            <pc:docMk/>
            <pc:sldMk cId="1730138444" sldId="1817606796"/>
            <ac:spMk id="625" creationId="{38B58FCE-4807-A49D-91EC-5969B7D9CB43}"/>
          </ac:spMkLst>
        </pc:spChg>
        <pc:spChg chg="add del mod replST">
          <ac:chgData name="Varun Srivatsan" userId="5215c364-4639-494b-a156-0291b7c83c6d" providerId="ADAL" clId="{109E2DF9-1C2A-4103-865E-2669DE7650AC}" dt="2022-11-17T08:06:32.973" v="104697"/>
          <ac:spMkLst>
            <pc:docMk/>
            <pc:sldMk cId="1730138444" sldId="1817606796"/>
            <ac:spMk id="626" creationId="{908F300F-3E85-7A21-1073-E329916853A4}"/>
          </ac:spMkLst>
        </pc:spChg>
        <pc:spChg chg="add mod replST">
          <ac:chgData name="Varun Srivatsan" userId="5215c364-4639-494b-a156-0291b7c83c6d" providerId="ADAL" clId="{109E2DF9-1C2A-4103-865E-2669DE7650AC}" dt="2022-11-17T08:10:36.285" v="111231"/>
          <ac:spMkLst>
            <pc:docMk/>
            <pc:sldMk cId="1730138444" sldId="1817606796"/>
            <ac:spMk id="627" creationId="{7B497BAC-3488-2E1A-8382-2C28CAF9B0F9}"/>
          </ac:spMkLst>
        </pc:spChg>
        <pc:spChg chg="add mod replST">
          <ac:chgData name="Varun Srivatsan" userId="5215c364-4639-494b-a156-0291b7c83c6d" providerId="ADAL" clId="{109E2DF9-1C2A-4103-865E-2669DE7650AC}" dt="2022-11-17T08:10:36.285" v="111233"/>
          <ac:spMkLst>
            <pc:docMk/>
            <pc:sldMk cId="1730138444" sldId="1817606796"/>
            <ac:spMk id="628" creationId="{9AEAB8F7-58D9-F7AE-3432-89304DE07E6C}"/>
          </ac:spMkLst>
        </pc:spChg>
        <pc:spChg chg="add mod replST">
          <ac:chgData name="Varun Srivatsan" userId="5215c364-4639-494b-a156-0291b7c83c6d" providerId="ADAL" clId="{109E2DF9-1C2A-4103-865E-2669DE7650AC}" dt="2022-11-17T08:10:36.285" v="111234"/>
          <ac:spMkLst>
            <pc:docMk/>
            <pc:sldMk cId="1730138444" sldId="1817606796"/>
            <ac:spMk id="629" creationId="{3FF0B826-D9D5-5D27-563B-CC73B1B0D982}"/>
          </ac:spMkLst>
        </pc:spChg>
        <pc:spChg chg="add mod ord replST">
          <ac:chgData name="Varun Srivatsan" userId="5215c364-4639-494b-a156-0291b7c83c6d" providerId="ADAL" clId="{109E2DF9-1C2A-4103-865E-2669DE7650AC}" dt="2022-11-17T08:10:36.277" v="111220"/>
          <ac:spMkLst>
            <pc:docMk/>
            <pc:sldMk cId="1730138444" sldId="1817606796"/>
            <ac:spMk id="630" creationId="{A0B9857B-328F-5CF0-D71C-C873731106B0}"/>
          </ac:spMkLst>
        </pc:spChg>
        <pc:spChg chg="add del mod replST">
          <ac:chgData name="Varun Srivatsan" userId="5215c364-4639-494b-a156-0291b7c83c6d" providerId="ADAL" clId="{109E2DF9-1C2A-4103-865E-2669DE7650AC}" dt="2022-11-17T08:06:33.565" v="104833"/>
          <ac:spMkLst>
            <pc:docMk/>
            <pc:sldMk cId="1730138444" sldId="1817606796"/>
            <ac:spMk id="631" creationId="{0F1EA4F9-E064-9C09-1A00-98D23C9CC661}"/>
          </ac:spMkLst>
        </pc:spChg>
        <pc:spChg chg="add del mod replST">
          <ac:chgData name="Varun Srivatsan" userId="5215c364-4639-494b-a156-0291b7c83c6d" providerId="ADAL" clId="{109E2DF9-1C2A-4103-865E-2669DE7650AC}" dt="2022-11-17T08:06:33.565" v="104834"/>
          <ac:spMkLst>
            <pc:docMk/>
            <pc:sldMk cId="1730138444" sldId="1817606796"/>
            <ac:spMk id="632" creationId="{2AAF2242-1B4E-27A0-4D0C-B148206F7750}"/>
          </ac:spMkLst>
        </pc:spChg>
        <pc:spChg chg="add mod replST">
          <ac:chgData name="Varun Srivatsan" userId="5215c364-4639-494b-a156-0291b7c83c6d" providerId="ADAL" clId="{109E2DF9-1C2A-4103-865E-2669DE7650AC}" dt="2022-11-17T08:10:42.970" v="111277"/>
          <ac:spMkLst>
            <pc:docMk/>
            <pc:sldMk cId="1730138444" sldId="1817606796"/>
            <ac:spMk id="635" creationId="{5A48BE7C-710C-73A3-ACE9-DADFCB2B6169}"/>
          </ac:spMkLst>
        </pc:spChg>
        <pc:spChg chg="add del mod replST">
          <ac:chgData name="Varun Srivatsan" userId="5215c364-4639-494b-a156-0291b7c83c6d" providerId="ADAL" clId="{109E2DF9-1C2A-4103-865E-2669DE7650AC}" dt="2022-11-17T08:06:32.973" v="104696"/>
          <ac:spMkLst>
            <pc:docMk/>
            <pc:sldMk cId="1730138444" sldId="1817606796"/>
            <ac:spMk id="636" creationId="{F261A3D8-82BE-208B-774F-A5EB751775A6}"/>
          </ac:spMkLst>
        </pc:spChg>
        <pc:spChg chg="add mod replST">
          <ac:chgData name="Varun Srivatsan" userId="5215c364-4639-494b-a156-0291b7c83c6d" providerId="ADAL" clId="{109E2DF9-1C2A-4103-865E-2669DE7650AC}" dt="2022-11-17T08:10:36.277" v="111207"/>
          <ac:spMkLst>
            <pc:docMk/>
            <pc:sldMk cId="1730138444" sldId="1817606796"/>
            <ac:spMk id="637" creationId="{4F048513-6AEC-DD3A-FD4D-ACAB79BD8395}"/>
          </ac:spMkLst>
        </pc:spChg>
        <pc:spChg chg="add mod replST">
          <ac:chgData name="Varun Srivatsan" userId="5215c364-4639-494b-a156-0291b7c83c6d" providerId="ADAL" clId="{109E2DF9-1C2A-4103-865E-2669DE7650AC}" dt="2022-11-17T08:10:36.277" v="111209"/>
          <ac:spMkLst>
            <pc:docMk/>
            <pc:sldMk cId="1730138444" sldId="1817606796"/>
            <ac:spMk id="638" creationId="{8DA27002-AB80-DBCC-5845-8C5FDA55E236}"/>
          </ac:spMkLst>
        </pc:spChg>
        <pc:spChg chg="add mod replST">
          <ac:chgData name="Varun Srivatsan" userId="5215c364-4639-494b-a156-0291b7c83c6d" providerId="ADAL" clId="{109E2DF9-1C2A-4103-865E-2669DE7650AC}" dt="2022-11-17T08:10:36.277" v="111212"/>
          <ac:spMkLst>
            <pc:docMk/>
            <pc:sldMk cId="1730138444" sldId="1817606796"/>
            <ac:spMk id="639" creationId="{3BFE76A0-78F6-D6E2-B0D7-E03F2064B39E}"/>
          </ac:spMkLst>
        </pc:spChg>
        <pc:graphicFrameChg chg="mod">
          <ac:chgData name="Varun Srivatsan" userId="5215c364-4639-494b-a156-0291b7c83c6d" providerId="ADAL" clId="{109E2DF9-1C2A-4103-865E-2669DE7650AC}" dt="2022-11-17T08:28:35.406" v="113424"/>
          <ac:graphicFrameMkLst>
            <pc:docMk/>
            <pc:sldMk cId="1730138444" sldId="1817606796"/>
            <ac:graphicFrameMk id="7" creationId="{CA188CE8-71A5-489E-AE5E-BD2C5C5FB317}"/>
          </ac:graphicFrameMkLst>
        </pc:graphicFrameChg>
        <pc:graphicFrameChg chg="add del mod replST">
          <ac:chgData name="Varun Srivatsan" userId="5215c364-4639-494b-a156-0291b7c83c6d" providerId="ADAL" clId="{109E2DF9-1C2A-4103-865E-2669DE7650AC}" dt="2022-11-17T08:04:57.858" v="96588"/>
          <ac:graphicFrameMkLst>
            <pc:docMk/>
            <pc:sldMk cId="1730138444" sldId="1817606796"/>
            <ac:graphicFrameMk id="19" creationId="{0E4C4285-67C5-090D-ACCF-7B437E060D93}"/>
          </ac:graphicFrameMkLst>
        </pc:graphicFrameChg>
        <pc:graphicFrameChg chg="add del mod replST">
          <ac:chgData name="Varun Srivatsan" userId="5215c364-4639-494b-a156-0291b7c83c6d" providerId="ADAL" clId="{109E2DF9-1C2A-4103-865E-2669DE7650AC}" dt="2022-11-17T08:05:06.456" v="97657"/>
          <ac:graphicFrameMkLst>
            <pc:docMk/>
            <pc:sldMk cId="1730138444" sldId="1817606796"/>
            <ac:graphicFrameMk id="38" creationId="{9D857C1E-98DC-FCF2-8F09-A83E28375FBD}"/>
          </ac:graphicFrameMkLst>
        </pc:graphicFrameChg>
        <pc:graphicFrameChg chg="add del mod replST">
          <ac:chgData name="Varun Srivatsan" userId="5215c364-4639-494b-a156-0291b7c83c6d" providerId="ADAL" clId="{109E2DF9-1C2A-4103-865E-2669DE7650AC}" dt="2022-11-17T08:06:20.069" v="104093"/>
          <ac:graphicFrameMkLst>
            <pc:docMk/>
            <pc:sldMk cId="1730138444" sldId="1817606796"/>
            <ac:graphicFrameMk id="268" creationId="{A5A5FC63-7F5F-C3DE-0FB5-883FC03DD92E}"/>
          </ac:graphicFrameMkLst>
        </pc:graphicFrameChg>
        <pc:graphicFrameChg chg="add del mod replST">
          <ac:chgData name="Varun Srivatsan" userId="5215c364-4639-494b-a156-0291b7c83c6d" providerId="ADAL" clId="{109E2DF9-1C2A-4103-865E-2669DE7650AC}" dt="2022-11-17T08:06:25.381" v="104553"/>
          <ac:graphicFrameMkLst>
            <pc:docMk/>
            <pc:sldMk cId="1730138444" sldId="1817606796"/>
            <ac:graphicFrameMk id="317" creationId="{E1483EBF-C277-65AB-360D-1B13D50F9C53}"/>
          </ac:graphicFrameMkLst>
        </pc:graphicFrameChg>
        <pc:graphicFrameChg chg="add del mod replST">
          <ac:chgData name="Varun Srivatsan" userId="5215c364-4639-494b-a156-0291b7c83c6d" providerId="ADAL" clId="{109E2DF9-1C2A-4103-865E-2669DE7650AC}" dt="2022-11-17T08:06:33.617" v="104866"/>
          <ac:graphicFrameMkLst>
            <pc:docMk/>
            <pc:sldMk cId="1730138444" sldId="1817606796"/>
            <ac:graphicFrameMk id="319" creationId="{36AAC964-5FD7-5150-442F-E5D7AACCBFF6}"/>
          </ac:graphicFrameMkLst>
        </pc:graphicFrameChg>
        <pc:graphicFrameChg chg="add del mod replST">
          <ac:chgData name="Varun Srivatsan" userId="5215c364-4639-494b-a156-0291b7c83c6d" providerId="ADAL" clId="{109E2DF9-1C2A-4103-865E-2669DE7650AC}" dt="2022-11-17T08:06:39.242" v="105321"/>
          <ac:graphicFrameMkLst>
            <pc:docMk/>
            <pc:sldMk cId="1730138444" sldId="1817606796"/>
            <ac:graphicFrameMk id="322" creationId="{5E26BA17-DE76-FB94-96CA-FB6A2832C7C1}"/>
          </ac:graphicFrameMkLst>
        </pc:graphicFrameChg>
        <pc:graphicFrameChg chg="add del mod replST">
          <ac:chgData name="Varun Srivatsan" userId="5215c364-4639-494b-a156-0291b7c83c6d" providerId="ADAL" clId="{109E2DF9-1C2A-4103-865E-2669DE7650AC}" dt="2022-11-17T08:06:42.103" v="105566"/>
          <ac:graphicFrameMkLst>
            <pc:docMk/>
            <pc:sldMk cId="1730138444" sldId="1817606796"/>
            <ac:graphicFrameMk id="326" creationId="{191F0396-D2E7-0A1D-46A2-B10F65DEDA5A}"/>
          </ac:graphicFrameMkLst>
        </pc:graphicFrameChg>
        <pc:graphicFrameChg chg="add del mod replST">
          <ac:chgData name="Varun Srivatsan" userId="5215c364-4639-494b-a156-0291b7c83c6d" providerId="ADAL" clId="{109E2DF9-1C2A-4103-865E-2669DE7650AC}" dt="2022-11-17T08:06:51.866" v="107679"/>
          <ac:graphicFrameMkLst>
            <pc:docMk/>
            <pc:sldMk cId="1730138444" sldId="1817606796"/>
            <ac:graphicFrameMk id="329" creationId="{AD168E3B-8FCD-1629-36BB-34F33ED83CA6}"/>
          </ac:graphicFrameMkLst>
        </pc:graphicFrameChg>
        <pc:graphicFrameChg chg="add del mod replST">
          <ac:chgData name="Varun Srivatsan" userId="5215c364-4639-494b-a156-0291b7c83c6d" providerId="ADAL" clId="{109E2DF9-1C2A-4103-865E-2669DE7650AC}" dt="2022-11-17T08:06:57.937" v="107886"/>
          <ac:graphicFrameMkLst>
            <pc:docMk/>
            <pc:sldMk cId="1730138444" sldId="1817606796"/>
            <ac:graphicFrameMk id="362" creationId="{B3FB4DDA-FF3A-06E6-E7FB-BD235A1EED39}"/>
          </ac:graphicFrameMkLst>
        </pc:graphicFrameChg>
        <pc:graphicFrameChg chg="add del mod replST">
          <ac:chgData name="Varun Srivatsan" userId="5215c364-4639-494b-a156-0291b7c83c6d" providerId="ADAL" clId="{109E2DF9-1C2A-4103-865E-2669DE7650AC}" dt="2022-11-17T08:07:10.035" v="108196"/>
          <ac:graphicFrameMkLst>
            <pc:docMk/>
            <pc:sldMk cId="1730138444" sldId="1817606796"/>
            <ac:graphicFrameMk id="364" creationId="{59A350B7-E62A-3500-7DA3-FF4BA776127E}"/>
          </ac:graphicFrameMkLst>
        </pc:graphicFrameChg>
        <pc:graphicFrameChg chg="add del mod replST">
          <ac:chgData name="Varun Srivatsan" userId="5215c364-4639-494b-a156-0291b7c83c6d" providerId="ADAL" clId="{109E2DF9-1C2A-4103-865E-2669DE7650AC}" dt="2022-11-17T08:09:15.169" v="108883"/>
          <ac:graphicFrameMkLst>
            <pc:docMk/>
            <pc:sldMk cId="1730138444" sldId="1817606796"/>
            <ac:graphicFrameMk id="366" creationId="{44049CD1-D08C-1F3E-55B9-55FEA3BE9B8E}"/>
          </ac:graphicFrameMkLst>
        </pc:graphicFrameChg>
        <pc:graphicFrameChg chg="add mod replST delST">
          <ac:chgData name="Varun Srivatsan" userId="5215c364-4639-494b-a156-0291b7c83c6d" providerId="ADAL" clId="{109E2DF9-1C2A-4103-865E-2669DE7650AC}" dt="2022-11-17T08:07:39.907" v="108601"/>
          <ac:graphicFrameMkLst>
            <pc:docMk/>
            <pc:sldMk cId="1730138444" sldId="1817606796"/>
            <ac:graphicFrameMk id="368" creationId="{BAE83708-F58F-7E53-224C-DE4E018461FC}"/>
          </ac:graphicFrameMkLst>
        </pc:graphicFrameChg>
        <pc:graphicFrameChg chg="add del mod replST">
          <ac:chgData name="Varun Srivatsan" userId="5215c364-4639-494b-a156-0291b7c83c6d" providerId="ADAL" clId="{109E2DF9-1C2A-4103-865E-2669DE7650AC}" dt="2022-11-17T08:09:17.464" v="109087"/>
          <ac:graphicFrameMkLst>
            <pc:docMk/>
            <pc:sldMk cId="1730138444" sldId="1817606796"/>
            <ac:graphicFrameMk id="370" creationId="{148ADB3F-9FFB-45D1-711B-2907B91AC953}"/>
          </ac:graphicFrameMkLst>
        </pc:graphicFrameChg>
        <pc:graphicFrameChg chg="add del mod replST">
          <ac:chgData name="Varun Srivatsan" userId="5215c364-4639-494b-a156-0291b7c83c6d" providerId="ADAL" clId="{109E2DF9-1C2A-4103-865E-2669DE7650AC}" dt="2022-11-17T08:09:20.922" v="109280"/>
          <ac:graphicFrameMkLst>
            <pc:docMk/>
            <pc:sldMk cId="1730138444" sldId="1817606796"/>
            <ac:graphicFrameMk id="372" creationId="{0171C8ED-DE30-13A9-83A5-E959F8633D59}"/>
          </ac:graphicFrameMkLst>
        </pc:graphicFrameChg>
        <pc:graphicFrameChg chg="add del mod replST">
          <ac:chgData name="Varun Srivatsan" userId="5215c364-4639-494b-a156-0291b7c83c6d" providerId="ADAL" clId="{109E2DF9-1C2A-4103-865E-2669DE7650AC}" dt="2022-11-17T08:09:24.289" v="109454"/>
          <ac:graphicFrameMkLst>
            <pc:docMk/>
            <pc:sldMk cId="1730138444" sldId="1817606796"/>
            <ac:graphicFrameMk id="374" creationId="{5A877600-98FF-7B64-789D-A2F8A12BD41F}"/>
          </ac:graphicFrameMkLst>
        </pc:graphicFrameChg>
        <pc:graphicFrameChg chg="add del mod replST">
          <ac:chgData name="Varun Srivatsan" userId="5215c364-4639-494b-a156-0291b7c83c6d" providerId="ADAL" clId="{109E2DF9-1C2A-4103-865E-2669DE7650AC}" dt="2022-11-17T08:09:40.320" v="109656"/>
          <ac:graphicFrameMkLst>
            <pc:docMk/>
            <pc:sldMk cId="1730138444" sldId="1817606796"/>
            <ac:graphicFrameMk id="376" creationId="{C15DB437-96C0-64CC-8166-D5C357CC0632}"/>
          </ac:graphicFrameMkLst>
        </pc:graphicFrameChg>
        <pc:graphicFrameChg chg="add del mod replST">
          <ac:chgData name="Varun Srivatsan" userId="5215c364-4639-494b-a156-0291b7c83c6d" providerId="ADAL" clId="{109E2DF9-1C2A-4103-865E-2669DE7650AC}" dt="2022-11-17T08:09:49.260" v="109876"/>
          <ac:graphicFrameMkLst>
            <pc:docMk/>
            <pc:sldMk cId="1730138444" sldId="1817606796"/>
            <ac:graphicFrameMk id="378" creationId="{4D910E6F-77E8-A6B8-5F4A-4745BF5AFFDA}"/>
          </ac:graphicFrameMkLst>
        </pc:graphicFrameChg>
        <pc:graphicFrameChg chg="add del mod replST">
          <ac:chgData name="Varun Srivatsan" userId="5215c364-4639-494b-a156-0291b7c83c6d" providerId="ADAL" clId="{109E2DF9-1C2A-4103-865E-2669DE7650AC}" dt="2022-11-17T08:10:30.040" v="110653"/>
          <ac:graphicFrameMkLst>
            <pc:docMk/>
            <pc:sldMk cId="1730138444" sldId="1817606796"/>
            <ac:graphicFrameMk id="380" creationId="{061B6D20-2ACE-040D-F553-C5A523FF835F}"/>
          </ac:graphicFrameMkLst>
        </pc:graphicFrameChg>
        <pc:graphicFrameChg chg="add del mod replST">
          <ac:chgData name="Varun Srivatsan" userId="5215c364-4639-494b-a156-0291b7c83c6d" providerId="ADAL" clId="{109E2DF9-1C2A-4103-865E-2669DE7650AC}" dt="2022-11-17T08:10:33.036" v="110932"/>
          <ac:graphicFrameMkLst>
            <pc:docMk/>
            <pc:sldMk cId="1730138444" sldId="1817606796"/>
            <ac:graphicFrameMk id="388" creationId="{33CB7954-D98E-0672-92EC-D4D72D7573BA}"/>
          </ac:graphicFrameMkLst>
        </pc:graphicFrameChg>
        <pc:graphicFrameChg chg="add del mod replST">
          <ac:chgData name="Varun Srivatsan" userId="5215c364-4639-494b-a156-0291b7c83c6d" providerId="ADAL" clId="{109E2DF9-1C2A-4103-865E-2669DE7650AC}" dt="2022-11-17T08:10:36.213" v="111168"/>
          <ac:graphicFrameMkLst>
            <pc:docMk/>
            <pc:sldMk cId="1730138444" sldId="1817606796"/>
            <ac:graphicFrameMk id="390" creationId="{30C16AF0-4775-1191-38B2-9E9F8629C66A}"/>
          </ac:graphicFrameMkLst>
        </pc:graphicFrameChg>
        <pc:graphicFrameChg chg="add mod replST">
          <ac:chgData name="Varun Srivatsan" userId="5215c364-4639-494b-a156-0291b7c83c6d" providerId="ADAL" clId="{109E2DF9-1C2A-4103-865E-2669DE7650AC}" dt="2022-11-17T08:10:36.261" v="111193"/>
          <ac:graphicFrameMkLst>
            <pc:docMk/>
            <pc:sldMk cId="1730138444" sldId="1817606796"/>
            <ac:graphicFrameMk id="392" creationId="{F7334850-F87C-B23E-39CE-A8E3F34BCDCC}"/>
          </ac:graphicFrameMkLst>
        </pc:graphicFrameChg>
        <pc:graphicFrameChg chg="add del mod replST">
          <ac:chgData name="Varun Srivatsan" userId="5215c364-4639-494b-a156-0291b7c83c6d" providerId="ADAL" clId="{109E2DF9-1C2A-4103-865E-2669DE7650AC}" dt="2022-11-17T08:05:09.341" v="98114"/>
          <ac:graphicFrameMkLst>
            <pc:docMk/>
            <pc:sldMk cId="1730138444" sldId="1817606796"/>
            <ac:graphicFrameMk id="584" creationId="{B5EBD932-C354-6FEA-516D-092847DCE706}"/>
          </ac:graphicFrameMkLst>
        </pc:graphicFrameChg>
        <pc:graphicFrameChg chg="add del mod replST">
          <ac:chgData name="Varun Srivatsan" userId="5215c364-4639-494b-a156-0291b7c83c6d" providerId="ADAL" clId="{109E2DF9-1C2A-4103-865E-2669DE7650AC}" dt="2022-11-17T08:05:15.073" v="98415"/>
          <ac:graphicFrameMkLst>
            <pc:docMk/>
            <pc:sldMk cId="1730138444" sldId="1817606796"/>
            <ac:graphicFrameMk id="586" creationId="{FEF7468C-F3C2-A92F-6ED9-E4FF932020CC}"/>
          </ac:graphicFrameMkLst>
        </pc:graphicFrameChg>
        <pc:graphicFrameChg chg="add del mod replST">
          <ac:chgData name="Varun Srivatsan" userId="5215c364-4639-494b-a156-0291b7c83c6d" providerId="ADAL" clId="{109E2DF9-1C2A-4103-865E-2669DE7650AC}" dt="2022-11-17T08:05:31.418" v="99813"/>
          <ac:graphicFrameMkLst>
            <pc:docMk/>
            <pc:sldMk cId="1730138444" sldId="1817606796"/>
            <ac:graphicFrameMk id="589" creationId="{84BD1C66-3F89-59EB-412F-D49240A7EBBA}"/>
          </ac:graphicFrameMkLst>
        </pc:graphicFrameChg>
        <pc:graphicFrameChg chg="add del mod replST">
          <ac:chgData name="Varun Srivatsan" userId="5215c364-4639-494b-a156-0291b7c83c6d" providerId="ADAL" clId="{109E2DF9-1C2A-4103-865E-2669DE7650AC}" dt="2022-11-17T08:05:32.434" v="100010"/>
          <ac:graphicFrameMkLst>
            <pc:docMk/>
            <pc:sldMk cId="1730138444" sldId="1817606796"/>
            <ac:graphicFrameMk id="601" creationId="{CEC05AEC-B73F-4609-D248-6C19DD540AD2}"/>
          </ac:graphicFrameMkLst>
        </pc:graphicFrameChg>
        <pc:graphicFrameChg chg="add del mod replST">
          <ac:chgData name="Varun Srivatsan" userId="5215c364-4639-494b-a156-0291b7c83c6d" providerId="ADAL" clId="{109E2DF9-1C2A-4103-865E-2669DE7650AC}" dt="2022-11-17T08:05:42.685" v="100238"/>
          <ac:graphicFrameMkLst>
            <pc:docMk/>
            <pc:sldMk cId="1730138444" sldId="1817606796"/>
            <ac:graphicFrameMk id="603" creationId="{C88568BA-DE24-C903-6692-0764580EC6A0}"/>
          </ac:graphicFrameMkLst>
        </pc:graphicFrameChg>
        <pc:graphicFrameChg chg="add del mod replST">
          <ac:chgData name="Varun Srivatsan" userId="5215c364-4639-494b-a156-0291b7c83c6d" providerId="ADAL" clId="{109E2DF9-1C2A-4103-865E-2669DE7650AC}" dt="2022-11-17T08:05:47.266" v="101111"/>
          <ac:graphicFrameMkLst>
            <pc:docMk/>
            <pc:sldMk cId="1730138444" sldId="1817606796"/>
            <ac:graphicFrameMk id="605" creationId="{4DD36AC7-4E5A-455B-D60A-4937810D9816}"/>
          </ac:graphicFrameMkLst>
        </pc:graphicFrameChg>
        <pc:graphicFrameChg chg="add del mod replST">
          <ac:chgData name="Varun Srivatsan" userId="5215c364-4639-494b-a156-0291b7c83c6d" providerId="ADAL" clId="{109E2DF9-1C2A-4103-865E-2669DE7650AC}" dt="2022-11-17T08:05:48.100" v="101308"/>
          <ac:graphicFrameMkLst>
            <pc:docMk/>
            <pc:sldMk cId="1730138444" sldId="1817606796"/>
            <ac:graphicFrameMk id="617" creationId="{25304FCB-3712-F615-6FF3-B65840215E81}"/>
          </ac:graphicFrameMkLst>
        </pc:graphicFrameChg>
        <pc:graphicFrameChg chg="add del mod replST">
          <ac:chgData name="Varun Srivatsan" userId="5215c364-4639-494b-a156-0291b7c83c6d" providerId="ADAL" clId="{109E2DF9-1C2A-4103-865E-2669DE7650AC}" dt="2022-11-17T08:05:50.783" v="101482"/>
          <ac:graphicFrameMkLst>
            <pc:docMk/>
            <pc:sldMk cId="1730138444" sldId="1817606796"/>
            <ac:graphicFrameMk id="619" creationId="{F2AAC723-AAA6-61E5-7408-14C6F5BAC0AF}"/>
          </ac:graphicFrameMkLst>
        </pc:graphicFrameChg>
        <pc:graphicFrameChg chg="add del mod replST">
          <ac:chgData name="Varun Srivatsan" userId="5215c364-4639-494b-a156-0291b7c83c6d" providerId="ADAL" clId="{109E2DF9-1C2A-4103-865E-2669DE7650AC}" dt="2022-11-17T08:05:52.178" v="101615"/>
          <ac:graphicFrameMkLst>
            <pc:docMk/>
            <pc:sldMk cId="1730138444" sldId="1817606796"/>
            <ac:graphicFrameMk id="621" creationId="{B62E0125-5D29-7C5F-1D1C-1DA7154CC800}"/>
          </ac:graphicFrameMkLst>
        </pc:graphicFrameChg>
        <pc:graphicFrameChg chg="del">
          <ac:chgData name="Varun Srivatsan" userId="5215c364-4639-494b-a156-0291b7c83c6d" providerId="ADAL" clId="{109E2DF9-1C2A-4103-865E-2669DE7650AC}" dt="2022-11-17T08:04:31.111" v="95006"/>
          <ac:graphicFrameMkLst>
            <pc:docMk/>
            <pc:sldMk cId="1730138444" sldId="1817606796"/>
            <ac:graphicFrameMk id="622" creationId="{193FE2BC-81D5-9032-06C7-BD5FE01123A3}"/>
          </ac:graphicFrameMkLst>
        </pc:graphicFrameChg>
        <pc:graphicFrameChg chg="add del mod replST">
          <ac:chgData name="Varun Srivatsan" userId="5215c364-4639-494b-a156-0291b7c83c6d" providerId="ADAL" clId="{109E2DF9-1C2A-4103-865E-2669DE7650AC}" dt="2022-11-17T08:06:14.441" v="103158"/>
          <ac:graphicFrameMkLst>
            <pc:docMk/>
            <pc:sldMk cId="1730138444" sldId="1817606796"/>
            <ac:graphicFrameMk id="633" creationId="{16881DE6-0122-41E9-E16F-789A0012F31A}"/>
          </ac:graphicFrameMkLst>
        </pc:graphicFrameChg>
        <pc:cxnChg chg="add del mod ord replST">
          <ac:chgData name="Varun Srivatsan" userId="5215c364-4639-494b-a156-0291b7c83c6d" providerId="ADAL" clId="{109E2DF9-1C2A-4103-865E-2669DE7650AC}" dt="2022-11-17T08:05:52.170" v="101612"/>
          <ac:cxnSpMkLst>
            <pc:docMk/>
            <pc:sldMk cId="1730138444" sldId="1817606796"/>
            <ac:cxnSpMk id="20" creationId="{FBC63121-06C3-D962-6F1E-0B19C162B735}"/>
          </ac:cxnSpMkLst>
        </pc:cxnChg>
        <pc:cxnChg chg="add del mod ord replST">
          <ac:chgData name="Varun Srivatsan" userId="5215c364-4639-494b-a156-0291b7c83c6d" providerId="ADAL" clId="{109E2DF9-1C2A-4103-865E-2669DE7650AC}" dt="2022-11-17T08:05:14.374" v="98243"/>
          <ac:cxnSpMkLst>
            <pc:docMk/>
            <pc:sldMk cId="1730138444" sldId="1817606796"/>
            <ac:cxnSpMk id="54" creationId="{2E941E92-4E05-9558-71A0-BDCF20DE7CD4}"/>
          </ac:cxnSpMkLst>
        </pc:cxnChg>
        <pc:cxnChg chg="add del mod ord replST">
          <ac:chgData name="Varun Srivatsan" userId="5215c364-4639-494b-a156-0291b7c83c6d" providerId="ADAL" clId="{109E2DF9-1C2A-4103-865E-2669DE7650AC}" dt="2022-11-17T08:05:14.416" v="98246"/>
          <ac:cxnSpMkLst>
            <pc:docMk/>
            <pc:sldMk cId="1730138444" sldId="1817606796"/>
            <ac:cxnSpMk id="55" creationId="{3718EE49-E9FE-4B67-6A73-167F36C8CE9C}"/>
          </ac:cxnSpMkLst>
        </pc:cxnChg>
        <pc:cxnChg chg="add del mod ord replST">
          <ac:chgData name="Varun Srivatsan" userId="5215c364-4639-494b-a156-0291b7c83c6d" providerId="ADAL" clId="{109E2DF9-1C2A-4103-865E-2669DE7650AC}" dt="2022-11-17T08:05:14.416" v="98249"/>
          <ac:cxnSpMkLst>
            <pc:docMk/>
            <pc:sldMk cId="1730138444" sldId="1817606796"/>
            <ac:cxnSpMk id="60" creationId="{4A84F8FA-EBA4-16DC-6C52-BADD260DB3A0}"/>
          </ac:cxnSpMkLst>
        </pc:cxnChg>
        <pc:cxnChg chg="add del mod ord replST">
          <ac:chgData name="Varun Srivatsan" userId="5215c364-4639-494b-a156-0291b7c83c6d" providerId="ADAL" clId="{109E2DF9-1C2A-4103-865E-2669DE7650AC}" dt="2022-11-17T08:05:52.161" v="101576"/>
          <ac:cxnSpMkLst>
            <pc:docMk/>
            <pc:sldMk cId="1730138444" sldId="1817606796"/>
            <ac:cxnSpMk id="61" creationId="{ECCF1D88-9218-79FE-CC66-A9751FE1E5FC}"/>
          </ac:cxnSpMkLst>
        </pc:cxnChg>
        <pc:cxnChg chg="add del mod ord replST">
          <ac:chgData name="Varun Srivatsan" userId="5215c364-4639-494b-a156-0291b7c83c6d" providerId="ADAL" clId="{109E2DF9-1C2A-4103-865E-2669DE7650AC}" dt="2022-11-17T08:05:52.161" v="101579"/>
          <ac:cxnSpMkLst>
            <pc:docMk/>
            <pc:sldMk cId="1730138444" sldId="1817606796"/>
            <ac:cxnSpMk id="62" creationId="{7AA1E73D-E5D4-CDF6-2AE2-57EC158F670E}"/>
          </ac:cxnSpMkLst>
        </pc:cxnChg>
        <pc:cxnChg chg="add del mod ord replST">
          <ac:chgData name="Varun Srivatsan" userId="5215c364-4639-494b-a156-0291b7c83c6d" providerId="ADAL" clId="{109E2DF9-1C2A-4103-865E-2669DE7650AC}" dt="2022-11-17T08:05:52.161" v="101582"/>
          <ac:cxnSpMkLst>
            <pc:docMk/>
            <pc:sldMk cId="1730138444" sldId="1817606796"/>
            <ac:cxnSpMk id="63" creationId="{B679781A-B772-B7B5-AEEE-EEAEF92B6D82}"/>
          </ac:cxnSpMkLst>
        </pc:cxnChg>
        <pc:cxnChg chg="add del mod ord replST">
          <ac:chgData name="Varun Srivatsan" userId="5215c364-4639-494b-a156-0291b7c83c6d" providerId="ADAL" clId="{109E2DF9-1C2A-4103-865E-2669DE7650AC}" dt="2022-11-17T08:06:32.953" v="104688"/>
          <ac:cxnSpMkLst>
            <pc:docMk/>
            <pc:sldMk cId="1730138444" sldId="1817606796"/>
            <ac:cxnSpMk id="286" creationId="{EA18FAB8-AD02-FBD1-1FF9-8C8E429C2BD8}"/>
          </ac:cxnSpMkLst>
        </pc:cxnChg>
        <pc:cxnChg chg="add del mod ord replST">
          <ac:chgData name="Varun Srivatsan" userId="5215c364-4639-494b-a156-0291b7c83c6d" providerId="ADAL" clId="{109E2DF9-1C2A-4103-865E-2669DE7650AC}" dt="2022-11-17T08:06:33.122" v="104728"/>
          <ac:cxnSpMkLst>
            <pc:docMk/>
            <pc:sldMk cId="1730138444" sldId="1817606796"/>
            <ac:cxnSpMk id="287" creationId="{C31C11CB-6099-24D0-2313-1767A5A475B9}"/>
          </ac:cxnSpMkLst>
        </pc:cxnChg>
        <pc:cxnChg chg="add del mod ord replST">
          <ac:chgData name="Varun Srivatsan" userId="5215c364-4639-494b-a156-0291b7c83c6d" providerId="ADAL" clId="{109E2DF9-1C2A-4103-865E-2669DE7650AC}" dt="2022-11-17T08:06:33.122" v="104726"/>
          <ac:cxnSpMkLst>
            <pc:docMk/>
            <pc:sldMk cId="1730138444" sldId="1817606796"/>
            <ac:cxnSpMk id="288" creationId="{E18EC105-F6C9-6271-234A-C12288C7F1C7}"/>
          </ac:cxnSpMkLst>
        </pc:cxnChg>
        <pc:cxnChg chg="add del mod ord replST">
          <ac:chgData name="Varun Srivatsan" userId="5215c364-4639-494b-a156-0291b7c83c6d" providerId="ADAL" clId="{109E2DF9-1C2A-4103-865E-2669DE7650AC}" dt="2022-11-17T08:06:32.965" v="104691"/>
          <ac:cxnSpMkLst>
            <pc:docMk/>
            <pc:sldMk cId="1730138444" sldId="1817606796"/>
            <ac:cxnSpMk id="289" creationId="{AD02BC39-DBCF-F66B-A848-AB1D4968E71B}"/>
          </ac:cxnSpMkLst>
        </pc:cxnChg>
        <pc:cxnChg chg="add del mod ord replST">
          <ac:chgData name="Varun Srivatsan" userId="5215c364-4639-494b-a156-0291b7c83c6d" providerId="ADAL" clId="{109E2DF9-1C2A-4103-865E-2669DE7650AC}" dt="2022-11-17T08:06:33.130" v="104732"/>
          <ac:cxnSpMkLst>
            <pc:docMk/>
            <pc:sldMk cId="1730138444" sldId="1817606796"/>
            <ac:cxnSpMk id="290" creationId="{A2C5F583-DBBE-F46A-337B-A28EE0217EFC}"/>
          </ac:cxnSpMkLst>
        </pc:cxnChg>
        <pc:cxnChg chg="add del mod ord replST">
          <ac:chgData name="Varun Srivatsan" userId="5215c364-4639-494b-a156-0291b7c83c6d" providerId="ADAL" clId="{109E2DF9-1C2A-4103-865E-2669DE7650AC}" dt="2022-11-17T08:06:33.122" v="104730"/>
          <ac:cxnSpMkLst>
            <pc:docMk/>
            <pc:sldMk cId="1730138444" sldId="1817606796"/>
            <ac:cxnSpMk id="291" creationId="{99808E1D-0A72-2AEB-BCB4-315B52C34A85}"/>
          </ac:cxnSpMkLst>
        </pc:cxnChg>
        <pc:cxnChg chg="add del mod ord replST">
          <ac:chgData name="Varun Srivatsan" userId="5215c364-4639-494b-a156-0291b7c83c6d" providerId="ADAL" clId="{109E2DF9-1C2A-4103-865E-2669DE7650AC}" dt="2022-11-17T08:06:32.971" v="104694"/>
          <ac:cxnSpMkLst>
            <pc:docMk/>
            <pc:sldMk cId="1730138444" sldId="1817606796"/>
            <ac:cxnSpMk id="292" creationId="{54A68E15-E4D0-FD15-13AC-868C3223CDB9}"/>
          </ac:cxnSpMkLst>
        </pc:cxnChg>
        <pc:cxnChg chg="add del mod ord replST">
          <ac:chgData name="Varun Srivatsan" userId="5215c364-4639-494b-a156-0291b7c83c6d" providerId="ADAL" clId="{109E2DF9-1C2A-4103-865E-2669DE7650AC}" dt="2022-11-17T08:06:33.130" v="104736"/>
          <ac:cxnSpMkLst>
            <pc:docMk/>
            <pc:sldMk cId="1730138444" sldId="1817606796"/>
            <ac:cxnSpMk id="304" creationId="{37EBB683-4253-0E1B-9F10-0ADFFBC21FAE}"/>
          </ac:cxnSpMkLst>
        </pc:cxnChg>
        <pc:cxnChg chg="add del mod ord replST">
          <ac:chgData name="Varun Srivatsan" userId="5215c364-4639-494b-a156-0291b7c83c6d" providerId="ADAL" clId="{109E2DF9-1C2A-4103-865E-2669DE7650AC}" dt="2022-11-17T08:06:33.130" v="104734"/>
          <ac:cxnSpMkLst>
            <pc:docMk/>
            <pc:sldMk cId="1730138444" sldId="1817606796"/>
            <ac:cxnSpMk id="305" creationId="{FF95C8E9-8306-077D-D29C-23C375E54A9A}"/>
          </ac:cxnSpMkLst>
        </pc:cxnChg>
        <pc:cxnChg chg="add del mod ord replST">
          <ac:chgData name="Varun Srivatsan" userId="5215c364-4639-494b-a156-0291b7c83c6d" providerId="ADAL" clId="{109E2DF9-1C2A-4103-865E-2669DE7650AC}" dt="2022-11-17T08:06:39.186" v="105192"/>
          <ac:cxnSpMkLst>
            <pc:docMk/>
            <pc:sldMk cId="1730138444" sldId="1817606796"/>
            <ac:cxnSpMk id="306" creationId="{95D416C0-CF09-6937-20ED-50CD1BB4111F}"/>
          </ac:cxnSpMkLst>
        </pc:cxnChg>
        <pc:cxnChg chg="add del mod ord replST">
          <ac:chgData name="Varun Srivatsan" userId="5215c364-4639-494b-a156-0291b7c83c6d" providerId="ADAL" clId="{109E2DF9-1C2A-4103-865E-2669DE7650AC}" dt="2022-11-17T08:06:51.797" v="107590"/>
          <ac:cxnSpMkLst>
            <pc:docMk/>
            <pc:sldMk cId="1730138444" sldId="1817606796"/>
            <ac:cxnSpMk id="307" creationId="{0172B7D3-417A-2B02-BB19-EDB8543E4467}"/>
          </ac:cxnSpMkLst>
        </pc:cxnChg>
        <pc:cxnChg chg="add del mod ord replST">
          <ac:chgData name="Varun Srivatsan" userId="5215c364-4639-494b-a156-0291b7c83c6d" providerId="ADAL" clId="{109E2DF9-1C2A-4103-865E-2669DE7650AC}" dt="2022-11-17T08:06:51.806" v="107600"/>
          <ac:cxnSpMkLst>
            <pc:docMk/>
            <pc:sldMk cId="1730138444" sldId="1817606796"/>
            <ac:cxnSpMk id="308" creationId="{B4213A93-698C-BDF9-E158-08A9979C2B6D}"/>
          </ac:cxnSpMkLst>
        </pc:cxnChg>
        <pc:cxnChg chg="add del mod ord replST">
          <ac:chgData name="Varun Srivatsan" userId="5215c364-4639-494b-a156-0291b7c83c6d" providerId="ADAL" clId="{109E2DF9-1C2A-4103-865E-2669DE7650AC}" dt="2022-11-17T08:06:51.815" v="107610"/>
          <ac:cxnSpMkLst>
            <pc:docMk/>
            <pc:sldMk cId="1730138444" sldId="1817606796"/>
            <ac:cxnSpMk id="309" creationId="{DC905FF6-F99C-0EC4-1B30-7AA1AA1E1E88}"/>
          </ac:cxnSpMkLst>
        </pc:cxnChg>
        <pc:cxnChg chg="add del mod ord replST">
          <ac:chgData name="Varun Srivatsan" userId="5215c364-4639-494b-a156-0291b7c83c6d" providerId="ADAL" clId="{109E2DF9-1C2A-4103-865E-2669DE7650AC}" dt="2022-11-17T08:06:51.826" v="107620"/>
          <ac:cxnSpMkLst>
            <pc:docMk/>
            <pc:sldMk cId="1730138444" sldId="1817606796"/>
            <ac:cxnSpMk id="310" creationId="{9BA250CE-91FB-D490-1FF1-96417A56E69F}"/>
          </ac:cxnSpMkLst>
        </pc:cxnChg>
        <pc:cxnChg chg="add del mod ord replST">
          <ac:chgData name="Varun Srivatsan" userId="5215c364-4639-494b-a156-0291b7c83c6d" providerId="ADAL" clId="{109E2DF9-1C2A-4103-865E-2669DE7650AC}" dt="2022-11-17T08:06:51.826" v="107630"/>
          <ac:cxnSpMkLst>
            <pc:docMk/>
            <pc:sldMk cId="1730138444" sldId="1817606796"/>
            <ac:cxnSpMk id="311" creationId="{3D34D021-541C-0388-22B9-08E25652493D}"/>
          </ac:cxnSpMkLst>
        </pc:cxnChg>
        <pc:cxnChg chg="add del mod ord replST">
          <ac:chgData name="Varun Srivatsan" userId="5215c364-4639-494b-a156-0291b7c83c6d" providerId="ADAL" clId="{109E2DF9-1C2A-4103-865E-2669DE7650AC}" dt="2022-11-17T08:06:51.837" v="107637"/>
          <ac:cxnSpMkLst>
            <pc:docMk/>
            <pc:sldMk cId="1730138444" sldId="1817606796"/>
            <ac:cxnSpMk id="312" creationId="{E1A2B93D-4D20-137B-2FF7-AAE0FFFA34DF}"/>
          </ac:cxnSpMkLst>
        </pc:cxnChg>
        <pc:cxnChg chg="add del mod ord replST">
          <ac:chgData name="Varun Srivatsan" userId="5215c364-4639-494b-a156-0291b7c83c6d" providerId="ADAL" clId="{109E2DF9-1C2A-4103-865E-2669DE7650AC}" dt="2022-11-17T08:06:51.844" v="107646"/>
          <ac:cxnSpMkLst>
            <pc:docMk/>
            <pc:sldMk cId="1730138444" sldId="1817606796"/>
            <ac:cxnSpMk id="313" creationId="{90D6FD50-F4F5-6B67-7374-5E38C44A33B1}"/>
          </ac:cxnSpMkLst>
        </pc:cxnChg>
        <pc:cxnChg chg="add del mod ord replST">
          <ac:chgData name="Varun Srivatsan" userId="5215c364-4639-494b-a156-0291b7c83c6d" providerId="ADAL" clId="{109E2DF9-1C2A-4103-865E-2669DE7650AC}" dt="2022-11-17T08:06:51.846" v="107656"/>
          <ac:cxnSpMkLst>
            <pc:docMk/>
            <pc:sldMk cId="1730138444" sldId="1817606796"/>
            <ac:cxnSpMk id="314" creationId="{443E8262-161D-A43E-AC0B-863161391CD2}"/>
          </ac:cxnSpMkLst>
        </pc:cxnChg>
        <pc:cxnChg chg="add del mod ord replST">
          <ac:chgData name="Varun Srivatsan" userId="5215c364-4639-494b-a156-0291b7c83c6d" providerId="ADAL" clId="{109E2DF9-1C2A-4103-865E-2669DE7650AC}" dt="2022-11-17T08:06:51.856" v="107666"/>
          <ac:cxnSpMkLst>
            <pc:docMk/>
            <pc:sldMk cId="1730138444" sldId="1817606796"/>
            <ac:cxnSpMk id="315" creationId="{AAB5743B-000D-674C-6FE0-CA920BEC1829}"/>
          </ac:cxnSpMkLst>
        </pc:cxnChg>
        <pc:cxnChg chg="add del mod ord replST">
          <ac:chgData name="Varun Srivatsan" userId="5215c364-4639-494b-a156-0291b7c83c6d" providerId="ADAL" clId="{109E2DF9-1C2A-4103-865E-2669DE7650AC}" dt="2022-11-17T08:06:51.864" v="107676"/>
          <ac:cxnSpMkLst>
            <pc:docMk/>
            <pc:sldMk cId="1730138444" sldId="1817606796"/>
            <ac:cxnSpMk id="316" creationId="{E19C68AC-2F11-9350-693C-2150D19B2C4B}"/>
          </ac:cxnSpMkLst>
        </pc:cxnChg>
        <pc:cxnChg chg="add del mod ord replST">
          <ac:chgData name="Varun Srivatsan" userId="5215c364-4639-494b-a156-0291b7c83c6d" providerId="ADAL" clId="{109E2DF9-1C2A-4103-865E-2669DE7650AC}" dt="2022-11-17T08:06:39.178" v="105179"/>
          <ac:cxnSpMkLst>
            <pc:docMk/>
            <pc:sldMk cId="1730138444" sldId="1817606796"/>
            <ac:cxnSpMk id="321" creationId="{C1C63BAE-3881-801A-87FF-3FCA6CAE7009}"/>
          </ac:cxnSpMkLst>
        </pc:cxnChg>
        <pc:cxnChg chg="add del mod ord replST">
          <ac:chgData name="Varun Srivatsan" userId="5215c364-4639-494b-a156-0291b7c83c6d" providerId="ADAL" clId="{109E2DF9-1C2A-4103-865E-2669DE7650AC}" dt="2022-11-17T08:06:51.774" v="107565"/>
          <ac:cxnSpMkLst>
            <pc:docMk/>
            <pc:sldMk cId="1730138444" sldId="1817606796"/>
            <ac:cxnSpMk id="325" creationId="{AA9F41B6-8DA0-BE93-AB27-01B1D01D0C66}"/>
          </ac:cxnSpMkLst>
        </pc:cxnChg>
        <pc:cxnChg chg="del">
          <ac:chgData name="Varun Srivatsan" userId="5215c364-4639-494b-a156-0291b7c83c6d" providerId="ADAL" clId="{109E2DF9-1C2A-4103-865E-2669DE7650AC}" dt="2022-11-17T08:04:31.104" v="94994"/>
          <ac:cxnSpMkLst>
            <pc:docMk/>
            <pc:sldMk cId="1730138444" sldId="1817606796"/>
            <ac:cxnSpMk id="422" creationId="{0DDDA884-0894-AAC1-4B09-7F19D680B725}"/>
          </ac:cxnSpMkLst>
        </pc:cxnChg>
        <pc:cxnChg chg="add del mod ord replST">
          <ac:chgData name="Varun Srivatsan" userId="5215c364-4639-494b-a156-0291b7c83c6d" providerId="ADAL" clId="{109E2DF9-1C2A-4103-865E-2669DE7650AC}" dt="2022-11-17T08:05:52.165" v="101585"/>
          <ac:cxnSpMkLst>
            <pc:docMk/>
            <pc:sldMk cId="1730138444" sldId="1817606796"/>
            <ac:cxnSpMk id="576" creationId="{D21236EF-CBC1-40E6-EB2C-D6FA3DB7FC4B}"/>
          </ac:cxnSpMkLst>
        </pc:cxnChg>
        <pc:cxnChg chg="add del mod ord replST">
          <ac:chgData name="Varun Srivatsan" userId="5215c364-4639-494b-a156-0291b7c83c6d" providerId="ADAL" clId="{109E2DF9-1C2A-4103-865E-2669DE7650AC}" dt="2022-11-17T08:05:52.165" v="101588"/>
          <ac:cxnSpMkLst>
            <pc:docMk/>
            <pc:sldMk cId="1730138444" sldId="1817606796"/>
            <ac:cxnSpMk id="577" creationId="{EEDB3B75-7065-9376-A466-C7AD9D20B563}"/>
          </ac:cxnSpMkLst>
        </pc:cxnChg>
        <pc:cxnChg chg="add del mod ord replST">
          <ac:chgData name="Varun Srivatsan" userId="5215c364-4639-494b-a156-0291b7c83c6d" providerId="ADAL" clId="{109E2DF9-1C2A-4103-865E-2669DE7650AC}" dt="2022-11-17T08:05:52.165" v="101591"/>
          <ac:cxnSpMkLst>
            <pc:docMk/>
            <pc:sldMk cId="1730138444" sldId="1817606796"/>
            <ac:cxnSpMk id="578" creationId="{6FE638F6-C4F4-4154-5D5D-F3A7CD39D83A}"/>
          </ac:cxnSpMkLst>
        </pc:cxnChg>
        <pc:cxnChg chg="add del mod ord replST">
          <ac:chgData name="Varun Srivatsan" userId="5215c364-4639-494b-a156-0291b7c83c6d" providerId="ADAL" clId="{109E2DF9-1C2A-4103-865E-2669DE7650AC}" dt="2022-11-17T08:05:52.165" v="101594"/>
          <ac:cxnSpMkLst>
            <pc:docMk/>
            <pc:sldMk cId="1730138444" sldId="1817606796"/>
            <ac:cxnSpMk id="579" creationId="{FC09C787-CD31-E672-9C0B-78B23695BE7F}"/>
          </ac:cxnSpMkLst>
        </pc:cxnChg>
        <pc:cxnChg chg="add del mod ord replST">
          <ac:chgData name="Varun Srivatsan" userId="5215c364-4639-494b-a156-0291b7c83c6d" providerId="ADAL" clId="{109E2DF9-1C2A-4103-865E-2669DE7650AC}" dt="2022-11-17T08:05:52.170" v="101597"/>
          <ac:cxnSpMkLst>
            <pc:docMk/>
            <pc:sldMk cId="1730138444" sldId="1817606796"/>
            <ac:cxnSpMk id="580" creationId="{5E40983C-84D1-6249-BA6A-52DCF89776D9}"/>
          </ac:cxnSpMkLst>
        </pc:cxnChg>
        <pc:cxnChg chg="add del mod ord replST">
          <ac:chgData name="Varun Srivatsan" userId="5215c364-4639-494b-a156-0291b7c83c6d" providerId="ADAL" clId="{109E2DF9-1C2A-4103-865E-2669DE7650AC}" dt="2022-11-17T08:05:52.170" v="101600"/>
          <ac:cxnSpMkLst>
            <pc:docMk/>
            <pc:sldMk cId="1730138444" sldId="1817606796"/>
            <ac:cxnSpMk id="581" creationId="{2C9571E2-067A-E6A1-DABA-3521FC426C70}"/>
          </ac:cxnSpMkLst>
        </pc:cxnChg>
        <pc:cxnChg chg="add del mod ord replST">
          <ac:chgData name="Varun Srivatsan" userId="5215c364-4639-494b-a156-0291b7c83c6d" providerId="ADAL" clId="{109E2DF9-1C2A-4103-865E-2669DE7650AC}" dt="2022-11-17T08:05:52.170" v="101603"/>
          <ac:cxnSpMkLst>
            <pc:docMk/>
            <pc:sldMk cId="1730138444" sldId="1817606796"/>
            <ac:cxnSpMk id="582" creationId="{C539C54A-A8F0-274F-1271-11D682F834B7}"/>
          </ac:cxnSpMkLst>
        </pc:cxnChg>
        <pc:cxnChg chg="add del mod ord replST">
          <ac:chgData name="Varun Srivatsan" userId="5215c364-4639-494b-a156-0291b7c83c6d" providerId="ADAL" clId="{109E2DF9-1C2A-4103-865E-2669DE7650AC}" dt="2022-11-17T08:05:52.170" v="101606"/>
          <ac:cxnSpMkLst>
            <pc:docMk/>
            <pc:sldMk cId="1730138444" sldId="1817606796"/>
            <ac:cxnSpMk id="583" creationId="{BDDFA733-A544-3688-9462-BFC020C9704E}"/>
          </ac:cxnSpMkLst>
        </pc:cxnChg>
        <pc:cxnChg chg="add del mod ord replST">
          <ac:chgData name="Varun Srivatsan" userId="5215c364-4639-494b-a156-0291b7c83c6d" providerId="ADAL" clId="{109E2DF9-1C2A-4103-865E-2669DE7650AC}" dt="2022-11-17T08:05:52.157" v="101573"/>
          <ac:cxnSpMkLst>
            <pc:docMk/>
            <pc:sldMk cId="1730138444" sldId="1817606796"/>
            <ac:cxnSpMk id="588" creationId="{B2CB9179-DA71-A8E6-985B-FB13F8D03958}"/>
          </ac:cxnSpMkLst>
        </pc:cxnChg>
        <pc:cxnChg chg="add mod ord replST">
          <ac:chgData name="Varun Srivatsan" userId="5215c364-4639-494b-a156-0291b7c83c6d" providerId="ADAL" clId="{109E2DF9-1C2A-4103-865E-2669DE7650AC}" dt="2022-11-17T08:27:03.252" v="112273" actId="16931"/>
          <ac:cxnSpMkLst>
            <pc:docMk/>
            <pc:sldMk cId="1730138444" sldId="1817606796"/>
            <ac:cxnSpMk id="634" creationId="{ADB3E304-07A3-D58A-26A0-A7E5905D0B9E}"/>
          </ac:cxnSpMkLst>
        </pc:cxnChg>
      </pc:sldChg>
      <pc:sldChg chg="addSp delSp modSp add del mod">
        <pc:chgData name="Varun Srivatsan" userId="5215c364-4639-494b-a156-0291b7c83c6d" providerId="ADAL" clId="{109E2DF9-1C2A-4103-865E-2669DE7650AC}" dt="2022-11-17T09:01:49.802" v="119189" actId="2696"/>
        <pc:sldMkLst>
          <pc:docMk/>
          <pc:sldMk cId="677453133" sldId="1817606797"/>
        </pc:sldMkLst>
        <pc:spChg chg="add del mod modVis">
          <ac:chgData name="Varun Srivatsan" userId="5215c364-4639-494b-a156-0291b7c83c6d" providerId="ADAL" clId="{109E2DF9-1C2A-4103-865E-2669DE7650AC}" dt="2022-11-17T08:43:18.365" v="113984"/>
          <ac:spMkLst>
            <pc:docMk/>
            <pc:sldMk cId="677453133" sldId="1817606797"/>
            <ac:spMk id="2" creationId="{E18192D7-E400-3247-39F3-52936C01BE9B}"/>
          </ac:spMkLst>
        </pc:spChg>
        <pc:spChg chg="mod ord">
          <ac:chgData name="Varun Srivatsan" userId="5215c364-4639-494b-a156-0291b7c83c6d" providerId="ADAL" clId="{109E2DF9-1C2A-4103-865E-2669DE7650AC}" dt="2022-11-17T09:01:20.875" v="119135" actId="948"/>
          <ac:spMkLst>
            <pc:docMk/>
            <pc:sldMk cId="677453133" sldId="1817606797"/>
            <ac:spMk id="4" creationId="{E70D199F-9DE3-4375-934A-3A5E66EFBEF6}"/>
          </ac:spMkLst>
        </pc:spChg>
        <pc:spChg chg="add del mod modVis">
          <ac:chgData name="Varun Srivatsan" userId="5215c364-4639-494b-a156-0291b7c83c6d" providerId="ADAL" clId="{109E2DF9-1C2A-4103-865E-2669DE7650AC}" dt="2022-11-17T08:43:20.869" v="114586"/>
          <ac:spMkLst>
            <pc:docMk/>
            <pc:sldMk cId="677453133" sldId="1817606797"/>
            <ac:spMk id="5" creationId="{084FD3C9-22FD-18F5-7084-58AD81B7ACED}"/>
          </ac:spMkLst>
        </pc:spChg>
        <pc:spChg chg="mod ord">
          <ac:chgData name="Varun Srivatsan" userId="5215c364-4639-494b-a156-0291b7c83c6d" providerId="ADAL" clId="{109E2DF9-1C2A-4103-865E-2669DE7650AC}" dt="2022-11-17T08:59:00.138" v="118919"/>
          <ac:spMkLst>
            <pc:docMk/>
            <pc:sldMk cId="677453133" sldId="1817606797"/>
            <ac:spMk id="6" creationId="{D7804F4B-D973-4788-B9B7-9202C091AABA}"/>
          </ac:spMkLst>
        </pc:spChg>
        <pc:spChg chg="add del mod replST">
          <ac:chgData name="Varun Srivatsan" userId="5215c364-4639-494b-a156-0291b7c83c6d" providerId="ADAL" clId="{109E2DF9-1C2A-4103-865E-2669DE7650AC}" dt="2022-11-17T08:45:20.664" v="115298"/>
          <ac:spMkLst>
            <pc:docMk/>
            <pc:sldMk cId="677453133" sldId="1817606797"/>
            <ac:spMk id="8" creationId="{22E4496D-6249-1034-9B7A-D4BC0EA6DCF8}"/>
          </ac:spMkLst>
        </pc:spChg>
        <pc:spChg chg="add del mod replST">
          <ac:chgData name="Varun Srivatsan" userId="5215c364-4639-494b-a156-0291b7c83c6d" providerId="ADAL" clId="{109E2DF9-1C2A-4103-865E-2669DE7650AC}" dt="2022-11-17T08:43:23.163" v="114762"/>
          <ac:spMkLst>
            <pc:docMk/>
            <pc:sldMk cId="677453133" sldId="1817606797"/>
            <ac:spMk id="9" creationId="{2E2D7C0B-3CE4-246C-FC50-C4B0C1B9C1F5}"/>
          </ac:spMkLst>
        </pc:spChg>
        <pc:spChg chg="mod ord">
          <ac:chgData name="Varun Srivatsan" userId="5215c364-4639-494b-a156-0291b7c83c6d" providerId="ADAL" clId="{109E2DF9-1C2A-4103-865E-2669DE7650AC}" dt="2022-11-17T08:59:00.138" v="118921"/>
          <ac:spMkLst>
            <pc:docMk/>
            <pc:sldMk cId="677453133" sldId="1817606797"/>
            <ac:spMk id="10" creationId="{E1A81945-E6ED-429E-8FBD-C10EE7A971BD}"/>
          </ac:spMkLst>
        </pc:spChg>
        <pc:spChg chg="mod ord">
          <ac:chgData name="Varun Srivatsan" userId="5215c364-4639-494b-a156-0291b7c83c6d" providerId="ADAL" clId="{109E2DF9-1C2A-4103-865E-2669DE7650AC}" dt="2022-11-17T08:59:00.139" v="118923"/>
          <ac:spMkLst>
            <pc:docMk/>
            <pc:sldMk cId="677453133" sldId="1817606797"/>
            <ac:spMk id="11" creationId="{F0691438-0055-4AA1-B12E-2FEFD2A06B18}"/>
          </ac:spMkLst>
        </pc:spChg>
        <pc:spChg chg="add del mod modVis">
          <ac:chgData name="Varun Srivatsan" userId="5215c364-4639-494b-a156-0291b7c83c6d" providerId="ADAL" clId="{109E2DF9-1C2A-4103-865E-2669DE7650AC}" dt="2022-11-17T08:43:23.464" v="115023"/>
          <ac:spMkLst>
            <pc:docMk/>
            <pc:sldMk cId="677453133" sldId="1817606797"/>
            <ac:spMk id="13" creationId="{73B92D0F-0E89-7017-4453-E7775524E53E}"/>
          </ac:spMkLst>
        </pc:spChg>
        <pc:spChg chg="add del mod modVis">
          <ac:chgData name="Varun Srivatsan" userId="5215c364-4639-494b-a156-0291b7c83c6d" providerId="ADAL" clId="{109E2DF9-1C2A-4103-865E-2669DE7650AC}" dt="2022-11-17T08:44:57.330" v="115229"/>
          <ac:spMkLst>
            <pc:docMk/>
            <pc:sldMk cId="677453133" sldId="1817606797"/>
            <ac:spMk id="15" creationId="{3A81E761-A6C5-FE2E-A2E6-951549A35180}"/>
          </ac:spMkLst>
        </pc:spChg>
        <pc:spChg chg="add del mod modVis">
          <ac:chgData name="Varun Srivatsan" userId="5215c364-4639-494b-a156-0291b7c83c6d" providerId="ADAL" clId="{109E2DF9-1C2A-4103-865E-2669DE7650AC}" dt="2022-11-17T08:45:21.339" v="116004"/>
          <ac:spMkLst>
            <pc:docMk/>
            <pc:sldMk cId="677453133" sldId="1817606797"/>
            <ac:spMk id="17" creationId="{82E3A517-1B7F-98F3-98F6-BF46075A239C}"/>
          </ac:spMkLst>
        </pc:spChg>
        <pc:spChg chg="add del mod replST">
          <ac:chgData name="Varun Srivatsan" userId="5215c364-4639-494b-a156-0291b7c83c6d" providerId="ADAL" clId="{109E2DF9-1C2A-4103-865E-2669DE7650AC}" dt="2022-11-17T08:53:01.273" v="116344"/>
          <ac:spMkLst>
            <pc:docMk/>
            <pc:sldMk cId="677453133" sldId="1817606797"/>
            <ac:spMk id="18" creationId="{6377F7EE-5395-D2EE-167D-9D8BCD5C9F09}"/>
          </ac:spMkLst>
        </pc:spChg>
        <pc:spChg chg="add del mod replST">
          <ac:chgData name="Varun Srivatsan" userId="5215c364-4639-494b-a156-0291b7c83c6d" providerId="ADAL" clId="{109E2DF9-1C2A-4103-865E-2669DE7650AC}" dt="2022-11-17T08:53:01.273" v="116343"/>
          <ac:spMkLst>
            <pc:docMk/>
            <pc:sldMk cId="677453133" sldId="1817606797"/>
            <ac:spMk id="19" creationId="{175EC028-01BF-F2C4-1B7C-D95F83CE2090}"/>
          </ac:spMkLst>
        </pc:spChg>
        <pc:spChg chg="add del mod replST">
          <ac:chgData name="Varun Srivatsan" userId="5215c364-4639-494b-a156-0291b7c83c6d" providerId="ADAL" clId="{109E2DF9-1C2A-4103-865E-2669DE7650AC}" dt="2022-11-17T08:53:01.272" v="116342"/>
          <ac:spMkLst>
            <pc:docMk/>
            <pc:sldMk cId="677453133" sldId="1817606797"/>
            <ac:spMk id="20" creationId="{694599B9-D20F-34DA-19E0-95F7C1497BD9}"/>
          </ac:spMkLst>
        </pc:spChg>
        <pc:spChg chg="add del mod replST">
          <ac:chgData name="Varun Srivatsan" userId="5215c364-4639-494b-a156-0291b7c83c6d" providerId="ADAL" clId="{109E2DF9-1C2A-4103-865E-2669DE7650AC}" dt="2022-11-17T08:53:01.271" v="116341"/>
          <ac:spMkLst>
            <pc:docMk/>
            <pc:sldMk cId="677453133" sldId="1817606797"/>
            <ac:spMk id="21" creationId="{C4046DF3-DFC0-B16E-F186-3DA73A5C6306}"/>
          </ac:spMkLst>
        </pc:spChg>
        <pc:spChg chg="add del mod replST">
          <ac:chgData name="Varun Srivatsan" userId="5215c364-4639-494b-a156-0291b7c83c6d" providerId="ADAL" clId="{109E2DF9-1C2A-4103-865E-2669DE7650AC}" dt="2022-11-17T08:53:01.271" v="116340"/>
          <ac:spMkLst>
            <pc:docMk/>
            <pc:sldMk cId="677453133" sldId="1817606797"/>
            <ac:spMk id="22" creationId="{F09AAECD-68A9-765E-9B6A-FD3C59A42F9C}"/>
          </ac:spMkLst>
        </pc:spChg>
        <pc:spChg chg="add del mod replST">
          <ac:chgData name="Varun Srivatsan" userId="5215c364-4639-494b-a156-0291b7c83c6d" providerId="ADAL" clId="{109E2DF9-1C2A-4103-865E-2669DE7650AC}" dt="2022-11-17T08:53:01.270" v="116339"/>
          <ac:spMkLst>
            <pc:docMk/>
            <pc:sldMk cId="677453133" sldId="1817606797"/>
            <ac:spMk id="23" creationId="{EC0F0AA1-1072-6496-EB2A-5F7436F3FB14}"/>
          </ac:spMkLst>
        </pc:spChg>
        <pc:spChg chg="add del mod replST">
          <ac:chgData name="Varun Srivatsan" userId="5215c364-4639-494b-a156-0291b7c83c6d" providerId="ADAL" clId="{109E2DF9-1C2A-4103-865E-2669DE7650AC}" dt="2022-11-17T08:53:01.270" v="116338"/>
          <ac:spMkLst>
            <pc:docMk/>
            <pc:sldMk cId="677453133" sldId="1817606797"/>
            <ac:spMk id="24" creationId="{7AA53E44-CD35-6BF0-FA43-BC71580AD4A4}"/>
          </ac:spMkLst>
        </pc:spChg>
        <pc:spChg chg="add mod ord replST">
          <ac:chgData name="Varun Srivatsan" userId="5215c364-4639-494b-a156-0291b7c83c6d" providerId="ADAL" clId="{109E2DF9-1C2A-4103-865E-2669DE7650AC}" dt="2022-11-17T08:59:00.148" v="118956"/>
          <ac:spMkLst>
            <pc:docMk/>
            <pc:sldMk cId="677453133" sldId="1817606797"/>
            <ac:spMk id="26" creationId="{AD4B5B66-6A5A-E541-8C48-9B617131532D}"/>
          </ac:spMkLst>
        </pc:spChg>
        <pc:spChg chg="add del mod modVis">
          <ac:chgData name="Varun Srivatsan" userId="5215c364-4639-494b-a156-0291b7c83c6d" providerId="ADAL" clId="{109E2DF9-1C2A-4103-865E-2669DE7650AC}" dt="2022-11-17T08:52:33.171" v="116265"/>
          <ac:spMkLst>
            <pc:docMk/>
            <pc:sldMk cId="677453133" sldId="1817606797"/>
            <ac:spMk id="27" creationId="{D2D2D260-39A6-A9D0-C798-E58563689154}"/>
          </ac:spMkLst>
        </pc:spChg>
        <pc:spChg chg="add del mod modVis">
          <ac:chgData name="Varun Srivatsan" userId="5215c364-4639-494b-a156-0291b7c83c6d" providerId="ADAL" clId="{109E2DF9-1C2A-4103-865E-2669DE7650AC}" dt="2022-11-17T08:53:02.206" v="116929"/>
          <ac:spMkLst>
            <pc:docMk/>
            <pc:sldMk cId="677453133" sldId="1817606797"/>
            <ac:spMk id="29" creationId="{B03791A8-36E5-D06C-5667-B30565740961}"/>
          </ac:spMkLst>
        </pc:spChg>
        <pc:spChg chg="add mod replST">
          <ac:chgData name="Varun Srivatsan" userId="5215c364-4639-494b-a156-0291b7c83c6d" providerId="ADAL" clId="{109E2DF9-1C2A-4103-865E-2669DE7650AC}" dt="2022-11-17T08:59:00.142" v="118936"/>
          <ac:spMkLst>
            <pc:docMk/>
            <pc:sldMk cId="677453133" sldId="1817606797"/>
            <ac:spMk id="30" creationId="{F917318C-D6DF-221C-7EE6-5EFC250E21CA}"/>
          </ac:spMkLst>
        </pc:spChg>
        <pc:spChg chg="add mod replST">
          <ac:chgData name="Varun Srivatsan" userId="5215c364-4639-494b-a156-0291b7c83c6d" providerId="ADAL" clId="{109E2DF9-1C2A-4103-865E-2669DE7650AC}" dt="2022-11-17T08:59:00.141" v="118932"/>
          <ac:spMkLst>
            <pc:docMk/>
            <pc:sldMk cId="677453133" sldId="1817606797"/>
            <ac:spMk id="31" creationId="{3A6C1572-00F3-D614-01D0-00794C6224AB}"/>
          </ac:spMkLst>
        </pc:spChg>
        <pc:spChg chg="add mod replST">
          <ac:chgData name="Varun Srivatsan" userId="5215c364-4639-494b-a156-0291b7c83c6d" providerId="ADAL" clId="{109E2DF9-1C2A-4103-865E-2669DE7650AC}" dt="2022-11-17T08:59:00.141" v="118933"/>
          <ac:spMkLst>
            <pc:docMk/>
            <pc:sldMk cId="677453133" sldId="1817606797"/>
            <ac:spMk id="32" creationId="{9258F639-B026-93BF-0B57-0CFA7AD139C0}"/>
          </ac:spMkLst>
        </pc:spChg>
        <pc:spChg chg="add mod replST">
          <ac:chgData name="Varun Srivatsan" userId="5215c364-4639-494b-a156-0291b7c83c6d" providerId="ADAL" clId="{109E2DF9-1C2A-4103-865E-2669DE7650AC}" dt="2022-11-17T08:59:00.142" v="118937"/>
          <ac:spMkLst>
            <pc:docMk/>
            <pc:sldMk cId="677453133" sldId="1817606797"/>
            <ac:spMk id="33" creationId="{D2B842CC-2924-26AD-787B-19A7E7B4F049}"/>
          </ac:spMkLst>
        </pc:spChg>
        <pc:spChg chg="add mod replST">
          <ac:chgData name="Varun Srivatsan" userId="5215c364-4639-494b-a156-0291b7c83c6d" providerId="ADAL" clId="{109E2DF9-1C2A-4103-865E-2669DE7650AC}" dt="2022-11-17T08:59:00.141" v="118931"/>
          <ac:spMkLst>
            <pc:docMk/>
            <pc:sldMk cId="677453133" sldId="1817606797"/>
            <ac:spMk id="34" creationId="{3883E2AD-DFC1-7980-0754-781A10195CC2}"/>
          </ac:spMkLst>
        </pc:spChg>
        <pc:spChg chg="add del mod replST">
          <ac:chgData name="Varun Srivatsan" userId="5215c364-4639-494b-a156-0291b7c83c6d" providerId="ADAL" clId="{109E2DF9-1C2A-4103-865E-2669DE7650AC}" dt="2022-11-17T08:54:43.649" v="117445"/>
          <ac:spMkLst>
            <pc:docMk/>
            <pc:sldMk cId="677453133" sldId="1817606797"/>
            <ac:spMk id="36" creationId="{76E7E6C4-1D1F-5425-0DD7-0A557F9AC849}"/>
          </ac:spMkLst>
        </pc:spChg>
        <pc:spChg chg="add del mod replST">
          <ac:chgData name="Varun Srivatsan" userId="5215c364-4639-494b-a156-0291b7c83c6d" providerId="ADAL" clId="{109E2DF9-1C2A-4103-865E-2669DE7650AC}" dt="2022-11-17T08:54:43.651" v="117447"/>
          <ac:spMkLst>
            <pc:docMk/>
            <pc:sldMk cId="677453133" sldId="1817606797"/>
            <ac:spMk id="37" creationId="{27EF3CEF-5545-F7AA-5EB7-BF456DC412F3}"/>
          </ac:spMkLst>
        </pc:spChg>
        <pc:spChg chg="add del mod modVis">
          <ac:chgData name="Varun Srivatsan" userId="5215c364-4639-494b-a156-0291b7c83c6d" providerId="ADAL" clId="{109E2DF9-1C2A-4103-865E-2669DE7650AC}" dt="2022-11-17T08:54:29.800" v="117439"/>
          <ac:spMkLst>
            <pc:docMk/>
            <pc:sldMk cId="677453133" sldId="1817606797"/>
            <ac:spMk id="38" creationId="{4DCE409F-7D77-4FFC-7004-7A42E403853B}"/>
          </ac:spMkLst>
        </pc:spChg>
        <pc:spChg chg="add del mod ord replST">
          <ac:chgData name="Varun Srivatsan" userId="5215c364-4639-494b-a156-0291b7c83c6d" providerId="ADAL" clId="{109E2DF9-1C2A-4103-865E-2669DE7650AC}" dt="2022-11-17T08:54:43.670" v="117458"/>
          <ac:spMkLst>
            <pc:docMk/>
            <pc:sldMk cId="677453133" sldId="1817606797"/>
            <ac:spMk id="39" creationId="{DE65D15A-9EBE-63BA-E73B-26081CF10A5D}"/>
          </ac:spMkLst>
        </pc:spChg>
        <pc:spChg chg="add del mod ord replST">
          <ac:chgData name="Varun Srivatsan" userId="5215c364-4639-494b-a156-0291b7c83c6d" providerId="ADAL" clId="{109E2DF9-1C2A-4103-865E-2669DE7650AC}" dt="2022-11-17T08:54:43.646" v="117443"/>
          <ac:spMkLst>
            <pc:docMk/>
            <pc:sldMk cId="677453133" sldId="1817606797"/>
            <ac:spMk id="40" creationId="{B772F5F5-279E-25F8-BA98-4E70D351B6F9}"/>
          </ac:spMkLst>
        </pc:spChg>
        <pc:spChg chg="add del mod replST">
          <ac:chgData name="Varun Srivatsan" userId="5215c364-4639-494b-a156-0291b7c83c6d" providerId="ADAL" clId="{109E2DF9-1C2A-4103-865E-2669DE7650AC}" dt="2022-11-17T08:54:43.648" v="117444"/>
          <ac:spMkLst>
            <pc:docMk/>
            <pc:sldMk cId="677453133" sldId="1817606797"/>
            <ac:spMk id="42" creationId="{05161A2D-3FD1-C63C-4A3D-F364EFE6F94B}"/>
          </ac:spMkLst>
        </pc:spChg>
        <pc:spChg chg="add del mod replST">
          <ac:chgData name="Varun Srivatsan" userId="5215c364-4639-494b-a156-0291b7c83c6d" providerId="ADAL" clId="{109E2DF9-1C2A-4103-865E-2669DE7650AC}" dt="2022-11-17T08:54:43.650" v="117446"/>
          <ac:spMkLst>
            <pc:docMk/>
            <pc:sldMk cId="677453133" sldId="1817606797"/>
            <ac:spMk id="43" creationId="{B18D0A91-8C36-E1DD-BEF1-B898623533FC}"/>
          </ac:spMkLst>
        </pc:spChg>
        <pc:spChg chg="add del mod modVis">
          <ac:chgData name="Varun Srivatsan" userId="5215c364-4639-494b-a156-0291b7c83c6d" providerId="ADAL" clId="{109E2DF9-1C2A-4103-865E-2669DE7650AC}" dt="2022-11-17T08:54:43.901" v="117722"/>
          <ac:spMkLst>
            <pc:docMk/>
            <pc:sldMk cId="677453133" sldId="1817606797"/>
            <ac:spMk id="44" creationId="{071C36ED-7249-8DB9-6108-923B4CA8FCBD}"/>
          </ac:spMkLst>
        </pc:spChg>
        <pc:spChg chg="add del mod replST">
          <ac:chgData name="Varun Srivatsan" userId="5215c364-4639-494b-a156-0291b7c83c6d" providerId="ADAL" clId="{109E2DF9-1C2A-4103-865E-2669DE7650AC}" dt="2022-11-17T08:58:59.959" v="118764"/>
          <ac:spMkLst>
            <pc:docMk/>
            <pc:sldMk cId="677453133" sldId="1817606797"/>
            <ac:spMk id="46" creationId="{6AD63C8B-2BB6-E90C-6134-0FE9E9F18E92}"/>
          </ac:spMkLst>
        </pc:spChg>
        <pc:spChg chg="add del mod replST">
          <ac:chgData name="Varun Srivatsan" userId="5215c364-4639-494b-a156-0291b7c83c6d" providerId="ADAL" clId="{109E2DF9-1C2A-4103-865E-2669DE7650AC}" dt="2022-11-17T08:58:59.960" v="118766"/>
          <ac:spMkLst>
            <pc:docMk/>
            <pc:sldMk cId="677453133" sldId="1817606797"/>
            <ac:spMk id="47" creationId="{E0116F13-8869-1D9E-A099-B3A2B242A983}"/>
          </ac:spMkLst>
        </pc:spChg>
        <pc:spChg chg="add del mod replST">
          <ac:chgData name="Varun Srivatsan" userId="5215c364-4639-494b-a156-0291b7c83c6d" providerId="ADAL" clId="{109E2DF9-1C2A-4103-865E-2669DE7650AC}" dt="2022-11-17T08:58:59.961" v="118768"/>
          <ac:spMkLst>
            <pc:docMk/>
            <pc:sldMk cId="677453133" sldId="1817606797"/>
            <ac:spMk id="48" creationId="{470363FB-19B7-90E8-E6EB-574BB560786C}"/>
          </ac:spMkLst>
        </pc:spChg>
        <pc:spChg chg="add del mod replST">
          <ac:chgData name="Varun Srivatsan" userId="5215c364-4639-494b-a156-0291b7c83c6d" providerId="ADAL" clId="{109E2DF9-1C2A-4103-865E-2669DE7650AC}" dt="2022-11-17T08:58:59.962" v="118770"/>
          <ac:spMkLst>
            <pc:docMk/>
            <pc:sldMk cId="677453133" sldId="1817606797"/>
            <ac:spMk id="49" creationId="{233EB462-978A-3CAC-6C28-93EE616F304C}"/>
          </ac:spMkLst>
        </pc:spChg>
        <pc:spChg chg="add del mod replST">
          <ac:chgData name="Varun Srivatsan" userId="5215c364-4639-494b-a156-0291b7c83c6d" providerId="ADAL" clId="{109E2DF9-1C2A-4103-865E-2669DE7650AC}" dt="2022-11-17T08:58:59.963" v="118772"/>
          <ac:spMkLst>
            <pc:docMk/>
            <pc:sldMk cId="677453133" sldId="1817606797"/>
            <ac:spMk id="50" creationId="{9A898C51-65EE-7D50-A22D-F139F69E415B}"/>
          </ac:spMkLst>
        </pc:spChg>
        <pc:spChg chg="add del mod replST">
          <ac:chgData name="Varun Srivatsan" userId="5215c364-4639-494b-a156-0291b7c83c6d" providerId="ADAL" clId="{109E2DF9-1C2A-4103-865E-2669DE7650AC}" dt="2022-11-17T08:58:59.963" v="118774"/>
          <ac:spMkLst>
            <pc:docMk/>
            <pc:sldMk cId="677453133" sldId="1817606797"/>
            <ac:spMk id="51" creationId="{2304EBD8-164D-4CB3-3237-138A9794955D}"/>
          </ac:spMkLst>
        </pc:spChg>
        <pc:spChg chg="add del mod modVis">
          <ac:chgData name="Varun Srivatsan" userId="5215c364-4639-494b-a156-0291b7c83c6d" providerId="ADAL" clId="{109E2DF9-1C2A-4103-865E-2669DE7650AC}" dt="2022-11-17T08:58:52.786" v="118509"/>
          <ac:spMkLst>
            <pc:docMk/>
            <pc:sldMk cId="677453133" sldId="1817606797"/>
            <ac:spMk id="52" creationId="{596252D6-F931-D690-A220-BD8EDD6AA28F}"/>
          </ac:spMkLst>
        </pc:spChg>
        <pc:spChg chg="add del mod ord replST">
          <ac:chgData name="Varun Srivatsan" userId="5215c364-4639-494b-a156-0291b7c83c6d" providerId="ADAL" clId="{109E2DF9-1C2A-4103-865E-2669DE7650AC}" dt="2022-11-17T08:58:59.965" v="118776"/>
          <ac:spMkLst>
            <pc:docMk/>
            <pc:sldMk cId="677453133" sldId="1817606797"/>
            <ac:spMk id="53" creationId="{36E90F37-B0A4-FFE9-EC80-E704ED1F1FE5}"/>
          </ac:spMkLst>
        </pc:spChg>
        <pc:spChg chg="add del mod ord replST">
          <ac:chgData name="Varun Srivatsan" userId="5215c364-4639-494b-a156-0291b7c83c6d" providerId="ADAL" clId="{109E2DF9-1C2A-4103-865E-2669DE7650AC}" dt="2022-11-17T08:58:59.958" v="118762"/>
          <ac:spMkLst>
            <pc:docMk/>
            <pc:sldMk cId="677453133" sldId="1817606797"/>
            <ac:spMk id="54" creationId="{17F496C0-81BA-187A-C4A7-FE552F53B0C6}"/>
          </ac:spMkLst>
        </pc:spChg>
        <pc:spChg chg="mod ord">
          <ac:chgData name="Varun Srivatsan" userId="5215c364-4639-494b-a156-0291b7c83c6d" providerId="ADAL" clId="{109E2DF9-1C2A-4103-865E-2669DE7650AC}" dt="2022-11-17T08:59:00.139" v="118927"/>
          <ac:spMkLst>
            <pc:docMk/>
            <pc:sldMk cId="677453133" sldId="1817606797"/>
            <ac:spMk id="56" creationId="{86B57167-45E8-4E47-2CD2-3E4AC14A9C0F}"/>
          </ac:spMkLst>
        </pc:spChg>
        <pc:spChg chg="mod ord">
          <ac:chgData name="Varun Srivatsan" userId="5215c364-4639-494b-a156-0291b7c83c6d" providerId="ADAL" clId="{109E2DF9-1C2A-4103-865E-2669DE7650AC}" dt="2022-11-17T08:59:00.140" v="118929"/>
          <ac:spMkLst>
            <pc:docMk/>
            <pc:sldMk cId="677453133" sldId="1817606797"/>
            <ac:spMk id="57" creationId="{D9DFF1D3-2949-D304-60CA-7CCF3D100207}"/>
          </ac:spMkLst>
        </pc:spChg>
        <pc:spChg chg="add del mod replST">
          <ac:chgData name="Varun Srivatsan" userId="5215c364-4639-494b-a156-0291b7c83c6d" providerId="ADAL" clId="{109E2DF9-1C2A-4103-865E-2669DE7650AC}" dt="2022-11-17T08:58:59.958" v="118763"/>
          <ac:spMkLst>
            <pc:docMk/>
            <pc:sldMk cId="677453133" sldId="1817606797"/>
            <ac:spMk id="58" creationId="{BFDD1CF2-451A-C669-5C72-AF6DC2D2859B}"/>
          </ac:spMkLst>
        </pc:spChg>
        <pc:spChg chg="mod ord">
          <ac:chgData name="Varun Srivatsan" userId="5215c364-4639-494b-a156-0291b7c83c6d" providerId="ADAL" clId="{109E2DF9-1C2A-4103-865E-2669DE7650AC}" dt="2022-11-17T09:01:32.854" v="119182" actId="20577"/>
          <ac:spMkLst>
            <pc:docMk/>
            <pc:sldMk cId="677453133" sldId="1817606797"/>
            <ac:spMk id="59" creationId="{8438F9AC-2C66-4347-A2CB-AAFF9968E5D9}"/>
          </ac:spMkLst>
        </pc:spChg>
        <pc:spChg chg="add del mod replST">
          <ac:chgData name="Varun Srivatsan" userId="5215c364-4639-494b-a156-0291b7c83c6d" providerId="ADAL" clId="{109E2DF9-1C2A-4103-865E-2669DE7650AC}" dt="2022-11-17T08:58:59.959" v="118765"/>
          <ac:spMkLst>
            <pc:docMk/>
            <pc:sldMk cId="677453133" sldId="1817606797"/>
            <ac:spMk id="60" creationId="{52561D43-D8D2-0628-16CF-6957153A9073}"/>
          </ac:spMkLst>
        </pc:spChg>
        <pc:spChg chg="add del mod replST">
          <ac:chgData name="Varun Srivatsan" userId="5215c364-4639-494b-a156-0291b7c83c6d" providerId="ADAL" clId="{109E2DF9-1C2A-4103-865E-2669DE7650AC}" dt="2022-11-17T08:58:59.960" v="118767"/>
          <ac:spMkLst>
            <pc:docMk/>
            <pc:sldMk cId="677453133" sldId="1817606797"/>
            <ac:spMk id="61" creationId="{D28FCE65-7D8C-A4FA-E1A2-5226BB6941F1}"/>
          </ac:spMkLst>
        </pc:spChg>
        <pc:spChg chg="add del mod replST">
          <ac:chgData name="Varun Srivatsan" userId="5215c364-4639-494b-a156-0291b7c83c6d" providerId="ADAL" clId="{109E2DF9-1C2A-4103-865E-2669DE7650AC}" dt="2022-11-17T08:58:59.961" v="118769"/>
          <ac:spMkLst>
            <pc:docMk/>
            <pc:sldMk cId="677453133" sldId="1817606797"/>
            <ac:spMk id="62" creationId="{1C87695E-3DED-A5EB-23EE-40206D27CFC0}"/>
          </ac:spMkLst>
        </pc:spChg>
        <pc:spChg chg="add del mod replST">
          <ac:chgData name="Varun Srivatsan" userId="5215c364-4639-494b-a156-0291b7c83c6d" providerId="ADAL" clId="{109E2DF9-1C2A-4103-865E-2669DE7650AC}" dt="2022-11-17T08:58:59.962" v="118771"/>
          <ac:spMkLst>
            <pc:docMk/>
            <pc:sldMk cId="677453133" sldId="1817606797"/>
            <ac:spMk id="63" creationId="{FC3CAEAC-4584-AA10-0486-2D6702ED1CC2}"/>
          </ac:spMkLst>
        </pc:spChg>
        <pc:spChg chg="mod">
          <ac:chgData name="Varun Srivatsan" userId="5215c364-4639-494b-a156-0291b7c83c6d" providerId="ADAL" clId="{109E2DF9-1C2A-4103-865E-2669DE7650AC}" dt="2022-11-17T08:59:00.146" v="118947"/>
          <ac:spMkLst>
            <pc:docMk/>
            <pc:sldMk cId="677453133" sldId="1817606797"/>
            <ac:spMk id="256" creationId="{14168D7B-E38F-1312-F00C-B194283BEB0D}"/>
          </ac:spMkLst>
        </pc:spChg>
        <pc:spChg chg="mod">
          <ac:chgData name="Varun Srivatsan" userId="5215c364-4639-494b-a156-0291b7c83c6d" providerId="ADAL" clId="{109E2DF9-1C2A-4103-865E-2669DE7650AC}" dt="2022-11-17T08:59:00.145" v="118945"/>
          <ac:spMkLst>
            <pc:docMk/>
            <pc:sldMk cId="677453133" sldId="1817606797"/>
            <ac:spMk id="257" creationId="{4D8D383B-D299-06DA-F337-3E09615A2830}"/>
          </ac:spMkLst>
        </pc:spChg>
        <pc:spChg chg="mod">
          <ac:chgData name="Varun Srivatsan" userId="5215c364-4639-494b-a156-0291b7c83c6d" providerId="ADAL" clId="{109E2DF9-1C2A-4103-865E-2669DE7650AC}" dt="2022-11-17T08:59:00.150" v="118959"/>
          <ac:spMkLst>
            <pc:docMk/>
            <pc:sldMk cId="677453133" sldId="1817606797"/>
            <ac:spMk id="258" creationId="{D02FA2D5-5153-BEDB-0993-9DE4555B05B9}"/>
          </ac:spMkLst>
        </pc:spChg>
        <pc:spChg chg="mod">
          <ac:chgData name="Varun Srivatsan" userId="5215c364-4639-494b-a156-0291b7c83c6d" providerId="ADAL" clId="{109E2DF9-1C2A-4103-865E-2669DE7650AC}" dt="2022-11-17T08:59:00.156" v="118971"/>
          <ac:spMkLst>
            <pc:docMk/>
            <pc:sldMk cId="677453133" sldId="1817606797"/>
            <ac:spMk id="259" creationId="{7F622FCE-C8CE-BB12-AEDC-66C063B7072F}"/>
          </ac:spMkLst>
        </pc:spChg>
        <pc:spChg chg="mod">
          <ac:chgData name="Varun Srivatsan" userId="5215c364-4639-494b-a156-0291b7c83c6d" providerId="ADAL" clId="{109E2DF9-1C2A-4103-865E-2669DE7650AC}" dt="2022-11-17T08:59:00.149" v="118957"/>
          <ac:spMkLst>
            <pc:docMk/>
            <pc:sldMk cId="677453133" sldId="1817606797"/>
            <ac:spMk id="260" creationId="{99B1F5AB-B4E2-0729-8BF0-02C975D2C2CC}"/>
          </ac:spMkLst>
        </pc:spChg>
        <pc:spChg chg="mod">
          <ac:chgData name="Varun Srivatsan" userId="5215c364-4639-494b-a156-0291b7c83c6d" providerId="ADAL" clId="{109E2DF9-1C2A-4103-865E-2669DE7650AC}" dt="2022-11-17T08:59:00.150" v="118958"/>
          <ac:spMkLst>
            <pc:docMk/>
            <pc:sldMk cId="677453133" sldId="1817606797"/>
            <ac:spMk id="261" creationId="{D844806D-5A27-84AD-7464-B49BC4CC5D2E}"/>
          </ac:spMkLst>
        </pc:spChg>
        <pc:spChg chg="mod">
          <ac:chgData name="Varun Srivatsan" userId="5215c364-4639-494b-a156-0291b7c83c6d" providerId="ADAL" clId="{109E2DF9-1C2A-4103-865E-2669DE7650AC}" dt="2022-11-17T08:59:00.151" v="118960"/>
          <ac:spMkLst>
            <pc:docMk/>
            <pc:sldMk cId="677453133" sldId="1817606797"/>
            <ac:spMk id="262" creationId="{197DA294-7EF6-3C4E-D50E-DEF67F4A0CA9}"/>
          </ac:spMkLst>
        </pc:spChg>
        <pc:spChg chg="mod">
          <ac:chgData name="Varun Srivatsan" userId="5215c364-4639-494b-a156-0291b7c83c6d" providerId="ADAL" clId="{109E2DF9-1C2A-4103-865E-2669DE7650AC}" dt="2022-11-17T08:59:00.151" v="118961"/>
          <ac:spMkLst>
            <pc:docMk/>
            <pc:sldMk cId="677453133" sldId="1817606797"/>
            <ac:spMk id="263" creationId="{682B15A8-428B-CD78-81CC-DC7C020ABE3B}"/>
          </ac:spMkLst>
        </pc:spChg>
        <pc:spChg chg="mod">
          <ac:chgData name="Varun Srivatsan" userId="5215c364-4639-494b-a156-0291b7c83c6d" providerId="ADAL" clId="{109E2DF9-1C2A-4103-865E-2669DE7650AC}" dt="2022-11-17T08:59:00.153" v="118963"/>
          <ac:spMkLst>
            <pc:docMk/>
            <pc:sldMk cId="677453133" sldId="1817606797"/>
            <ac:spMk id="324" creationId="{8B85716D-004B-AECD-F1CD-72A2BB91B68D}"/>
          </ac:spMkLst>
        </pc:spChg>
        <pc:spChg chg="mod">
          <ac:chgData name="Varun Srivatsan" userId="5215c364-4639-494b-a156-0291b7c83c6d" providerId="ADAL" clId="{109E2DF9-1C2A-4103-865E-2669DE7650AC}" dt="2022-11-17T08:59:00.155" v="118968"/>
          <ac:spMkLst>
            <pc:docMk/>
            <pc:sldMk cId="677453133" sldId="1817606797"/>
            <ac:spMk id="328" creationId="{A616AD08-0D8F-458A-4C32-F74C4B79D71A}"/>
          </ac:spMkLst>
        </pc:spChg>
        <pc:spChg chg="mod">
          <ac:chgData name="Varun Srivatsan" userId="5215c364-4639-494b-a156-0291b7c83c6d" providerId="ADAL" clId="{109E2DF9-1C2A-4103-865E-2669DE7650AC}" dt="2022-11-17T08:59:00.144" v="118942"/>
          <ac:spMkLst>
            <pc:docMk/>
            <pc:sldMk cId="677453133" sldId="1817606797"/>
            <ac:spMk id="331" creationId="{69A2538C-68FC-B9BD-E41E-250274B1EA20}"/>
          </ac:spMkLst>
        </pc:spChg>
        <pc:spChg chg="mod">
          <ac:chgData name="Varun Srivatsan" userId="5215c364-4639-494b-a156-0291b7c83c6d" providerId="ADAL" clId="{109E2DF9-1C2A-4103-865E-2669DE7650AC}" dt="2022-11-17T08:59:00.152" v="118962"/>
          <ac:spMkLst>
            <pc:docMk/>
            <pc:sldMk cId="677453133" sldId="1817606797"/>
            <ac:spMk id="339" creationId="{3A0732BE-4A61-B9B7-2261-43D684DB2B8A}"/>
          </ac:spMkLst>
        </pc:spChg>
        <pc:spChg chg="mod ord">
          <ac:chgData name="Varun Srivatsan" userId="5215c364-4639-494b-a156-0291b7c83c6d" providerId="ADAL" clId="{109E2DF9-1C2A-4103-865E-2669DE7650AC}" dt="2022-11-17T08:59:00.143" v="118941"/>
          <ac:spMkLst>
            <pc:docMk/>
            <pc:sldMk cId="677453133" sldId="1817606797"/>
            <ac:spMk id="340" creationId="{4257DA8F-E6B2-CCD4-75F0-0BD2CB2448BD}"/>
          </ac:spMkLst>
        </pc:spChg>
        <pc:spChg chg="mod ord">
          <ac:chgData name="Varun Srivatsan" userId="5215c364-4639-494b-a156-0291b7c83c6d" providerId="ADAL" clId="{109E2DF9-1C2A-4103-865E-2669DE7650AC}" dt="2022-11-17T08:59:00.144" v="118944"/>
          <ac:spMkLst>
            <pc:docMk/>
            <pc:sldMk cId="677453133" sldId="1817606797"/>
            <ac:spMk id="341" creationId="{627CA0D7-F33D-3F34-BF86-77938E4D3C6B}"/>
          </ac:spMkLst>
        </pc:spChg>
        <pc:spChg chg="mod ord">
          <ac:chgData name="Varun Srivatsan" userId="5215c364-4639-494b-a156-0291b7c83c6d" providerId="ADAL" clId="{109E2DF9-1C2A-4103-865E-2669DE7650AC}" dt="2022-11-17T08:59:00.148" v="118954"/>
          <ac:spMkLst>
            <pc:docMk/>
            <pc:sldMk cId="677453133" sldId="1817606797"/>
            <ac:spMk id="342" creationId="{D1BC3A57-7C61-D634-2DB4-DA4B02D9741A}"/>
          </ac:spMkLst>
        </pc:spChg>
        <pc:spChg chg="mod ord">
          <ac:chgData name="Varun Srivatsan" userId="5215c364-4639-494b-a156-0291b7c83c6d" providerId="ADAL" clId="{109E2DF9-1C2A-4103-865E-2669DE7650AC}" dt="2022-11-17T08:59:00.153" v="118965"/>
          <ac:spMkLst>
            <pc:docMk/>
            <pc:sldMk cId="677453133" sldId="1817606797"/>
            <ac:spMk id="343" creationId="{58A50E7D-DA49-A896-5123-A41EE1306F76}"/>
          </ac:spMkLst>
        </pc:spChg>
        <pc:spChg chg="mod ord">
          <ac:chgData name="Varun Srivatsan" userId="5215c364-4639-494b-a156-0291b7c83c6d" providerId="ADAL" clId="{109E2DF9-1C2A-4103-865E-2669DE7650AC}" dt="2022-11-17T08:59:00.154" v="118967"/>
          <ac:spMkLst>
            <pc:docMk/>
            <pc:sldMk cId="677453133" sldId="1817606797"/>
            <ac:spMk id="344" creationId="{85B8C072-D9BA-50E4-4FD6-9700098266EA}"/>
          </ac:spMkLst>
        </pc:spChg>
        <pc:spChg chg="mod">
          <ac:chgData name="Varun Srivatsan" userId="5215c364-4639-494b-a156-0291b7c83c6d" providerId="ADAL" clId="{109E2DF9-1C2A-4103-865E-2669DE7650AC}" dt="2022-11-17T08:59:00.155" v="118969"/>
          <ac:spMkLst>
            <pc:docMk/>
            <pc:sldMk cId="677453133" sldId="1817606797"/>
            <ac:spMk id="345" creationId="{4E199E00-3443-EC5A-6474-F8091927E006}"/>
          </ac:spMkLst>
        </pc:spChg>
        <pc:spChg chg="mod">
          <ac:chgData name="Varun Srivatsan" userId="5215c364-4639-494b-a156-0291b7c83c6d" providerId="ADAL" clId="{109E2DF9-1C2A-4103-865E-2669DE7650AC}" dt="2022-11-17T08:59:00.143" v="118938"/>
          <ac:spMkLst>
            <pc:docMk/>
            <pc:sldMk cId="677453133" sldId="1817606797"/>
            <ac:spMk id="346" creationId="{C3DFF96D-C374-444F-F264-C2A4EFE3B596}"/>
          </ac:spMkLst>
        </pc:spChg>
        <pc:spChg chg="mod">
          <ac:chgData name="Varun Srivatsan" userId="5215c364-4639-494b-a156-0291b7c83c6d" providerId="ADAL" clId="{109E2DF9-1C2A-4103-865E-2669DE7650AC}" dt="2022-11-17T08:59:00.155" v="118970"/>
          <ac:spMkLst>
            <pc:docMk/>
            <pc:sldMk cId="677453133" sldId="1817606797"/>
            <ac:spMk id="347" creationId="{CDA5BBA3-A6F7-8F7E-EEA5-C463FA11B6DE}"/>
          </ac:spMkLst>
        </pc:spChg>
        <pc:spChg chg="mod ord">
          <ac:chgData name="Varun Srivatsan" userId="5215c364-4639-494b-a156-0291b7c83c6d" providerId="ADAL" clId="{109E2DF9-1C2A-4103-865E-2669DE7650AC}" dt="2022-11-17T08:59:00.147" v="118951"/>
          <ac:spMkLst>
            <pc:docMk/>
            <pc:sldMk cId="677453133" sldId="1817606797"/>
            <ac:spMk id="348" creationId="{FB011199-C5D0-7596-580D-324827509043}"/>
          </ac:spMkLst>
        </pc:spChg>
        <pc:spChg chg="mod">
          <ac:chgData name="Varun Srivatsan" userId="5215c364-4639-494b-a156-0291b7c83c6d" providerId="ADAL" clId="{109E2DF9-1C2A-4103-865E-2669DE7650AC}" dt="2022-11-17T08:59:00.142" v="118935"/>
          <ac:spMkLst>
            <pc:docMk/>
            <pc:sldMk cId="677453133" sldId="1817606797"/>
            <ac:spMk id="349" creationId="{8A95B674-DE92-AA17-9073-1BD0221B8373}"/>
          </ac:spMkLst>
        </pc:spChg>
        <pc:spChg chg="mod">
          <ac:chgData name="Varun Srivatsan" userId="5215c364-4639-494b-a156-0291b7c83c6d" providerId="ADAL" clId="{109E2DF9-1C2A-4103-865E-2669DE7650AC}" dt="2022-11-17T08:59:00.141" v="118934"/>
          <ac:spMkLst>
            <pc:docMk/>
            <pc:sldMk cId="677453133" sldId="1817606797"/>
            <ac:spMk id="351" creationId="{BC9FD34F-3EA6-3B2E-1F19-0DAF8BB68716}"/>
          </ac:spMkLst>
        </pc:spChg>
        <pc:spChg chg="del mod">
          <ac:chgData name="Varun Srivatsan" userId="5215c364-4639-494b-a156-0291b7c83c6d" providerId="ADAL" clId="{109E2DF9-1C2A-4103-865E-2669DE7650AC}" dt="2022-11-17T08:45:20.669" v="115305"/>
          <ac:spMkLst>
            <pc:docMk/>
            <pc:sldMk cId="677453133" sldId="1817606797"/>
            <ac:spMk id="353" creationId="{1B27DA24-5044-4355-8153-08195D65226D}"/>
          </ac:spMkLst>
        </pc:spChg>
        <pc:spChg chg="del mod">
          <ac:chgData name="Varun Srivatsan" userId="5215c364-4639-494b-a156-0291b7c83c6d" providerId="ADAL" clId="{109E2DF9-1C2A-4103-865E-2669DE7650AC}" dt="2022-11-17T08:45:20.664" v="115303"/>
          <ac:spMkLst>
            <pc:docMk/>
            <pc:sldMk cId="677453133" sldId="1817606797"/>
            <ac:spMk id="355" creationId="{EFCD102B-C370-F572-D7A0-4D1AD46146EC}"/>
          </ac:spMkLst>
        </pc:spChg>
        <pc:spChg chg="del mod">
          <ac:chgData name="Varun Srivatsan" userId="5215c364-4639-494b-a156-0291b7c83c6d" providerId="ADAL" clId="{109E2DF9-1C2A-4103-865E-2669DE7650AC}" dt="2022-11-17T08:45:20.664" v="115301"/>
          <ac:spMkLst>
            <pc:docMk/>
            <pc:sldMk cId="677453133" sldId="1817606797"/>
            <ac:spMk id="357" creationId="{27860D77-CBEB-CF49-4B56-F063E2251415}"/>
          </ac:spMkLst>
        </pc:spChg>
        <pc:spChg chg="del mod">
          <ac:chgData name="Varun Srivatsan" userId="5215c364-4639-494b-a156-0291b7c83c6d" providerId="ADAL" clId="{109E2DF9-1C2A-4103-865E-2669DE7650AC}" dt="2022-11-17T08:45:20.664" v="115299"/>
          <ac:spMkLst>
            <pc:docMk/>
            <pc:sldMk cId="677453133" sldId="1817606797"/>
            <ac:spMk id="359" creationId="{03778416-9C36-4D39-16B3-97F9F597C6D7}"/>
          </ac:spMkLst>
        </pc:spChg>
        <pc:spChg chg="del">
          <ac:chgData name="Varun Srivatsan" userId="5215c364-4639-494b-a156-0291b7c83c6d" providerId="ADAL" clId="{109E2DF9-1C2A-4103-865E-2669DE7650AC}" dt="2022-11-17T08:43:17.897" v="113630"/>
          <ac:spMkLst>
            <pc:docMk/>
            <pc:sldMk cId="677453133" sldId="1817606797"/>
            <ac:spMk id="361" creationId="{D2F592DD-5359-D563-5761-500DD9C47D5C}"/>
          </ac:spMkLst>
        </pc:spChg>
        <pc:spChg chg="del mod">
          <ac:chgData name="Varun Srivatsan" userId="5215c364-4639-494b-a156-0291b7c83c6d" providerId="ADAL" clId="{109E2DF9-1C2A-4103-865E-2669DE7650AC}" dt="2022-11-17T08:45:20.669" v="115307"/>
          <ac:spMkLst>
            <pc:docMk/>
            <pc:sldMk cId="677453133" sldId="1817606797"/>
            <ac:spMk id="382" creationId="{727836A0-8EA7-AD8E-C8F2-2D57A5F9C50C}"/>
          </ac:spMkLst>
        </pc:spChg>
        <pc:spChg chg="del mod">
          <ac:chgData name="Varun Srivatsan" userId="5215c364-4639-494b-a156-0291b7c83c6d" providerId="ADAL" clId="{109E2DF9-1C2A-4103-865E-2669DE7650AC}" dt="2022-11-17T08:45:20.669" v="115306"/>
          <ac:spMkLst>
            <pc:docMk/>
            <pc:sldMk cId="677453133" sldId="1817606797"/>
            <ac:spMk id="383" creationId="{079C9EEE-26A9-D837-DA9E-EC851F45D81A}"/>
          </ac:spMkLst>
        </pc:spChg>
        <pc:spChg chg="del mod">
          <ac:chgData name="Varun Srivatsan" userId="5215c364-4639-494b-a156-0291b7c83c6d" providerId="ADAL" clId="{109E2DF9-1C2A-4103-865E-2669DE7650AC}" dt="2022-11-17T08:45:20.664" v="115304"/>
          <ac:spMkLst>
            <pc:docMk/>
            <pc:sldMk cId="677453133" sldId="1817606797"/>
            <ac:spMk id="384" creationId="{65D952F7-BE1D-2FAF-39AA-A02DF5C2E0BF}"/>
          </ac:spMkLst>
        </pc:spChg>
        <pc:spChg chg="del mod">
          <ac:chgData name="Varun Srivatsan" userId="5215c364-4639-494b-a156-0291b7c83c6d" providerId="ADAL" clId="{109E2DF9-1C2A-4103-865E-2669DE7650AC}" dt="2022-11-17T08:45:20.664" v="115302"/>
          <ac:spMkLst>
            <pc:docMk/>
            <pc:sldMk cId="677453133" sldId="1817606797"/>
            <ac:spMk id="385" creationId="{86AEBBEF-39AF-BF61-A121-F07F99F29369}"/>
          </ac:spMkLst>
        </pc:spChg>
        <pc:spChg chg="del mod">
          <ac:chgData name="Varun Srivatsan" userId="5215c364-4639-494b-a156-0291b7c83c6d" providerId="ADAL" clId="{109E2DF9-1C2A-4103-865E-2669DE7650AC}" dt="2022-11-17T08:45:20.664" v="115300"/>
          <ac:spMkLst>
            <pc:docMk/>
            <pc:sldMk cId="677453133" sldId="1817606797"/>
            <ac:spMk id="386" creationId="{3F578D73-FE04-7B69-E51A-3DE3C1F32AF9}"/>
          </ac:spMkLst>
        </pc:spChg>
        <pc:spChg chg="del">
          <ac:chgData name="Varun Srivatsan" userId="5215c364-4639-494b-a156-0291b7c83c6d" providerId="ADAL" clId="{109E2DF9-1C2A-4103-865E-2669DE7650AC}" dt="2022-11-17T08:43:17.897" v="113631"/>
          <ac:spMkLst>
            <pc:docMk/>
            <pc:sldMk cId="677453133" sldId="1817606797"/>
            <ac:spMk id="387" creationId="{25BFFED3-4011-5649-6062-973B629600F3}"/>
          </ac:spMkLst>
        </pc:spChg>
        <pc:spChg chg="mod ord">
          <ac:chgData name="Varun Srivatsan" userId="5215c364-4639-494b-a156-0291b7c83c6d" providerId="ADAL" clId="{109E2DF9-1C2A-4103-865E-2669DE7650AC}" dt="2022-11-17T08:59:00.159" v="118979"/>
          <ac:spMkLst>
            <pc:docMk/>
            <pc:sldMk cId="677453133" sldId="1817606797"/>
            <ac:spMk id="393" creationId="{3AE3F53B-D825-640C-DE8D-3D3E94276D94}"/>
          </ac:spMkLst>
        </pc:spChg>
        <pc:spChg chg="mod ord">
          <ac:chgData name="Varun Srivatsan" userId="5215c364-4639-494b-a156-0291b7c83c6d" providerId="ADAL" clId="{109E2DF9-1C2A-4103-865E-2669DE7650AC}" dt="2022-11-17T08:59:00.159" v="118981"/>
          <ac:spMkLst>
            <pc:docMk/>
            <pc:sldMk cId="677453133" sldId="1817606797"/>
            <ac:spMk id="394" creationId="{A8DAB9EF-28B1-A2B5-79E0-13FC4095019D}"/>
          </ac:spMkLst>
        </pc:spChg>
        <pc:spChg chg="mod ord">
          <ac:chgData name="Varun Srivatsan" userId="5215c364-4639-494b-a156-0291b7c83c6d" providerId="ADAL" clId="{109E2DF9-1C2A-4103-865E-2669DE7650AC}" dt="2022-11-17T08:59:31.623" v="119067" actId="20577"/>
          <ac:spMkLst>
            <pc:docMk/>
            <pc:sldMk cId="677453133" sldId="1817606797"/>
            <ac:spMk id="395" creationId="{CA3758AD-5A3F-16C3-0D1C-C5CCA93074DF}"/>
          </ac:spMkLst>
        </pc:spChg>
        <pc:spChg chg="mod ord">
          <ac:chgData name="Varun Srivatsan" userId="5215c364-4639-494b-a156-0291b7c83c6d" providerId="ADAL" clId="{109E2DF9-1C2A-4103-865E-2669DE7650AC}" dt="2022-11-17T08:59:00.160" v="118985"/>
          <ac:spMkLst>
            <pc:docMk/>
            <pc:sldMk cId="677453133" sldId="1817606797"/>
            <ac:spMk id="398" creationId="{32A9820A-2066-55AD-72A2-F2486160CD37}"/>
          </ac:spMkLst>
        </pc:spChg>
        <pc:spChg chg="mod ord">
          <ac:chgData name="Varun Srivatsan" userId="5215c364-4639-494b-a156-0291b7c83c6d" providerId="ADAL" clId="{109E2DF9-1C2A-4103-865E-2669DE7650AC}" dt="2022-11-17T08:59:53.486" v="119116" actId="20577"/>
          <ac:spMkLst>
            <pc:docMk/>
            <pc:sldMk cId="677453133" sldId="1817606797"/>
            <ac:spMk id="399" creationId="{818CC313-2743-111A-59F7-C8B40F4509EC}"/>
          </ac:spMkLst>
        </pc:spChg>
        <pc:spChg chg="mod ord">
          <ac:chgData name="Varun Srivatsan" userId="5215c364-4639-494b-a156-0291b7c83c6d" providerId="ADAL" clId="{109E2DF9-1C2A-4103-865E-2669DE7650AC}" dt="2022-11-17T08:59:00.161" v="118989"/>
          <ac:spMkLst>
            <pc:docMk/>
            <pc:sldMk cId="677453133" sldId="1817606797"/>
            <ac:spMk id="400" creationId="{D9B4FF10-BCA2-6160-4E6E-C93F1ABFABFA}"/>
          </ac:spMkLst>
        </pc:spChg>
        <pc:spChg chg="mod ord">
          <ac:chgData name="Varun Srivatsan" userId="5215c364-4639-494b-a156-0291b7c83c6d" providerId="ADAL" clId="{109E2DF9-1C2A-4103-865E-2669DE7650AC}" dt="2022-11-17T08:59:00.162" v="118991"/>
          <ac:spMkLst>
            <pc:docMk/>
            <pc:sldMk cId="677453133" sldId="1817606797"/>
            <ac:spMk id="402" creationId="{F84D266E-944B-6CEF-8F74-F57283CC82D4}"/>
          </ac:spMkLst>
        </pc:spChg>
        <pc:spChg chg="mod ord">
          <ac:chgData name="Varun Srivatsan" userId="5215c364-4639-494b-a156-0291b7c83c6d" providerId="ADAL" clId="{109E2DF9-1C2A-4103-865E-2669DE7650AC}" dt="2022-11-17T08:59:00.162" v="118993"/>
          <ac:spMkLst>
            <pc:docMk/>
            <pc:sldMk cId="677453133" sldId="1817606797"/>
            <ac:spMk id="403" creationId="{467A11CC-FF5A-AE68-706E-D2490B733AD4}"/>
          </ac:spMkLst>
        </pc:spChg>
        <pc:spChg chg="mod ord">
          <ac:chgData name="Varun Srivatsan" userId="5215c364-4639-494b-a156-0291b7c83c6d" providerId="ADAL" clId="{109E2DF9-1C2A-4103-865E-2669DE7650AC}" dt="2022-11-17T08:59:00.163" v="118995"/>
          <ac:spMkLst>
            <pc:docMk/>
            <pc:sldMk cId="677453133" sldId="1817606797"/>
            <ac:spMk id="404" creationId="{937EDD47-8668-361C-E57C-8E8BD1951130}"/>
          </ac:spMkLst>
        </pc:spChg>
        <pc:spChg chg="mod ord">
          <ac:chgData name="Varun Srivatsan" userId="5215c364-4639-494b-a156-0291b7c83c6d" providerId="ADAL" clId="{109E2DF9-1C2A-4103-865E-2669DE7650AC}" dt="2022-11-17T08:59:00.163" v="118997"/>
          <ac:spMkLst>
            <pc:docMk/>
            <pc:sldMk cId="677453133" sldId="1817606797"/>
            <ac:spMk id="405" creationId="{D5AB5B0A-9BB1-B86D-0BCD-FBD694D6B487}"/>
          </ac:spMkLst>
        </pc:spChg>
        <pc:spChg chg="mod ord">
          <ac:chgData name="Varun Srivatsan" userId="5215c364-4639-494b-a156-0291b7c83c6d" providerId="ADAL" clId="{109E2DF9-1C2A-4103-865E-2669DE7650AC}" dt="2022-11-17T08:59:00.163" v="118999"/>
          <ac:spMkLst>
            <pc:docMk/>
            <pc:sldMk cId="677453133" sldId="1817606797"/>
            <ac:spMk id="406" creationId="{5C122342-20D0-A7B1-0177-E6BE1ED4FBFD}"/>
          </ac:spMkLst>
        </pc:spChg>
        <pc:spChg chg="mod ord">
          <ac:chgData name="Varun Srivatsan" userId="5215c364-4639-494b-a156-0291b7c83c6d" providerId="ADAL" clId="{109E2DF9-1C2A-4103-865E-2669DE7650AC}" dt="2022-11-17T09:01:38.360" v="119188" actId="20577"/>
          <ac:spMkLst>
            <pc:docMk/>
            <pc:sldMk cId="677453133" sldId="1817606797"/>
            <ac:spMk id="407" creationId="{0EB2627D-CFCB-A53F-2BDC-417A30A32FEC}"/>
          </ac:spMkLst>
        </pc:spChg>
        <pc:spChg chg="add del mod replST">
          <ac:chgData name="Varun Srivatsan" userId="5215c364-4639-494b-a156-0291b7c83c6d" providerId="ADAL" clId="{109E2DF9-1C2A-4103-865E-2669DE7650AC}" dt="2022-11-17T08:58:59.963" v="118773"/>
          <ac:spMkLst>
            <pc:docMk/>
            <pc:sldMk cId="677453133" sldId="1817606797"/>
            <ac:spMk id="576" creationId="{2EE54DF3-EC71-48F8-737A-4131D6546F13}"/>
          </ac:spMkLst>
        </pc:spChg>
        <pc:spChg chg="add del mod modVis">
          <ac:chgData name="Varun Srivatsan" userId="5215c364-4639-494b-a156-0291b7c83c6d" providerId="ADAL" clId="{109E2DF9-1C2A-4103-865E-2669DE7650AC}" dt="2022-11-17T08:58:57.338" v="118758"/>
          <ac:spMkLst>
            <pc:docMk/>
            <pc:sldMk cId="677453133" sldId="1817606797"/>
            <ac:spMk id="577" creationId="{C28478BF-10F8-A16A-83B6-CFE867B1A89A}"/>
          </ac:spMkLst>
        </pc:spChg>
        <pc:spChg chg="add del mod modVis">
          <ac:chgData name="Varun Srivatsan" userId="5215c364-4639-494b-a156-0291b7c83c6d" providerId="ADAL" clId="{109E2DF9-1C2A-4103-865E-2669DE7650AC}" dt="2022-11-17T08:59:00.165" v="119005"/>
          <ac:spMkLst>
            <pc:docMk/>
            <pc:sldMk cId="677453133" sldId="1817606797"/>
            <ac:spMk id="579" creationId="{073ADA77-E64A-5B35-D459-2DB2B63C92DC}"/>
          </ac:spMkLst>
        </pc:spChg>
        <pc:spChg chg="mod">
          <ac:chgData name="Varun Srivatsan" userId="5215c364-4639-494b-a156-0291b7c83c6d" providerId="ADAL" clId="{109E2DF9-1C2A-4103-865E-2669DE7650AC}" dt="2022-11-17T09:01:20.873" v="119133"/>
          <ac:spMkLst>
            <pc:docMk/>
            <pc:sldMk cId="677453133" sldId="1817606797"/>
            <ac:spMk id="624" creationId="{33D45300-B676-C0E1-D0D4-7A7848DD6282}"/>
          </ac:spMkLst>
        </pc:spChg>
        <pc:spChg chg="mod">
          <ac:chgData name="Varun Srivatsan" userId="5215c364-4639-494b-a156-0291b7c83c6d" providerId="ADAL" clId="{109E2DF9-1C2A-4103-865E-2669DE7650AC}" dt="2022-11-17T09:01:20.888" v="119155"/>
          <ac:spMkLst>
            <pc:docMk/>
            <pc:sldMk cId="677453133" sldId="1817606797"/>
            <ac:spMk id="625" creationId="{38B58FCE-4807-A49D-91EC-5969B7D9CB43}"/>
          </ac:spMkLst>
        </pc:spChg>
        <pc:spChg chg="mod">
          <ac:chgData name="Varun Srivatsan" userId="5215c364-4639-494b-a156-0291b7c83c6d" providerId="ADAL" clId="{109E2DF9-1C2A-4103-865E-2669DE7650AC}" dt="2022-11-17T08:59:00.145" v="118946"/>
          <ac:spMkLst>
            <pc:docMk/>
            <pc:sldMk cId="677453133" sldId="1817606797"/>
            <ac:spMk id="627" creationId="{7B497BAC-3488-2E1A-8382-2C28CAF9B0F9}"/>
          </ac:spMkLst>
        </pc:spChg>
        <pc:spChg chg="mod">
          <ac:chgData name="Varun Srivatsan" userId="5215c364-4639-494b-a156-0291b7c83c6d" providerId="ADAL" clId="{109E2DF9-1C2A-4103-865E-2669DE7650AC}" dt="2022-11-17T08:59:00.146" v="118948"/>
          <ac:spMkLst>
            <pc:docMk/>
            <pc:sldMk cId="677453133" sldId="1817606797"/>
            <ac:spMk id="628" creationId="{9AEAB8F7-58D9-F7AE-3432-89304DE07E6C}"/>
          </ac:spMkLst>
        </pc:spChg>
        <pc:spChg chg="mod">
          <ac:chgData name="Varun Srivatsan" userId="5215c364-4639-494b-a156-0291b7c83c6d" providerId="ADAL" clId="{109E2DF9-1C2A-4103-865E-2669DE7650AC}" dt="2022-11-17T08:59:00.143" v="118939"/>
          <ac:spMkLst>
            <pc:docMk/>
            <pc:sldMk cId="677453133" sldId="1817606797"/>
            <ac:spMk id="629" creationId="{3FF0B826-D9D5-5D27-563B-CC73B1B0D982}"/>
          </ac:spMkLst>
        </pc:spChg>
        <pc:spChg chg="del mod ord">
          <ac:chgData name="Varun Srivatsan" userId="5215c364-4639-494b-a156-0291b7c83c6d" providerId="ADAL" clId="{109E2DF9-1C2A-4103-865E-2669DE7650AC}" dt="2022-11-17T08:45:20.610" v="115241"/>
          <ac:spMkLst>
            <pc:docMk/>
            <pc:sldMk cId="677453133" sldId="1817606797"/>
            <ac:spMk id="630" creationId="{A0B9857B-328F-5CF0-D71C-C873731106B0}"/>
          </ac:spMkLst>
        </pc:spChg>
        <pc:spChg chg="mod">
          <ac:chgData name="Varun Srivatsan" userId="5215c364-4639-494b-a156-0291b7c83c6d" providerId="ADAL" clId="{109E2DF9-1C2A-4103-865E-2669DE7650AC}" dt="2022-11-17T09:01:20.886" v="119151"/>
          <ac:spMkLst>
            <pc:docMk/>
            <pc:sldMk cId="677453133" sldId="1817606797"/>
            <ac:spMk id="635" creationId="{5A48BE7C-710C-73A3-ACE9-DADFCB2B6169}"/>
          </ac:spMkLst>
        </pc:spChg>
        <pc:spChg chg="mod">
          <ac:chgData name="Varun Srivatsan" userId="5215c364-4639-494b-a156-0291b7c83c6d" providerId="ADAL" clId="{109E2DF9-1C2A-4103-865E-2669DE7650AC}" dt="2022-11-17T08:59:00.147" v="118949"/>
          <ac:spMkLst>
            <pc:docMk/>
            <pc:sldMk cId="677453133" sldId="1817606797"/>
            <ac:spMk id="637" creationId="{4F048513-6AEC-DD3A-FD4D-ACAB79BD8395}"/>
          </ac:spMkLst>
        </pc:spChg>
        <pc:spChg chg="mod">
          <ac:chgData name="Varun Srivatsan" userId="5215c364-4639-494b-a156-0291b7c83c6d" providerId="ADAL" clId="{109E2DF9-1C2A-4103-865E-2669DE7650AC}" dt="2022-11-17T08:59:00.147" v="118952"/>
          <ac:spMkLst>
            <pc:docMk/>
            <pc:sldMk cId="677453133" sldId="1817606797"/>
            <ac:spMk id="638" creationId="{8DA27002-AB80-DBCC-5845-8C5FDA55E236}"/>
          </ac:spMkLst>
        </pc:spChg>
        <pc:spChg chg="mod">
          <ac:chgData name="Varun Srivatsan" userId="5215c364-4639-494b-a156-0291b7c83c6d" providerId="ADAL" clId="{109E2DF9-1C2A-4103-865E-2669DE7650AC}" dt="2022-11-17T08:59:00.156" v="118972"/>
          <ac:spMkLst>
            <pc:docMk/>
            <pc:sldMk cId="677453133" sldId="1817606797"/>
            <ac:spMk id="639" creationId="{3BFE76A0-78F6-D6E2-B0D7-E03F2064B39E}"/>
          </ac:spMkLst>
        </pc:spChg>
        <pc:graphicFrameChg chg="add del mod replST">
          <ac:chgData name="Varun Srivatsan" userId="5215c364-4639-494b-a156-0291b7c83c6d" providerId="ADAL" clId="{109E2DF9-1C2A-4103-865E-2669DE7650AC}" dt="2022-11-17T08:43:20.780" v="114459"/>
          <ac:graphicFrameMkLst>
            <pc:docMk/>
            <pc:sldMk cId="677453133" sldId="1817606797"/>
            <ac:graphicFrameMk id="3" creationId="{FF0DBB3A-468F-2EB0-33A7-2C7F429805E1}"/>
          </ac:graphicFrameMkLst>
        </pc:graphicFrameChg>
        <pc:graphicFrameChg chg="mod">
          <ac:chgData name="Varun Srivatsan" userId="5215c364-4639-494b-a156-0291b7c83c6d" providerId="ADAL" clId="{109E2DF9-1C2A-4103-865E-2669DE7650AC}" dt="2022-11-17T09:01:20.894" v="119159"/>
          <ac:graphicFrameMkLst>
            <pc:docMk/>
            <pc:sldMk cId="677453133" sldId="1817606797"/>
            <ac:graphicFrameMk id="7" creationId="{CA188CE8-71A5-489E-AE5E-BD2C5C5FB317}"/>
          </ac:graphicFrameMkLst>
        </pc:graphicFrameChg>
        <pc:graphicFrameChg chg="add del mod replST">
          <ac:chgData name="Varun Srivatsan" userId="5215c364-4639-494b-a156-0291b7c83c6d" providerId="ADAL" clId="{109E2DF9-1C2A-4103-865E-2669DE7650AC}" dt="2022-11-17T08:43:23.346" v="114898"/>
          <ac:graphicFrameMkLst>
            <pc:docMk/>
            <pc:sldMk cId="677453133" sldId="1817606797"/>
            <ac:graphicFrameMk id="12" creationId="{9A95C489-3078-1B88-08BD-AA183E99673D}"/>
          </ac:graphicFrameMkLst>
        </pc:graphicFrameChg>
        <pc:graphicFrameChg chg="add del mod replST">
          <ac:chgData name="Varun Srivatsan" userId="5215c364-4639-494b-a156-0291b7c83c6d" providerId="ADAL" clId="{109E2DF9-1C2A-4103-865E-2669DE7650AC}" dt="2022-11-17T08:44:57.246" v="115123"/>
          <ac:graphicFrameMkLst>
            <pc:docMk/>
            <pc:sldMk cId="677453133" sldId="1817606797"/>
            <ac:graphicFrameMk id="14" creationId="{11E25707-542B-BE16-E883-2F74BF55336C}"/>
          </ac:graphicFrameMkLst>
        </pc:graphicFrameChg>
        <pc:graphicFrameChg chg="add del mod replST">
          <ac:chgData name="Varun Srivatsan" userId="5215c364-4639-494b-a156-0291b7c83c6d" providerId="ADAL" clId="{109E2DF9-1C2A-4103-865E-2669DE7650AC}" dt="2022-11-17T08:45:21.265" v="115883"/>
          <ac:graphicFrameMkLst>
            <pc:docMk/>
            <pc:sldMk cId="677453133" sldId="1817606797"/>
            <ac:graphicFrameMk id="16" creationId="{6BB2E585-E437-EE39-30DE-8F6D83D96E53}"/>
          </ac:graphicFrameMkLst>
        </pc:graphicFrameChg>
        <pc:graphicFrameChg chg="add del mod replST">
          <ac:chgData name="Varun Srivatsan" userId="5215c364-4639-494b-a156-0291b7c83c6d" providerId="ADAL" clId="{109E2DF9-1C2A-4103-865E-2669DE7650AC}" dt="2022-11-17T08:52:33.064" v="116143"/>
          <ac:graphicFrameMkLst>
            <pc:docMk/>
            <pc:sldMk cId="677453133" sldId="1817606797"/>
            <ac:graphicFrameMk id="25" creationId="{0CCE47E2-616D-9A21-5DDE-5299CE5FD540}"/>
          </ac:graphicFrameMkLst>
        </pc:graphicFrameChg>
        <pc:graphicFrameChg chg="add del mod replST">
          <ac:chgData name="Varun Srivatsan" userId="5215c364-4639-494b-a156-0291b7c83c6d" providerId="ADAL" clId="{109E2DF9-1C2A-4103-865E-2669DE7650AC}" dt="2022-11-17T08:53:02.105" v="116809"/>
          <ac:graphicFrameMkLst>
            <pc:docMk/>
            <pc:sldMk cId="677453133" sldId="1817606797"/>
            <ac:graphicFrameMk id="28" creationId="{E6F805BC-7B52-7322-9078-E3184DB0B6F6}"/>
          </ac:graphicFrameMkLst>
        </pc:graphicFrameChg>
        <pc:graphicFrameChg chg="add del mod replST">
          <ac:chgData name="Varun Srivatsan" userId="5215c364-4639-494b-a156-0291b7c83c6d" providerId="ADAL" clId="{109E2DF9-1C2A-4103-865E-2669DE7650AC}" dt="2022-11-17T08:54:29.687" v="117271"/>
          <ac:graphicFrameMkLst>
            <pc:docMk/>
            <pc:sldMk cId="677453133" sldId="1817606797"/>
            <ac:graphicFrameMk id="35" creationId="{E270FA86-0B71-D19E-3B21-4D2EDC4F862E}"/>
          </ac:graphicFrameMkLst>
        </pc:graphicFrameChg>
        <pc:graphicFrameChg chg="add del mod replST">
          <ac:chgData name="Varun Srivatsan" userId="5215c364-4639-494b-a156-0291b7c83c6d" providerId="ADAL" clId="{109E2DF9-1C2A-4103-865E-2669DE7650AC}" dt="2022-11-17T08:54:43.818" v="117594"/>
          <ac:graphicFrameMkLst>
            <pc:docMk/>
            <pc:sldMk cId="677453133" sldId="1817606797"/>
            <ac:graphicFrameMk id="41" creationId="{92598E14-F7F1-56C3-A6D2-8A5F615CB879}"/>
          </ac:graphicFrameMkLst>
        </pc:graphicFrameChg>
        <pc:graphicFrameChg chg="add del mod replST">
          <ac:chgData name="Varun Srivatsan" userId="5215c364-4639-494b-a156-0291b7c83c6d" providerId="ADAL" clId="{109E2DF9-1C2A-4103-865E-2669DE7650AC}" dt="2022-11-17T08:58:52.646" v="118269"/>
          <ac:graphicFrameMkLst>
            <pc:docMk/>
            <pc:sldMk cId="677453133" sldId="1817606797"/>
            <ac:graphicFrameMk id="45" creationId="{8940193E-1C07-ECD9-75BF-9D235F25329B}"/>
          </ac:graphicFrameMkLst>
        </pc:graphicFrameChg>
        <pc:graphicFrameChg chg="add del mod replST">
          <ac:chgData name="Varun Srivatsan" userId="5215c364-4639-494b-a156-0291b7c83c6d" providerId="ADAL" clId="{109E2DF9-1C2A-4103-865E-2669DE7650AC}" dt="2022-11-17T08:58:57.256" v="118634"/>
          <ac:graphicFrameMkLst>
            <pc:docMk/>
            <pc:sldMk cId="677453133" sldId="1817606797"/>
            <ac:graphicFrameMk id="55" creationId="{81856EE5-E421-CF32-DAAE-58F2BFD58C9A}"/>
          </ac:graphicFrameMkLst>
        </pc:graphicFrameChg>
        <pc:graphicFrameChg chg="del">
          <ac:chgData name="Varun Srivatsan" userId="5215c364-4639-494b-a156-0291b7c83c6d" providerId="ADAL" clId="{109E2DF9-1C2A-4103-865E-2669DE7650AC}" dt="2022-11-17T08:43:18.280" v="113877"/>
          <ac:graphicFrameMkLst>
            <pc:docMk/>
            <pc:sldMk cId="677453133" sldId="1817606797"/>
            <ac:graphicFrameMk id="392" creationId="{F7334850-F87C-B23E-39CE-A8E3F34BCDCC}"/>
          </ac:graphicFrameMkLst>
        </pc:graphicFrameChg>
        <pc:graphicFrameChg chg="add del mod replST">
          <ac:chgData name="Varun Srivatsan" userId="5215c364-4639-494b-a156-0291b7c83c6d" providerId="ADAL" clId="{109E2DF9-1C2A-4103-865E-2669DE7650AC}" dt="2022-11-17T08:59:00.110" v="118897"/>
          <ac:graphicFrameMkLst>
            <pc:docMk/>
            <pc:sldMk cId="677453133" sldId="1817606797"/>
            <ac:graphicFrameMk id="578" creationId="{7EFCE409-7607-342F-16D5-509815568D8D}"/>
          </ac:graphicFrameMkLst>
        </pc:graphicFrameChg>
        <pc:graphicFrameChg chg="add mod replST">
          <ac:chgData name="Varun Srivatsan" userId="5215c364-4639-494b-a156-0291b7c83c6d" providerId="ADAL" clId="{109E2DF9-1C2A-4103-865E-2669DE7650AC}" dt="2022-11-17T08:59:00.141" v="118930"/>
          <ac:graphicFrameMkLst>
            <pc:docMk/>
            <pc:sldMk cId="677453133" sldId="1817606797"/>
            <ac:graphicFrameMk id="580" creationId="{9E45F19C-EB2C-D2A2-7A82-835521E89A97}"/>
          </ac:graphicFrameMkLst>
        </pc:graphicFrameChg>
        <pc:cxnChg chg="mod ord">
          <ac:chgData name="Varun Srivatsan" userId="5215c364-4639-494b-a156-0291b7c83c6d" providerId="ADAL" clId="{109E2DF9-1C2A-4103-865E-2669DE7650AC}" dt="2022-11-17T09:01:20.884" v="119147" actId="16931"/>
          <ac:cxnSpMkLst>
            <pc:docMk/>
            <pc:sldMk cId="677453133" sldId="1817606797"/>
            <ac:cxnSpMk id="634" creationId="{ADB3E304-07A3-D58A-26A0-A7E5905D0B9E}"/>
          </ac:cxnSpMkLst>
        </pc:cxnChg>
      </pc:sldChg>
      <pc:sldMasterChg chg="del delSldLayout">
        <pc:chgData name="Varun Srivatsan" userId="5215c364-4639-494b-a156-0291b7c83c6d" providerId="ADAL" clId="{109E2DF9-1C2A-4103-865E-2669DE7650AC}" dt="2022-11-17T09:01:49.802" v="119189" actId="2696"/>
        <pc:sldMasterMkLst>
          <pc:docMk/>
          <pc:sldMasterMk cId="3827602655" sldId="2147483670"/>
        </pc:sldMasterMkLst>
        <pc:sldLayoutChg chg="del">
          <pc:chgData name="Varun Srivatsan" userId="5215c364-4639-494b-a156-0291b7c83c6d" providerId="ADAL" clId="{109E2DF9-1C2A-4103-865E-2669DE7650AC}" dt="2022-11-17T09:01:49.802" v="119189" actId="2696"/>
          <pc:sldLayoutMkLst>
            <pc:docMk/>
            <pc:sldMasterMk cId="3827602655" sldId="2147483670"/>
            <pc:sldLayoutMk cId="3009070904" sldId="2147483671"/>
          </pc:sldLayoutMkLst>
        </pc:sldLayoutChg>
        <pc:sldLayoutChg chg="del">
          <pc:chgData name="Varun Srivatsan" userId="5215c364-4639-494b-a156-0291b7c83c6d" providerId="ADAL" clId="{109E2DF9-1C2A-4103-865E-2669DE7650AC}" dt="2022-11-17T09:01:49.802" v="119189" actId="2696"/>
          <pc:sldLayoutMkLst>
            <pc:docMk/>
            <pc:sldMasterMk cId="3827602655" sldId="2147483670"/>
            <pc:sldLayoutMk cId="1211490423" sldId="2147483672"/>
          </pc:sldLayoutMkLst>
        </pc:sldLayoutChg>
        <pc:sldLayoutChg chg="del">
          <pc:chgData name="Varun Srivatsan" userId="5215c364-4639-494b-a156-0291b7c83c6d" providerId="ADAL" clId="{109E2DF9-1C2A-4103-865E-2669DE7650AC}" dt="2022-11-17T09:01:49.802" v="119189" actId="2696"/>
          <pc:sldLayoutMkLst>
            <pc:docMk/>
            <pc:sldMasterMk cId="3827602655" sldId="2147483670"/>
            <pc:sldLayoutMk cId="1349826196" sldId="2147483673"/>
          </pc:sldLayoutMkLst>
        </pc:sldLayoutChg>
        <pc:sldLayoutChg chg="del">
          <pc:chgData name="Varun Srivatsan" userId="5215c364-4639-494b-a156-0291b7c83c6d" providerId="ADAL" clId="{109E2DF9-1C2A-4103-865E-2669DE7650AC}" dt="2022-11-17T09:01:49.802" v="119189" actId="2696"/>
          <pc:sldLayoutMkLst>
            <pc:docMk/>
            <pc:sldMasterMk cId="3827602655" sldId="2147483670"/>
            <pc:sldLayoutMk cId="3594715536" sldId="2147483674"/>
          </pc:sldLayoutMkLst>
        </pc:sldLayoutChg>
        <pc:sldLayoutChg chg="del">
          <pc:chgData name="Varun Srivatsan" userId="5215c364-4639-494b-a156-0291b7c83c6d" providerId="ADAL" clId="{109E2DF9-1C2A-4103-865E-2669DE7650AC}" dt="2022-11-17T09:01:49.802" v="119189" actId="2696"/>
          <pc:sldLayoutMkLst>
            <pc:docMk/>
            <pc:sldMasterMk cId="3827602655" sldId="2147483670"/>
            <pc:sldLayoutMk cId="3720193816" sldId="2147483675"/>
          </pc:sldLayoutMkLst>
        </pc:sldLayoutChg>
        <pc:sldLayoutChg chg="del">
          <pc:chgData name="Varun Srivatsan" userId="5215c364-4639-494b-a156-0291b7c83c6d" providerId="ADAL" clId="{109E2DF9-1C2A-4103-865E-2669DE7650AC}" dt="2022-11-17T09:01:49.802" v="119189" actId="2696"/>
          <pc:sldLayoutMkLst>
            <pc:docMk/>
            <pc:sldMasterMk cId="3827602655" sldId="2147483670"/>
            <pc:sldLayoutMk cId="1017164734" sldId="2147483676"/>
          </pc:sldLayoutMkLst>
        </pc:sldLayoutChg>
        <pc:sldLayoutChg chg="del">
          <pc:chgData name="Varun Srivatsan" userId="5215c364-4639-494b-a156-0291b7c83c6d" providerId="ADAL" clId="{109E2DF9-1C2A-4103-865E-2669DE7650AC}" dt="2022-11-17T09:01:49.802" v="119189" actId="2696"/>
          <pc:sldLayoutMkLst>
            <pc:docMk/>
            <pc:sldMasterMk cId="3827602655" sldId="2147483670"/>
            <pc:sldLayoutMk cId="3072160617" sldId="2147483677"/>
          </pc:sldLayoutMkLst>
        </pc:sldLayoutChg>
        <pc:sldLayoutChg chg="del">
          <pc:chgData name="Varun Srivatsan" userId="5215c364-4639-494b-a156-0291b7c83c6d" providerId="ADAL" clId="{109E2DF9-1C2A-4103-865E-2669DE7650AC}" dt="2022-11-17T09:01:49.802" v="119189" actId="2696"/>
          <pc:sldLayoutMkLst>
            <pc:docMk/>
            <pc:sldMasterMk cId="3827602655" sldId="2147483670"/>
            <pc:sldLayoutMk cId="3414847153" sldId="2147483678"/>
          </pc:sldLayoutMkLst>
        </pc:sldLayoutChg>
        <pc:sldLayoutChg chg="del">
          <pc:chgData name="Varun Srivatsan" userId="5215c364-4639-494b-a156-0291b7c83c6d" providerId="ADAL" clId="{109E2DF9-1C2A-4103-865E-2669DE7650AC}" dt="2022-11-17T09:01:49.802" v="119189" actId="2696"/>
          <pc:sldLayoutMkLst>
            <pc:docMk/>
            <pc:sldMasterMk cId="3827602655" sldId="2147483670"/>
            <pc:sldLayoutMk cId="844038699" sldId="2147483679"/>
          </pc:sldLayoutMkLst>
        </pc:sldLayoutChg>
      </pc:sldMasterChg>
    </pc:docChg>
  </pc:docChgLst>
  <pc:docChgLst>
    <pc:chgData name="Varun Srivatsan" userId="5215c364-4639-494b-a156-0291b7c83c6d" providerId="ADAL" clId="{EED655BB-DBC1-4EBD-8854-C53BA86B6C04}"/>
    <pc:docChg chg="undo custSel addSld delSld modSld replTag">
      <pc:chgData name="Varun Srivatsan" userId="5215c364-4639-494b-a156-0291b7c83c6d" providerId="ADAL" clId="{EED655BB-DBC1-4EBD-8854-C53BA86B6C04}" dt="2022-09-06T11:38:11.103" v="4776"/>
      <pc:docMkLst>
        <pc:docMk/>
      </pc:docMkLst>
      <pc:sldChg chg="addSp delSp modSp mod">
        <pc:chgData name="Varun Srivatsan" userId="5215c364-4639-494b-a156-0291b7c83c6d" providerId="ADAL" clId="{EED655BB-DBC1-4EBD-8854-C53BA86B6C04}" dt="2022-08-12T09:20:22.988" v="613" actId="1076"/>
        <pc:sldMkLst>
          <pc:docMk/>
          <pc:sldMk cId="1833775585" sldId="285"/>
        </pc:sldMkLst>
        <pc:spChg chg="mod">
          <ac:chgData name="Varun Srivatsan" userId="5215c364-4639-494b-a156-0291b7c83c6d" providerId="ADAL" clId="{EED655BB-DBC1-4EBD-8854-C53BA86B6C04}" dt="2022-08-12T09:19:38.102" v="594" actId="1076"/>
          <ac:spMkLst>
            <pc:docMk/>
            <pc:sldMk cId="1833775585" sldId="285"/>
            <ac:spMk id="22" creationId="{6D752A2A-EAE6-4F18-9EE9-F4ACB545468E}"/>
          </ac:spMkLst>
        </pc:spChg>
        <pc:spChg chg="del">
          <ac:chgData name="Varun Srivatsan" userId="5215c364-4639-494b-a156-0291b7c83c6d" providerId="ADAL" clId="{EED655BB-DBC1-4EBD-8854-C53BA86B6C04}" dt="2022-08-12T09:18:40.646" v="576" actId="478"/>
          <ac:spMkLst>
            <pc:docMk/>
            <pc:sldMk cId="1833775585" sldId="285"/>
            <ac:spMk id="23" creationId="{E33A4642-C897-4B0C-A26F-44BB935EED71}"/>
          </ac:spMkLst>
        </pc:spChg>
        <pc:spChg chg="add mod">
          <ac:chgData name="Varun Srivatsan" userId="5215c364-4639-494b-a156-0291b7c83c6d" providerId="ADAL" clId="{EED655BB-DBC1-4EBD-8854-C53BA86B6C04}" dt="2022-08-12T09:20:11.789" v="599" actId="1076"/>
          <ac:spMkLst>
            <pc:docMk/>
            <pc:sldMk cId="1833775585" sldId="285"/>
            <ac:spMk id="49" creationId="{CBDB0E24-A42C-D56A-2F87-20C5265D1597}"/>
          </ac:spMkLst>
        </pc:spChg>
        <pc:spChg chg="mod">
          <ac:chgData name="Varun Srivatsan" userId="5215c364-4639-494b-a156-0291b7c83c6d" providerId="ADAL" clId="{EED655BB-DBC1-4EBD-8854-C53BA86B6C04}" dt="2022-08-12T09:19:25.188" v="591" actId="1076"/>
          <ac:spMkLst>
            <pc:docMk/>
            <pc:sldMk cId="1833775585" sldId="285"/>
            <ac:spMk id="83" creationId="{19956EB4-BA35-4E4A-89A1-EA9FA05E857C}"/>
          </ac:spMkLst>
        </pc:spChg>
        <pc:spChg chg="mod">
          <ac:chgData name="Varun Srivatsan" userId="5215c364-4639-494b-a156-0291b7c83c6d" providerId="ADAL" clId="{EED655BB-DBC1-4EBD-8854-C53BA86B6C04}" dt="2022-08-12T09:19:58.202" v="597" actId="1076"/>
          <ac:spMkLst>
            <pc:docMk/>
            <pc:sldMk cId="1833775585" sldId="285"/>
            <ac:spMk id="84" creationId="{A675BE07-22EC-4B15-B6F0-08E08EAB263C}"/>
          </ac:spMkLst>
        </pc:spChg>
        <pc:spChg chg="mod">
          <ac:chgData name="Varun Srivatsan" userId="5215c364-4639-494b-a156-0291b7c83c6d" providerId="ADAL" clId="{EED655BB-DBC1-4EBD-8854-C53BA86B6C04}" dt="2022-08-12T09:20:01.548" v="598" actId="1076"/>
          <ac:spMkLst>
            <pc:docMk/>
            <pc:sldMk cId="1833775585" sldId="285"/>
            <ac:spMk id="95" creationId="{9F805F61-1F98-4B2C-82DC-7C287FF560EB}"/>
          </ac:spMkLst>
        </pc:spChg>
        <pc:spChg chg="mod">
          <ac:chgData name="Varun Srivatsan" userId="5215c364-4639-494b-a156-0291b7c83c6d" providerId="ADAL" clId="{EED655BB-DBC1-4EBD-8854-C53BA86B6C04}" dt="2022-08-12T09:20:22.988" v="613" actId="1076"/>
          <ac:spMkLst>
            <pc:docMk/>
            <pc:sldMk cId="1833775585" sldId="285"/>
            <ac:spMk id="96" creationId="{A2B8BD48-CF17-41C9-A7E4-37B046638AFA}"/>
          </ac:spMkLst>
        </pc:spChg>
        <pc:spChg chg="del">
          <ac:chgData name="Varun Srivatsan" userId="5215c364-4639-494b-a156-0291b7c83c6d" providerId="ADAL" clId="{EED655BB-DBC1-4EBD-8854-C53BA86B6C04}" dt="2022-08-12T09:19:17.963" v="590" actId="478"/>
          <ac:spMkLst>
            <pc:docMk/>
            <pc:sldMk cId="1833775585" sldId="285"/>
            <ac:spMk id="102" creationId="{AEB02746-D535-45FC-B51E-2C9AF6A5B6A2}"/>
          </ac:spMkLst>
        </pc:spChg>
        <pc:spChg chg="mod">
          <ac:chgData name="Varun Srivatsan" userId="5215c364-4639-494b-a156-0291b7c83c6d" providerId="ADAL" clId="{EED655BB-DBC1-4EBD-8854-C53BA86B6C04}" dt="2022-08-12T09:19:41.890" v="595" actId="1076"/>
          <ac:spMkLst>
            <pc:docMk/>
            <pc:sldMk cId="1833775585" sldId="285"/>
            <ac:spMk id="103" creationId="{892F9EBC-1D7A-4F63-9993-86DF0D449787}"/>
          </ac:spMkLst>
        </pc:spChg>
      </pc:sldChg>
      <pc:sldChg chg="mod modTransition modShow">
        <pc:chgData name="Varun Srivatsan" userId="5215c364-4639-494b-a156-0291b7c83c6d" providerId="ADAL" clId="{EED655BB-DBC1-4EBD-8854-C53BA86B6C04}" dt="2022-08-12T10:51:08.110" v="738"/>
        <pc:sldMkLst>
          <pc:docMk/>
          <pc:sldMk cId="4090309265" sldId="9328"/>
        </pc:sldMkLst>
      </pc:sldChg>
      <pc:sldChg chg="modSp mod">
        <pc:chgData name="Varun Srivatsan" userId="5215c364-4639-494b-a156-0291b7c83c6d" providerId="ADAL" clId="{EED655BB-DBC1-4EBD-8854-C53BA86B6C04}" dt="2022-08-16T09:55:10.711" v="748" actId="242"/>
        <pc:sldMkLst>
          <pc:docMk/>
          <pc:sldMk cId="3003873261" sldId="9341"/>
        </pc:sldMkLst>
        <pc:graphicFrameChg chg="modGraphic">
          <ac:chgData name="Varun Srivatsan" userId="5215c364-4639-494b-a156-0291b7c83c6d" providerId="ADAL" clId="{EED655BB-DBC1-4EBD-8854-C53BA86B6C04}" dt="2022-08-16T09:54:59.814" v="746" actId="242"/>
          <ac:graphicFrameMkLst>
            <pc:docMk/>
            <pc:sldMk cId="3003873261" sldId="9341"/>
            <ac:graphicFrameMk id="7" creationId="{BEAC7AB0-D33C-474E-920B-B8A161D26AC3}"/>
          </ac:graphicFrameMkLst>
        </pc:graphicFrameChg>
        <pc:graphicFrameChg chg="modGraphic">
          <ac:chgData name="Varun Srivatsan" userId="5215c364-4639-494b-a156-0291b7c83c6d" providerId="ADAL" clId="{EED655BB-DBC1-4EBD-8854-C53BA86B6C04}" dt="2022-08-16T09:55:10.711" v="748" actId="242"/>
          <ac:graphicFrameMkLst>
            <pc:docMk/>
            <pc:sldMk cId="3003873261" sldId="9341"/>
            <ac:graphicFrameMk id="9" creationId="{6AECA940-9648-44BB-AE06-C8AB793FE5A3}"/>
          </ac:graphicFrameMkLst>
        </pc:graphicFrameChg>
      </pc:sldChg>
      <pc:sldChg chg="addSp delSp modSp mod">
        <pc:chgData name="Varun Srivatsan" userId="5215c364-4639-494b-a156-0291b7c83c6d" providerId="ADAL" clId="{EED655BB-DBC1-4EBD-8854-C53BA86B6C04}" dt="2022-09-06T11:38:11.103" v="4776"/>
        <pc:sldMkLst>
          <pc:docMk/>
          <pc:sldMk cId="1524044050" sldId="1817606786"/>
        </pc:sldMkLst>
        <pc:spChg chg="add del mod modVis">
          <ac:chgData name="Varun Srivatsan" userId="5215c364-4639-494b-a156-0291b7c83c6d" providerId="ADAL" clId="{EED655BB-DBC1-4EBD-8854-C53BA86B6C04}" dt="2022-09-06T11:37:34.454" v="1477"/>
          <ac:spMkLst>
            <pc:docMk/>
            <pc:sldMk cId="1524044050" sldId="1817606786"/>
            <ac:spMk id="2" creationId="{003F6201-183E-3B75-2EA6-D1E4A7AFF287}"/>
          </ac:spMkLst>
        </pc:spChg>
        <pc:spChg chg="add del mod modVis">
          <ac:chgData name="Varun Srivatsan" userId="5215c364-4639-494b-a156-0291b7c83c6d" providerId="ADAL" clId="{EED655BB-DBC1-4EBD-8854-C53BA86B6C04}" dt="2022-09-06T11:37:40.090" v="1679"/>
          <ac:spMkLst>
            <pc:docMk/>
            <pc:sldMk cId="1524044050" sldId="1817606786"/>
            <ac:spMk id="3" creationId="{8A6ACEE2-8E6B-4C55-FE96-941133F3B652}"/>
          </ac:spMkLst>
        </pc:spChg>
        <pc:spChg chg="mod ord">
          <ac:chgData name="Varun Srivatsan" userId="5215c364-4639-494b-a156-0291b7c83c6d" providerId="ADAL" clId="{EED655BB-DBC1-4EBD-8854-C53BA86B6C04}" dt="2022-09-06T11:38:10.703" v="4768"/>
          <ac:spMkLst>
            <pc:docMk/>
            <pc:sldMk cId="1524044050" sldId="1817606786"/>
            <ac:spMk id="4" creationId="{E70D199F-9DE3-4375-934A-3A5E66EFBEF6}"/>
          </ac:spMkLst>
        </pc:spChg>
        <pc:spChg chg="add del mod modVis">
          <ac:chgData name="Varun Srivatsan" userId="5215c364-4639-494b-a156-0291b7c83c6d" providerId="ADAL" clId="{EED655BB-DBC1-4EBD-8854-C53BA86B6C04}" dt="2022-09-06T11:38:10.703" v="4768"/>
          <ac:spMkLst>
            <pc:docMk/>
            <pc:sldMk cId="1524044050" sldId="1817606786"/>
            <ac:spMk id="5" creationId="{FF926B46-9AD1-9CDD-261D-3D572AA083E4}"/>
          </ac:spMkLst>
        </pc:spChg>
        <pc:spChg chg="mod ord">
          <ac:chgData name="Varun Srivatsan" userId="5215c364-4639-494b-a156-0291b7c83c6d" providerId="ADAL" clId="{EED655BB-DBC1-4EBD-8854-C53BA86B6C04}" dt="2022-09-06T11:38:10.703" v="4768"/>
          <ac:spMkLst>
            <pc:docMk/>
            <pc:sldMk cId="1524044050" sldId="1817606786"/>
            <ac:spMk id="6" creationId="{D7804F4B-D973-4788-B9B7-9202C091AABA}"/>
          </ac:spMkLst>
        </pc:spChg>
        <pc:spChg chg="mod ord">
          <ac:chgData name="Varun Srivatsan" userId="5215c364-4639-494b-a156-0291b7c83c6d" providerId="ADAL" clId="{EED655BB-DBC1-4EBD-8854-C53BA86B6C04}" dt="2022-09-06T11:38:10.703" v="4768"/>
          <ac:spMkLst>
            <pc:docMk/>
            <pc:sldMk cId="1524044050" sldId="1817606786"/>
            <ac:spMk id="10" creationId="{E1A81945-E6ED-429E-8FBD-C10EE7A971BD}"/>
          </ac:spMkLst>
        </pc:spChg>
        <pc:spChg chg="mod ord">
          <ac:chgData name="Varun Srivatsan" userId="5215c364-4639-494b-a156-0291b7c83c6d" providerId="ADAL" clId="{EED655BB-DBC1-4EBD-8854-C53BA86B6C04}" dt="2022-09-06T11:38:10.703" v="4768"/>
          <ac:spMkLst>
            <pc:docMk/>
            <pc:sldMk cId="1524044050" sldId="1817606786"/>
            <ac:spMk id="11" creationId="{F0691438-0055-4AA1-B12E-2FEFD2A06B18}"/>
          </ac:spMkLst>
        </pc:spChg>
        <pc:spChg chg="add del mod">
          <ac:chgData name="Varun Srivatsan" userId="5215c364-4639-494b-a156-0291b7c83c6d" providerId="ADAL" clId="{EED655BB-DBC1-4EBD-8854-C53BA86B6C04}" dt="2022-09-06T11:38:10.703" v="4768"/>
          <ac:spMkLst>
            <pc:docMk/>
            <pc:sldMk cId="1524044050" sldId="1817606786"/>
            <ac:spMk id="12" creationId="{200D4E29-3B4C-482C-835D-31E0A194E2E2}"/>
          </ac:spMkLst>
        </pc:spChg>
        <pc:spChg chg="mod">
          <ac:chgData name="Varun Srivatsan" userId="5215c364-4639-494b-a156-0291b7c83c6d" providerId="ADAL" clId="{EED655BB-DBC1-4EBD-8854-C53BA86B6C04}" dt="2022-09-06T11:38:10.703" v="4768"/>
          <ac:spMkLst>
            <pc:docMk/>
            <pc:sldMk cId="1524044050" sldId="1817606786"/>
            <ac:spMk id="13" creationId="{D774B284-4491-46F5-863D-FD49BFD8BAA7}"/>
          </ac:spMkLst>
        </pc:spChg>
        <pc:spChg chg="add del mod">
          <ac:chgData name="Varun Srivatsan" userId="5215c364-4639-494b-a156-0291b7c83c6d" providerId="ADAL" clId="{EED655BB-DBC1-4EBD-8854-C53BA86B6C04}" dt="2022-09-06T11:38:10.703" v="4768"/>
          <ac:spMkLst>
            <pc:docMk/>
            <pc:sldMk cId="1524044050" sldId="1817606786"/>
            <ac:spMk id="14" creationId="{AC9EDD95-5F51-4A38-AC63-BDD8B7F91DD3}"/>
          </ac:spMkLst>
        </pc:spChg>
        <pc:spChg chg="add del mod">
          <ac:chgData name="Varun Srivatsan" userId="5215c364-4639-494b-a156-0291b7c83c6d" providerId="ADAL" clId="{EED655BB-DBC1-4EBD-8854-C53BA86B6C04}" dt="2022-09-06T11:38:10.703" v="4768"/>
          <ac:spMkLst>
            <pc:docMk/>
            <pc:sldMk cId="1524044050" sldId="1817606786"/>
            <ac:spMk id="15" creationId="{4E73C45B-E7A4-4691-9543-D3036D020AD1}"/>
          </ac:spMkLst>
        </pc:spChg>
        <pc:spChg chg="add del mod">
          <ac:chgData name="Varun Srivatsan" userId="5215c364-4639-494b-a156-0291b7c83c6d" providerId="ADAL" clId="{EED655BB-DBC1-4EBD-8854-C53BA86B6C04}" dt="2022-09-06T11:38:10.703" v="4768"/>
          <ac:spMkLst>
            <pc:docMk/>
            <pc:sldMk cId="1524044050" sldId="1817606786"/>
            <ac:spMk id="16" creationId="{E28D6F68-A427-4383-9970-B71A09D870E2}"/>
          </ac:spMkLst>
        </pc:spChg>
        <pc:spChg chg="add del mod">
          <ac:chgData name="Varun Srivatsan" userId="5215c364-4639-494b-a156-0291b7c83c6d" providerId="ADAL" clId="{EED655BB-DBC1-4EBD-8854-C53BA86B6C04}" dt="2022-09-06T11:38:10.703" v="4768"/>
          <ac:spMkLst>
            <pc:docMk/>
            <pc:sldMk cId="1524044050" sldId="1817606786"/>
            <ac:spMk id="17" creationId="{D783A81C-0F02-4E96-9D57-76A3F84DD6E3}"/>
          </ac:spMkLst>
        </pc:spChg>
        <pc:spChg chg="add del mod">
          <ac:chgData name="Varun Srivatsan" userId="5215c364-4639-494b-a156-0291b7c83c6d" providerId="ADAL" clId="{EED655BB-DBC1-4EBD-8854-C53BA86B6C04}" dt="2022-09-06T11:38:10.703" v="4768"/>
          <ac:spMkLst>
            <pc:docMk/>
            <pc:sldMk cId="1524044050" sldId="1817606786"/>
            <ac:spMk id="18" creationId="{6F0E98A0-0278-4F9E-9EF0-15578C5469AD}"/>
          </ac:spMkLst>
        </pc:spChg>
        <pc:spChg chg="add del mod ord">
          <ac:chgData name="Varun Srivatsan" userId="5215c364-4639-494b-a156-0291b7c83c6d" providerId="ADAL" clId="{EED655BB-DBC1-4EBD-8854-C53BA86B6C04}" dt="2022-09-06T11:38:10.703" v="4768"/>
          <ac:spMkLst>
            <pc:docMk/>
            <pc:sldMk cId="1524044050" sldId="1817606786"/>
            <ac:spMk id="19" creationId="{0854A96A-747B-42A3-B8A3-FFCB53F57956}"/>
          </ac:spMkLst>
        </pc:spChg>
        <pc:spChg chg="add del mod ord">
          <ac:chgData name="Varun Srivatsan" userId="5215c364-4639-494b-a156-0291b7c83c6d" providerId="ADAL" clId="{EED655BB-DBC1-4EBD-8854-C53BA86B6C04}" dt="2022-09-06T11:38:10.703" v="4768"/>
          <ac:spMkLst>
            <pc:docMk/>
            <pc:sldMk cId="1524044050" sldId="1817606786"/>
            <ac:spMk id="20" creationId="{EC1C68E3-55B1-4BF5-B5D2-46FEF72DC28A}"/>
          </ac:spMkLst>
        </pc:spChg>
        <pc:spChg chg="add del mod">
          <ac:chgData name="Varun Srivatsan" userId="5215c364-4639-494b-a156-0291b7c83c6d" providerId="ADAL" clId="{EED655BB-DBC1-4EBD-8854-C53BA86B6C04}" dt="2022-09-06T11:38:10.703" v="4768"/>
          <ac:spMkLst>
            <pc:docMk/>
            <pc:sldMk cId="1524044050" sldId="1817606786"/>
            <ac:spMk id="21" creationId="{5D141233-428F-4280-8A9A-B47E44B71682}"/>
          </ac:spMkLst>
        </pc:spChg>
        <pc:spChg chg="add del mod ord">
          <ac:chgData name="Varun Srivatsan" userId="5215c364-4639-494b-a156-0291b7c83c6d" providerId="ADAL" clId="{EED655BB-DBC1-4EBD-8854-C53BA86B6C04}" dt="2022-09-06T11:38:10.703" v="4768"/>
          <ac:spMkLst>
            <pc:docMk/>
            <pc:sldMk cId="1524044050" sldId="1817606786"/>
            <ac:spMk id="22" creationId="{3D5E6140-2772-40F3-9861-885341B44FA0}"/>
          </ac:spMkLst>
        </pc:spChg>
        <pc:spChg chg="add del mod">
          <ac:chgData name="Varun Srivatsan" userId="5215c364-4639-494b-a156-0291b7c83c6d" providerId="ADAL" clId="{EED655BB-DBC1-4EBD-8854-C53BA86B6C04}" dt="2022-09-06T11:38:10.703" v="4768"/>
          <ac:spMkLst>
            <pc:docMk/>
            <pc:sldMk cId="1524044050" sldId="1817606786"/>
            <ac:spMk id="23" creationId="{BADBA6B7-68C8-473A-A95A-574BBDAB211C}"/>
          </ac:spMkLst>
        </pc:spChg>
        <pc:spChg chg="add del mod">
          <ac:chgData name="Varun Srivatsan" userId="5215c364-4639-494b-a156-0291b7c83c6d" providerId="ADAL" clId="{EED655BB-DBC1-4EBD-8854-C53BA86B6C04}" dt="2022-09-06T11:38:10.703" v="4768"/>
          <ac:spMkLst>
            <pc:docMk/>
            <pc:sldMk cId="1524044050" sldId="1817606786"/>
            <ac:spMk id="24" creationId="{470A0E62-4A32-42CB-B0A6-C1D7C9F7C489}"/>
          </ac:spMkLst>
        </pc:spChg>
        <pc:spChg chg="add del mod">
          <ac:chgData name="Varun Srivatsan" userId="5215c364-4639-494b-a156-0291b7c83c6d" providerId="ADAL" clId="{EED655BB-DBC1-4EBD-8854-C53BA86B6C04}" dt="2022-09-06T11:38:10.703" v="4768"/>
          <ac:spMkLst>
            <pc:docMk/>
            <pc:sldMk cId="1524044050" sldId="1817606786"/>
            <ac:spMk id="25" creationId="{0F430950-2BE0-419B-9309-F2EEFD512B48}"/>
          </ac:spMkLst>
        </pc:spChg>
        <pc:spChg chg="add del mod ord">
          <ac:chgData name="Varun Srivatsan" userId="5215c364-4639-494b-a156-0291b7c83c6d" providerId="ADAL" clId="{EED655BB-DBC1-4EBD-8854-C53BA86B6C04}" dt="2022-09-06T11:38:10.703" v="4768"/>
          <ac:spMkLst>
            <pc:docMk/>
            <pc:sldMk cId="1524044050" sldId="1817606786"/>
            <ac:spMk id="26" creationId="{B65457BF-C27A-4BDD-A590-79F844031589}"/>
          </ac:spMkLst>
        </pc:spChg>
        <pc:spChg chg="add del mod">
          <ac:chgData name="Varun Srivatsan" userId="5215c364-4639-494b-a156-0291b7c83c6d" providerId="ADAL" clId="{EED655BB-DBC1-4EBD-8854-C53BA86B6C04}" dt="2022-09-06T11:38:10.703" v="4768"/>
          <ac:spMkLst>
            <pc:docMk/>
            <pc:sldMk cId="1524044050" sldId="1817606786"/>
            <ac:spMk id="27" creationId="{70DE6A80-CF00-4867-A14A-D744FAB7619D}"/>
          </ac:spMkLst>
        </pc:spChg>
        <pc:spChg chg="add del mod">
          <ac:chgData name="Varun Srivatsan" userId="5215c364-4639-494b-a156-0291b7c83c6d" providerId="ADAL" clId="{EED655BB-DBC1-4EBD-8854-C53BA86B6C04}" dt="2022-09-06T11:38:10.703" v="4768"/>
          <ac:spMkLst>
            <pc:docMk/>
            <pc:sldMk cId="1524044050" sldId="1817606786"/>
            <ac:spMk id="28" creationId="{9CD40E1D-63C6-4622-8A58-807803EEB665}"/>
          </ac:spMkLst>
        </pc:spChg>
        <pc:spChg chg="add del mod ord">
          <ac:chgData name="Varun Srivatsan" userId="5215c364-4639-494b-a156-0291b7c83c6d" providerId="ADAL" clId="{EED655BB-DBC1-4EBD-8854-C53BA86B6C04}" dt="2022-09-06T11:38:10.703" v="4768"/>
          <ac:spMkLst>
            <pc:docMk/>
            <pc:sldMk cId="1524044050" sldId="1817606786"/>
            <ac:spMk id="29" creationId="{35A9AC5A-03F3-4D59-B683-EB4EBBB2A3A1}"/>
          </ac:spMkLst>
        </pc:spChg>
        <pc:spChg chg="add del mod ord">
          <ac:chgData name="Varun Srivatsan" userId="5215c364-4639-494b-a156-0291b7c83c6d" providerId="ADAL" clId="{EED655BB-DBC1-4EBD-8854-C53BA86B6C04}" dt="2022-09-06T11:38:10.703" v="4768"/>
          <ac:spMkLst>
            <pc:docMk/>
            <pc:sldMk cId="1524044050" sldId="1817606786"/>
            <ac:spMk id="30" creationId="{F2AFFE9E-DD75-4F6F-BADE-EEE8DA07343F}"/>
          </ac:spMkLst>
        </pc:spChg>
        <pc:spChg chg="add del mod ord">
          <ac:chgData name="Varun Srivatsan" userId="5215c364-4639-494b-a156-0291b7c83c6d" providerId="ADAL" clId="{EED655BB-DBC1-4EBD-8854-C53BA86B6C04}" dt="2022-09-06T11:38:10.703" v="4768"/>
          <ac:spMkLst>
            <pc:docMk/>
            <pc:sldMk cId="1524044050" sldId="1817606786"/>
            <ac:spMk id="31" creationId="{03506847-E4B1-40A7-BF87-6D4DFB35E67A}"/>
          </ac:spMkLst>
        </pc:spChg>
        <pc:spChg chg="add del mod ord">
          <ac:chgData name="Varun Srivatsan" userId="5215c364-4639-494b-a156-0291b7c83c6d" providerId="ADAL" clId="{EED655BB-DBC1-4EBD-8854-C53BA86B6C04}" dt="2022-09-06T11:38:10.703" v="4768"/>
          <ac:spMkLst>
            <pc:docMk/>
            <pc:sldMk cId="1524044050" sldId="1817606786"/>
            <ac:spMk id="32" creationId="{EFEEAC04-A366-47DB-BCF0-8560040F1325}"/>
          </ac:spMkLst>
        </pc:spChg>
        <pc:spChg chg="add del mod ord">
          <ac:chgData name="Varun Srivatsan" userId="5215c364-4639-494b-a156-0291b7c83c6d" providerId="ADAL" clId="{EED655BB-DBC1-4EBD-8854-C53BA86B6C04}" dt="2022-09-06T11:38:10.703" v="4768"/>
          <ac:spMkLst>
            <pc:docMk/>
            <pc:sldMk cId="1524044050" sldId="1817606786"/>
            <ac:spMk id="33" creationId="{28B45475-4723-40C9-804B-798C47550B32}"/>
          </ac:spMkLst>
        </pc:spChg>
        <pc:spChg chg="add del mod">
          <ac:chgData name="Varun Srivatsan" userId="5215c364-4639-494b-a156-0291b7c83c6d" providerId="ADAL" clId="{EED655BB-DBC1-4EBD-8854-C53BA86B6C04}" dt="2022-09-06T11:38:10.703" v="4768"/>
          <ac:spMkLst>
            <pc:docMk/>
            <pc:sldMk cId="1524044050" sldId="1817606786"/>
            <ac:spMk id="34" creationId="{DA8C790D-1C7D-47EF-9D0F-C7EAC79D78CB}"/>
          </ac:spMkLst>
        </pc:spChg>
        <pc:spChg chg="add del mod">
          <ac:chgData name="Varun Srivatsan" userId="5215c364-4639-494b-a156-0291b7c83c6d" providerId="ADAL" clId="{EED655BB-DBC1-4EBD-8854-C53BA86B6C04}" dt="2022-09-06T11:38:10.703" v="4768"/>
          <ac:spMkLst>
            <pc:docMk/>
            <pc:sldMk cId="1524044050" sldId="1817606786"/>
            <ac:spMk id="35" creationId="{FAEC77A4-6755-4E74-8538-BB496F068619}"/>
          </ac:spMkLst>
        </pc:spChg>
        <pc:spChg chg="add del mod ord">
          <ac:chgData name="Varun Srivatsan" userId="5215c364-4639-494b-a156-0291b7c83c6d" providerId="ADAL" clId="{EED655BB-DBC1-4EBD-8854-C53BA86B6C04}" dt="2022-09-06T11:38:10.703" v="4768"/>
          <ac:spMkLst>
            <pc:docMk/>
            <pc:sldMk cId="1524044050" sldId="1817606786"/>
            <ac:spMk id="36" creationId="{147A4F47-1120-4B0A-B3B0-FEDBDF7DE29B}"/>
          </ac:spMkLst>
        </pc:spChg>
        <pc:spChg chg="add del mod">
          <ac:chgData name="Varun Srivatsan" userId="5215c364-4639-494b-a156-0291b7c83c6d" providerId="ADAL" clId="{EED655BB-DBC1-4EBD-8854-C53BA86B6C04}" dt="2022-09-06T11:38:10.703" v="4768"/>
          <ac:spMkLst>
            <pc:docMk/>
            <pc:sldMk cId="1524044050" sldId="1817606786"/>
            <ac:spMk id="37" creationId="{12281A7A-7905-438D-8D37-1E9279D05FCC}"/>
          </ac:spMkLst>
        </pc:spChg>
        <pc:spChg chg="add del mod">
          <ac:chgData name="Varun Srivatsan" userId="5215c364-4639-494b-a156-0291b7c83c6d" providerId="ADAL" clId="{EED655BB-DBC1-4EBD-8854-C53BA86B6C04}" dt="2022-09-06T11:38:10.703" v="4768"/>
          <ac:spMkLst>
            <pc:docMk/>
            <pc:sldMk cId="1524044050" sldId="1817606786"/>
            <ac:spMk id="38" creationId="{7B150B70-E09D-4EBC-AFFA-52DCF47965A0}"/>
          </ac:spMkLst>
        </pc:spChg>
        <pc:spChg chg="add del mod">
          <ac:chgData name="Varun Srivatsan" userId="5215c364-4639-494b-a156-0291b7c83c6d" providerId="ADAL" clId="{EED655BB-DBC1-4EBD-8854-C53BA86B6C04}" dt="2022-09-06T11:38:10.703" v="4768"/>
          <ac:spMkLst>
            <pc:docMk/>
            <pc:sldMk cId="1524044050" sldId="1817606786"/>
            <ac:spMk id="39" creationId="{7E15EE48-B238-454C-BBC1-941E68BE0801}"/>
          </ac:spMkLst>
        </pc:spChg>
        <pc:spChg chg="add del mod ord">
          <ac:chgData name="Varun Srivatsan" userId="5215c364-4639-494b-a156-0291b7c83c6d" providerId="ADAL" clId="{EED655BB-DBC1-4EBD-8854-C53BA86B6C04}" dt="2022-09-06T11:38:10.703" v="4768"/>
          <ac:spMkLst>
            <pc:docMk/>
            <pc:sldMk cId="1524044050" sldId="1817606786"/>
            <ac:spMk id="40" creationId="{11B3DCE0-5D2F-4A46-B664-51C33AA11412}"/>
          </ac:spMkLst>
        </pc:spChg>
        <pc:spChg chg="add del mod">
          <ac:chgData name="Varun Srivatsan" userId="5215c364-4639-494b-a156-0291b7c83c6d" providerId="ADAL" clId="{EED655BB-DBC1-4EBD-8854-C53BA86B6C04}" dt="2022-09-06T11:38:10.703" v="4768"/>
          <ac:spMkLst>
            <pc:docMk/>
            <pc:sldMk cId="1524044050" sldId="1817606786"/>
            <ac:spMk id="41" creationId="{CD8A446D-3E8F-49EE-A1DC-0252C5E672EC}"/>
          </ac:spMkLst>
        </pc:spChg>
        <pc:spChg chg="add del mod ord">
          <ac:chgData name="Varun Srivatsan" userId="5215c364-4639-494b-a156-0291b7c83c6d" providerId="ADAL" clId="{EED655BB-DBC1-4EBD-8854-C53BA86B6C04}" dt="2022-09-06T11:38:10.703" v="4768"/>
          <ac:spMkLst>
            <pc:docMk/>
            <pc:sldMk cId="1524044050" sldId="1817606786"/>
            <ac:spMk id="42" creationId="{6F27B411-A075-49F1-8203-602FE803EAD9}"/>
          </ac:spMkLst>
        </pc:spChg>
        <pc:spChg chg="add del mod ord">
          <ac:chgData name="Varun Srivatsan" userId="5215c364-4639-494b-a156-0291b7c83c6d" providerId="ADAL" clId="{EED655BB-DBC1-4EBD-8854-C53BA86B6C04}" dt="2022-09-06T11:38:10.703" v="4768"/>
          <ac:spMkLst>
            <pc:docMk/>
            <pc:sldMk cId="1524044050" sldId="1817606786"/>
            <ac:spMk id="43" creationId="{A50A00AB-A8F0-457B-94EC-461419E8ADBD}"/>
          </ac:spMkLst>
        </pc:spChg>
        <pc:spChg chg="add del mod ord">
          <ac:chgData name="Varun Srivatsan" userId="5215c364-4639-494b-a156-0291b7c83c6d" providerId="ADAL" clId="{EED655BB-DBC1-4EBD-8854-C53BA86B6C04}" dt="2022-09-06T11:38:10.703" v="4768"/>
          <ac:spMkLst>
            <pc:docMk/>
            <pc:sldMk cId="1524044050" sldId="1817606786"/>
            <ac:spMk id="44" creationId="{46F18BF0-DDFE-4084-976D-805FD750742F}"/>
          </ac:spMkLst>
        </pc:spChg>
        <pc:spChg chg="add del mod ord">
          <ac:chgData name="Varun Srivatsan" userId="5215c364-4639-494b-a156-0291b7c83c6d" providerId="ADAL" clId="{EED655BB-DBC1-4EBD-8854-C53BA86B6C04}" dt="2022-09-06T11:38:10.703" v="4768"/>
          <ac:spMkLst>
            <pc:docMk/>
            <pc:sldMk cId="1524044050" sldId="1817606786"/>
            <ac:spMk id="45" creationId="{08955925-5EEC-4DFB-BA1D-AD2255D2AA00}"/>
          </ac:spMkLst>
        </pc:spChg>
        <pc:spChg chg="add del mod ord">
          <ac:chgData name="Varun Srivatsan" userId="5215c364-4639-494b-a156-0291b7c83c6d" providerId="ADAL" clId="{EED655BB-DBC1-4EBD-8854-C53BA86B6C04}" dt="2022-09-06T11:38:10.703" v="4768"/>
          <ac:spMkLst>
            <pc:docMk/>
            <pc:sldMk cId="1524044050" sldId="1817606786"/>
            <ac:spMk id="46" creationId="{F7AAA5E1-74D9-4CC4-A8A1-95451E50883B}"/>
          </ac:spMkLst>
        </pc:spChg>
        <pc:spChg chg="add del mod ord">
          <ac:chgData name="Varun Srivatsan" userId="5215c364-4639-494b-a156-0291b7c83c6d" providerId="ADAL" clId="{EED655BB-DBC1-4EBD-8854-C53BA86B6C04}" dt="2022-09-06T11:38:10.703" v="4768"/>
          <ac:spMkLst>
            <pc:docMk/>
            <pc:sldMk cId="1524044050" sldId="1817606786"/>
            <ac:spMk id="47" creationId="{89E78E6E-B052-4248-A1C8-425C75DBF338}"/>
          </ac:spMkLst>
        </pc:spChg>
        <pc:spChg chg="add del mod ord">
          <ac:chgData name="Varun Srivatsan" userId="5215c364-4639-494b-a156-0291b7c83c6d" providerId="ADAL" clId="{EED655BB-DBC1-4EBD-8854-C53BA86B6C04}" dt="2022-09-06T11:38:10.703" v="4768"/>
          <ac:spMkLst>
            <pc:docMk/>
            <pc:sldMk cId="1524044050" sldId="1817606786"/>
            <ac:spMk id="48" creationId="{17E42EAA-E86B-46F8-9226-BE8650BA16E3}"/>
          </ac:spMkLst>
        </pc:spChg>
        <pc:spChg chg="add del mod">
          <ac:chgData name="Varun Srivatsan" userId="5215c364-4639-494b-a156-0291b7c83c6d" providerId="ADAL" clId="{EED655BB-DBC1-4EBD-8854-C53BA86B6C04}" dt="2022-09-06T11:38:10.703" v="4768"/>
          <ac:spMkLst>
            <pc:docMk/>
            <pc:sldMk cId="1524044050" sldId="1817606786"/>
            <ac:spMk id="49" creationId="{4F18830C-4BB6-4196-B92E-C0C477CAF597}"/>
          </ac:spMkLst>
        </pc:spChg>
        <pc:spChg chg="add del mod ord">
          <ac:chgData name="Varun Srivatsan" userId="5215c364-4639-494b-a156-0291b7c83c6d" providerId="ADAL" clId="{EED655BB-DBC1-4EBD-8854-C53BA86B6C04}" dt="2022-09-06T11:38:10.703" v="4768"/>
          <ac:spMkLst>
            <pc:docMk/>
            <pc:sldMk cId="1524044050" sldId="1817606786"/>
            <ac:spMk id="50" creationId="{EA553AB4-2AF7-43A3-A21E-D20D523825E6}"/>
          </ac:spMkLst>
        </pc:spChg>
        <pc:spChg chg="add del mod">
          <ac:chgData name="Varun Srivatsan" userId="5215c364-4639-494b-a156-0291b7c83c6d" providerId="ADAL" clId="{EED655BB-DBC1-4EBD-8854-C53BA86B6C04}" dt="2022-09-06T11:38:10.703" v="4768"/>
          <ac:spMkLst>
            <pc:docMk/>
            <pc:sldMk cId="1524044050" sldId="1817606786"/>
            <ac:spMk id="52" creationId="{D11D578E-92E6-48BC-B9B1-312E271B03F1}"/>
          </ac:spMkLst>
        </pc:spChg>
        <pc:spChg chg="add del mod">
          <ac:chgData name="Varun Srivatsan" userId="5215c364-4639-494b-a156-0291b7c83c6d" providerId="ADAL" clId="{EED655BB-DBC1-4EBD-8854-C53BA86B6C04}" dt="2022-09-06T11:38:10.703" v="4768"/>
          <ac:spMkLst>
            <pc:docMk/>
            <pc:sldMk cId="1524044050" sldId="1817606786"/>
            <ac:spMk id="53" creationId="{D8CF653D-0479-4E5E-AF18-555B2B86586E}"/>
          </ac:spMkLst>
        </pc:spChg>
        <pc:spChg chg="mod ord">
          <ac:chgData name="Varun Srivatsan" userId="5215c364-4639-494b-a156-0291b7c83c6d" providerId="ADAL" clId="{EED655BB-DBC1-4EBD-8854-C53BA86B6C04}" dt="2022-09-06T11:38:10.703" v="4768"/>
          <ac:spMkLst>
            <pc:docMk/>
            <pc:sldMk cId="1524044050" sldId="1817606786"/>
            <ac:spMk id="59" creationId="{8438F9AC-2C66-4347-A2CB-AAFF9968E5D9}"/>
          </ac:spMkLst>
        </pc:spChg>
        <pc:spChg chg="mod ord">
          <ac:chgData name="Varun Srivatsan" userId="5215c364-4639-494b-a156-0291b7c83c6d" providerId="ADAL" clId="{EED655BB-DBC1-4EBD-8854-C53BA86B6C04}" dt="2022-09-06T11:38:10.703" v="4768"/>
          <ac:spMkLst>
            <pc:docMk/>
            <pc:sldMk cId="1524044050" sldId="1817606786"/>
            <ac:spMk id="60" creationId="{114E790C-C6C1-439F-8196-CD74B09CB531}"/>
          </ac:spMkLst>
        </pc:spChg>
        <pc:spChg chg="add del mod replST">
          <ac:chgData name="Varun Srivatsan" userId="5215c364-4639-494b-a156-0291b7c83c6d" providerId="ADAL" clId="{EED655BB-DBC1-4EBD-8854-C53BA86B6C04}" dt="2022-09-06T11:37:39.988" v="1573"/>
          <ac:spMkLst>
            <pc:docMk/>
            <pc:sldMk cId="1524044050" sldId="1817606786"/>
            <ac:spMk id="63" creationId="{153C7C7E-9D3B-1F92-7B1D-F7E6AD8D5AE0}"/>
          </ac:spMkLst>
        </pc:spChg>
        <pc:spChg chg="add mod replST delST">
          <ac:chgData name="Varun Srivatsan" userId="5215c364-4639-494b-a156-0291b7c83c6d" providerId="ADAL" clId="{EED655BB-DBC1-4EBD-8854-C53BA86B6C04}" dt="2022-09-06T11:38:10.703" v="4768"/>
          <ac:spMkLst>
            <pc:docMk/>
            <pc:sldMk cId="1524044050" sldId="1817606786"/>
            <ac:spMk id="67" creationId="{BDCEAF2D-959E-F12A-F5AC-2873AE079DCD}"/>
          </ac:spMkLst>
        </pc:spChg>
        <pc:spChg chg="add mod replST delST">
          <ac:chgData name="Varun Srivatsan" userId="5215c364-4639-494b-a156-0291b7c83c6d" providerId="ADAL" clId="{EED655BB-DBC1-4EBD-8854-C53BA86B6C04}" dt="2022-09-06T11:38:10.703" v="4768"/>
          <ac:spMkLst>
            <pc:docMk/>
            <pc:sldMk cId="1524044050" sldId="1817606786"/>
            <ac:spMk id="68" creationId="{08A502EB-51A6-35F4-0ECB-5616DBFD9196}"/>
          </ac:spMkLst>
        </pc:spChg>
        <pc:spChg chg="add mod replST delST">
          <ac:chgData name="Varun Srivatsan" userId="5215c364-4639-494b-a156-0291b7c83c6d" providerId="ADAL" clId="{EED655BB-DBC1-4EBD-8854-C53BA86B6C04}" dt="2022-09-06T11:38:10.703" v="4768"/>
          <ac:spMkLst>
            <pc:docMk/>
            <pc:sldMk cId="1524044050" sldId="1817606786"/>
            <ac:spMk id="69" creationId="{279F990A-AE4D-E46E-CE43-A28D3E76FAC2}"/>
          </ac:spMkLst>
        </pc:spChg>
        <pc:spChg chg="add mod replST delST">
          <ac:chgData name="Varun Srivatsan" userId="5215c364-4639-494b-a156-0291b7c83c6d" providerId="ADAL" clId="{EED655BB-DBC1-4EBD-8854-C53BA86B6C04}" dt="2022-09-06T11:38:10.703" v="4768"/>
          <ac:spMkLst>
            <pc:docMk/>
            <pc:sldMk cId="1524044050" sldId="1817606786"/>
            <ac:spMk id="70" creationId="{E7618ACE-41EA-FD41-1A60-814FE4704A1D}"/>
          </ac:spMkLst>
        </pc:spChg>
        <pc:spChg chg="add mod replST delST">
          <ac:chgData name="Varun Srivatsan" userId="5215c364-4639-494b-a156-0291b7c83c6d" providerId="ADAL" clId="{EED655BB-DBC1-4EBD-8854-C53BA86B6C04}" dt="2022-09-06T11:38:10.703" v="4768"/>
          <ac:spMkLst>
            <pc:docMk/>
            <pc:sldMk cId="1524044050" sldId="1817606786"/>
            <ac:spMk id="71" creationId="{93456380-1C67-8276-5D10-41A65EB65861}"/>
          </ac:spMkLst>
        </pc:spChg>
        <pc:spChg chg="add mod replST delST">
          <ac:chgData name="Varun Srivatsan" userId="5215c364-4639-494b-a156-0291b7c83c6d" providerId="ADAL" clId="{EED655BB-DBC1-4EBD-8854-C53BA86B6C04}" dt="2022-09-06T11:38:10.703" v="4768"/>
          <ac:spMkLst>
            <pc:docMk/>
            <pc:sldMk cId="1524044050" sldId="1817606786"/>
            <ac:spMk id="72" creationId="{099CB764-0867-A68A-55C4-6C0C4A546982}"/>
          </ac:spMkLst>
        </pc:spChg>
        <pc:spChg chg="add mod replST delST">
          <ac:chgData name="Varun Srivatsan" userId="5215c364-4639-494b-a156-0291b7c83c6d" providerId="ADAL" clId="{EED655BB-DBC1-4EBD-8854-C53BA86B6C04}" dt="2022-09-06T11:38:10.703" v="4768"/>
          <ac:spMkLst>
            <pc:docMk/>
            <pc:sldMk cId="1524044050" sldId="1817606786"/>
            <ac:spMk id="73" creationId="{538CA2B4-5332-7645-1679-A51D19817B47}"/>
          </ac:spMkLst>
        </pc:spChg>
        <pc:spChg chg="add mod replST delST">
          <ac:chgData name="Varun Srivatsan" userId="5215c364-4639-494b-a156-0291b7c83c6d" providerId="ADAL" clId="{EED655BB-DBC1-4EBD-8854-C53BA86B6C04}" dt="2022-09-06T11:38:10.703" v="4768"/>
          <ac:spMkLst>
            <pc:docMk/>
            <pc:sldMk cId="1524044050" sldId="1817606786"/>
            <ac:spMk id="74" creationId="{0EF196C5-3B8F-BDC8-0E8D-47A4D0F6721D}"/>
          </ac:spMkLst>
        </pc:spChg>
        <pc:spChg chg="mod ord">
          <ac:chgData name="Varun Srivatsan" userId="5215c364-4639-494b-a156-0291b7c83c6d" providerId="ADAL" clId="{EED655BB-DBC1-4EBD-8854-C53BA86B6C04}" dt="2022-09-06T11:38:10.703" v="4768"/>
          <ac:spMkLst>
            <pc:docMk/>
            <pc:sldMk cId="1524044050" sldId="1817606786"/>
            <ac:spMk id="75" creationId="{0AA9DA3B-3759-4EE0-B4B2-7614F0F10283}"/>
          </ac:spMkLst>
        </pc:spChg>
        <pc:spChg chg="add mod replST delST">
          <ac:chgData name="Varun Srivatsan" userId="5215c364-4639-494b-a156-0291b7c83c6d" providerId="ADAL" clId="{EED655BB-DBC1-4EBD-8854-C53BA86B6C04}" dt="2022-09-06T11:38:10.703" v="4768"/>
          <ac:spMkLst>
            <pc:docMk/>
            <pc:sldMk cId="1524044050" sldId="1817606786"/>
            <ac:spMk id="76" creationId="{9E0439B8-5EB6-9D3A-D7BA-572BBECF904B}"/>
          </ac:spMkLst>
        </pc:spChg>
        <pc:spChg chg="mod ord">
          <ac:chgData name="Varun Srivatsan" userId="5215c364-4639-494b-a156-0291b7c83c6d" providerId="ADAL" clId="{EED655BB-DBC1-4EBD-8854-C53BA86B6C04}" dt="2022-09-06T11:38:10.703" v="4768"/>
          <ac:spMkLst>
            <pc:docMk/>
            <pc:sldMk cId="1524044050" sldId="1817606786"/>
            <ac:spMk id="77" creationId="{6F1FE764-DAD3-4E6A-84B1-F12189B0E2F0}"/>
          </ac:spMkLst>
        </pc:spChg>
        <pc:spChg chg="mod ord">
          <ac:chgData name="Varun Srivatsan" userId="5215c364-4639-494b-a156-0291b7c83c6d" providerId="ADAL" clId="{EED655BB-DBC1-4EBD-8854-C53BA86B6C04}" dt="2022-09-06T11:38:10.703" v="4768"/>
          <ac:spMkLst>
            <pc:docMk/>
            <pc:sldMk cId="1524044050" sldId="1817606786"/>
            <ac:spMk id="78" creationId="{2D7DAEDD-D51A-46B7-8509-70B5C0CF62E5}"/>
          </ac:spMkLst>
        </pc:spChg>
        <pc:spChg chg="mod ord">
          <ac:chgData name="Varun Srivatsan" userId="5215c364-4639-494b-a156-0291b7c83c6d" providerId="ADAL" clId="{EED655BB-DBC1-4EBD-8854-C53BA86B6C04}" dt="2022-09-06T11:38:10.703" v="4768"/>
          <ac:spMkLst>
            <pc:docMk/>
            <pc:sldMk cId="1524044050" sldId="1817606786"/>
            <ac:spMk id="79" creationId="{72A6F229-C289-488F-BF16-AD4FB4BFB547}"/>
          </ac:spMkLst>
        </pc:spChg>
        <pc:spChg chg="mod ord">
          <ac:chgData name="Varun Srivatsan" userId="5215c364-4639-494b-a156-0291b7c83c6d" providerId="ADAL" clId="{EED655BB-DBC1-4EBD-8854-C53BA86B6C04}" dt="2022-09-06T11:38:10.703" v="4768"/>
          <ac:spMkLst>
            <pc:docMk/>
            <pc:sldMk cId="1524044050" sldId="1817606786"/>
            <ac:spMk id="80" creationId="{2F3A47DF-2ED3-4B76-B927-2FC1688DA93F}"/>
          </ac:spMkLst>
        </pc:spChg>
        <pc:spChg chg="add mod replST delST">
          <ac:chgData name="Varun Srivatsan" userId="5215c364-4639-494b-a156-0291b7c83c6d" providerId="ADAL" clId="{EED655BB-DBC1-4EBD-8854-C53BA86B6C04}" dt="2022-09-06T11:38:10.703" v="4768"/>
          <ac:spMkLst>
            <pc:docMk/>
            <pc:sldMk cId="1524044050" sldId="1817606786"/>
            <ac:spMk id="81" creationId="{ED43EFC0-C835-ABA7-F12C-04A2F2507EE1}"/>
          </ac:spMkLst>
        </pc:spChg>
        <pc:spChg chg="add mod replST delST">
          <ac:chgData name="Varun Srivatsan" userId="5215c364-4639-494b-a156-0291b7c83c6d" providerId="ADAL" clId="{EED655BB-DBC1-4EBD-8854-C53BA86B6C04}" dt="2022-09-06T11:38:10.703" v="4768"/>
          <ac:spMkLst>
            <pc:docMk/>
            <pc:sldMk cId="1524044050" sldId="1817606786"/>
            <ac:spMk id="82" creationId="{1262281D-133F-7875-86BC-2F8E9D8E3EB8}"/>
          </ac:spMkLst>
        </pc:spChg>
        <pc:spChg chg="add mod replST delST">
          <ac:chgData name="Varun Srivatsan" userId="5215c364-4639-494b-a156-0291b7c83c6d" providerId="ADAL" clId="{EED655BB-DBC1-4EBD-8854-C53BA86B6C04}" dt="2022-09-06T11:38:10.703" v="4768"/>
          <ac:spMkLst>
            <pc:docMk/>
            <pc:sldMk cId="1524044050" sldId="1817606786"/>
            <ac:spMk id="83" creationId="{86DF1E6C-ADDA-FF4D-2BEA-E25E5B2C236E}"/>
          </ac:spMkLst>
        </pc:spChg>
        <pc:spChg chg="add mod replST delST">
          <ac:chgData name="Varun Srivatsan" userId="5215c364-4639-494b-a156-0291b7c83c6d" providerId="ADAL" clId="{EED655BB-DBC1-4EBD-8854-C53BA86B6C04}" dt="2022-09-06T11:38:10.703" v="4768"/>
          <ac:spMkLst>
            <pc:docMk/>
            <pc:sldMk cId="1524044050" sldId="1817606786"/>
            <ac:spMk id="84" creationId="{442CE5C3-1C58-4333-4933-99A8BA9947D2}"/>
          </ac:spMkLst>
        </pc:spChg>
        <pc:spChg chg="add mod replST delST">
          <ac:chgData name="Varun Srivatsan" userId="5215c364-4639-494b-a156-0291b7c83c6d" providerId="ADAL" clId="{EED655BB-DBC1-4EBD-8854-C53BA86B6C04}" dt="2022-09-06T11:38:10.703" v="4768"/>
          <ac:spMkLst>
            <pc:docMk/>
            <pc:sldMk cId="1524044050" sldId="1817606786"/>
            <ac:spMk id="85" creationId="{CF9F9C94-25E9-0395-A654-EA71F1C91502}"/>
          </ac:spMkLst>
        </pc:spChg>
        <pc:spChg chg="add mod replST delST">
          <ac:chgData name="Varun Srivatsan" userId="5215c364-4639-494b-a156-0291b7c83c6d" providerId="ADAL" clId="{EED655BB-DBC1-4EBD-8854-C53BA86B6C04}" dt="2022-09-06T11:38:10.703" v="4768"/>
          <ac:spMkLst>
            <pc:docMk/>
            <pc:sldMk cId="1524044050" sldId="1817606786"/>
            <ac:spMk id="86" creationId="{AD4F8066-8375-1F05-4338-1876A63C1DDA}"/>
          </ac:spMkLst>
        </pc:spChg>
        <pc:spChg chg="add mod replST delST">
          <ac:chgData name="Varun Srivatsan" userId="5215c364-4639-494b-a156-0291b7c83c6d" providerId="ADAL" clId="{EED655BB-DBC1-4EBD-8854-C53BA86B6C04}" dt="2022-09-06T11:38:10.703" v="4768"/>
          <ac:spMkLst>
            <pc:docMk/>
            <pc:sldMk cId="1524044050" sldId="1817606786"/>
            <ac:spMk id="87" creationId="{0C5BD247-391F-18FD-3899-18FA8EDE2D90}"/>
          </ac:spMkLst>
        </pc:spChg>
        <pc:spChg chg="add mod replST delST">
          <ac:chgData name="Varun Srivatsan" userId="5215c364-4639-494b-a156-0291b7c83c6d" providerId="ADAL" clId="{EED655BB-DBC1-4EBD-8854-C53BA86B6C04}" dt="2022-09-06T11:38:10.703" v="4768"/>
          <ac:spMkLst>
            <pc:docMk/>
            <pc:sldMk cId="1524044050" sldId="1817606786"/>
            <ac:spMk id="88" creationId="{7AC34078-5CC5-744A-077A-821CA403FDFE}"/>
          </ac:spMkLst>
        </pc:spChg>
        <pc:spChg chg="add mod replST delST">
          <ac:chgData name="Varun Srivatsan" userId="5215c364-4639-494b-a156-0291b7c83c6d" providerId="ADAL" clId="{EED655BB-DBC1-4EBD-8854-C53BA86B6C04}" dt="2022-09-06T11:38:10.703" v="4768"/>
          <ac:spMkLst>
            <pc:docMk/>
            <pc:sldMk cId="1524044050" sldId="1817606786"/>
            <ac:spMk id="89" creationId="{E4FB2C06-BE84-0875-773D-91020D7E3FF1}"/>
          </ac:spMkLst>
        </pc:spChg>
        <pc:spChg chg="add mod replST delST">
          <ac:chgData name="Varun Srivatsan" userId="5215c364-4639-494b-a156-0291b7c83c6d" providerId="ADAL" clId="{EED655BB-DBC1-4EBD-8854-C53BA86B6C04}" dt="2022-09-06T11:38:10.703" v="4768"/>
          <ac:spMkLst>
            <pc:docMk/>
            <pc:sldMk cId="1524044050" sldId="1817606786"/>
            <ac:spMk id="90" creationId="{CABD3069-C01E-F510-CD64-3346DC2BC819}"/>
          </ac:spMkLst>
        </pc:spChg>
        <pc:spChg chg="add mod replST delST">
          <ac:chgData name="Varun Srivatsan" userId="5215c364-4639-494b-a156-0291b7c83c6d" providerId="ADAL" clId="{EED655BB-DBC1-4EBD-8854-C53BA86B6C04}" dt="2022-09-06T11:38:10.703" v="4768"/>
          <ac:spMkLst>
            <pc:docMk/>
            <pc:sldMk cId="1524044050" sldId="1817606786"/>
            <ac:spMk id="91" creationId="{1E1351F6-9CA0-8C4A-1321-3A54C9DC3094}"/>
          </ac:spMkLst>
        </pc:spChg>
        <pc:spChg chg="add mod replST delST">
          <ac:chgData name="Varun Srivatsan" userId="5215c364-4639-494b-a156-0291b7c83c6d" providerId="ADAL" clId="{EED655BB-DBC1-4EBD-8854-C53BA86B6C04}" dt="2022-09-06T11:38:10.703" v="4768"/>
          <ac:spMkLst>
            <pc:docMk/>
            <pc:sldMk cId="1524044050" sldId="1817606786"/>
            <ac:spMk id="92" creationId="{616B5DD1-2253-A62B-30C2-D6D78C311F8E}"/>
          </ac:spMkLst>
        </pc:spChg>
        <pc:spChg chg="add del mod ord">
          <ac:chgData name="Varun Srivatsan" userId="5215c364-4639-494b-a156-0291b7c83c6d" providerId="ADAL" clId="{EED655BB-DBC1-4EBD-8854-C53BA86B6C04}" dt="2022-09-06T11:38:10.703" v="4768"/>
          <ac:spMkLst>
            <pc:docMk/>
            <pc:sldMk cId="1524044050" sldId="1817606786"/>
            <ac:spMk id="94" creationId="{4740254A-42FF-4BD5-9007-BDBC7AD092CC}"/>
          </ac:spMkLst>
        </pc:spChg>
        <pc:graphicFrameChg chg="mod">
          <ac:chgData name="Varun Srivatsan" userId="5215c364-4639-494b-a156-0291b7c83c6d" providerId="ADAL" clId="{EED655BB-DBC1-4EBD-8854-C53BA86B6C04}" dt="2022-09-06T11:38:11.103" v="4776"/>
          <ac:graphicFrameMkLst>
            <pc:docMk/>
            <pc:sldMk cId="1524044050" sldId="1817606786"/>
            <ac:graphicFrameMk id="7" creationId="{CA188CE8-71A5-489E-AE5E-BD2C5C5FB317}"/>
          </ac:graphicFrameMkLst>
        </pc:graphicFrameChg>
        <pc:graphicFrameChg chg="del">
          <ac:chgData name="Varun Srivatsan" userId="5215c364-4639-494b-a156-0291b7c83c6d" providerId="ADAL" clId="{EED655BB-DBC1-4EBD-8854-C53BA86B6C04}" dt="2022-09-06T11:37:34.359" v="1354"/>
          <ac:graphicFrameMkLst>
            <pc:docMk/>
            <pc:sldMk cId="1524044050" sldId="1817606786"/>
            <ac:graphicFrameMk id="62" creationId="{E40891D1-0A50-BE6F-37D8-62CC01C67341}"/>
          </ac:graphicFrameMkLst>
        </pc:graphicFrameChg>
        <pc:graphicFrameChg chg="add del mod replST">
          <ac:chgData name="Varun Srivatsan" userId="5215c364-4639-494b-a156-0291b7c83c6d" providerId="ADAL" clId="{EED655BB-DBC1-4EBD-8854-C53BA86B6C04}" dt="2022-09-06T11:37:39.998" v="1576"/>
          <ac:graphicFrameMkLst>
            <pc:docMk/>
            <pc:sldMk cId="1524044050" sldId="1817606786"/>
            <ac:graphicFrameMk id="64" creationId="{C3826DE4-B597-32E8-0933-C58514D9164E}"/>
          </ac:graphicFrameMkLst>
        </pc:graphicFrameChg>
        <pc:graphicFrameChg chg="add del mod replST">
          <ac:chgData name="Varun Srivatsan" userId="5215c364-4639-494b-a156-0291b7c83c6d" providerId="ADAL" clId="{EED655BB-DBC1-4EBD-8854-C53BA86B6C04}" dt="2022-09-06T11:38:10.703" v="4768"/>
          <ac:graphicFrameMkLst>
            <pc:docMk/>
            <pc:sldMk cId="1524044050" sldId="1817606786"/>
            <ac:graphicFrameMk id="65" creationId="{AB6891B5-0CC7-E14F-28F9-324F46A8ACF9}"/>
          </ac:graphicFrameMkLst>
        </pc:graphicFrameChg>
        <pc:graphicFrameChg chg="add mod replST delST">
          <ac:chgData name="Varun Srivatsan" userId="5215c364-4639-494b-a156-0291b7c83c6d" providerId="ADAL" clId="{EED655BB-DBC1-4EBD-8854-C53BA86B6C04}" dt="2022-09-06T11:38:10.703" v="4768"/>
          <ac:graphicFrameMkLst>
            <pc:docMk/>
            <pc:sldMk cId="1524044050" sldId="1817606786"/>
            <ac:graphicFrameMk id="93" creationId="{33DFC6CD-FE5F-F59E-98CB-55D960227987}"/>
          </ac:graphicFrameMkLst>
        </pc:graphicFrameChg>
        <pc:cxnChg chg="add del mod ord">
          <ac:chgData name="Varun Srivatsan" userId="5215c364-4639-494b-a156-0291b7c83c6d" providerId="ADAL" clId="{EED655BB-DBC1-4EBD-8854-C53BA86B6C04}" dt="2022-09-06T11:38:10.703" v="4768"/>
          <ac:cxnSpMkLst>
            <pc:docMk/>
            <pc:sldMk cId="1524044050" sldId="1817606786"/>
            <ac:cxnSpMk id="51" creationId="{7C7BFE35-831F-492C-BAD9-108122C821CF}"/>
          </ac:cxnSpMkLst>
        </pc:cxnChg>
        <pc:cxnChg chg="add del mod ord">
          <ac:chgData name="Varun Srivatsan" userId="5215c364-4639-494b-a156-0291b7c83c6d" providerId="ADAL" clId="{EED655BB-DBC1-4EBD-8854-C53BA86B6C04}" dt="2022-09-06T11:38:10.703" v="4768"/>
          <ac:cxnSpMkLst>
            <pc:docMk/>
            <pc:sldMk cId="1524044050" sldId="1817606786"/>
            <ac:cxnSpMk id="95" creationId="{70D3B7AB-0BF1-4346-B3B6-BA07B4418278}"/>
          </ac:cxnSpMkLst>
        </pc:cxnChg>
        <pc:cxnChg chg="add del mod ord">
          <ac:chgData name="Varun Srivatsan" userId="5215c364-4639-494b-a156-0291b7c83c6d" providerId="ADAL" clId="{EED655BB-DBC1-4EBD-8854-C53BA86B6C04}" dt="2022-09-06T11:38:10.703" v="4768"/>
          <ac:cxnSpMkLst>
            <pc:docMk/>
            <pc:sldMk cId="1524044050" sldId="1817606786"/>
            <ac:cxnSpMk id="96" creationId="{919766BE-5EB2-4AB0-A4B5-31624358BB5D}"/>
          </ac:cxnSpMkLst>
        </pc:cxnChg>
        <pc:cxnChg chg="add del mod ord">
          <ac:chgData name="Varun Srivatsan" userId="5215c364-4639-494b-a156-0291b7c83c6d" providerId="ADAL" clId="{EED655BB-DBC1-4EBD-8854-C53BA86B6C04}" dt="2022-09-06T11:38:10.703" v="4768"/>
          <ac:cxnSpMkLst>
            <pc:docMk/>
            <pc:sldMk cId="1524044050" sldId="1817606786"/>
            <ac:cxnSpMk id="97" creationId="{A88ED08B-E5C8-41B5-B3D3-51042D92C6D5}"/>
          </ac:cxnSpMkLst>
        </pc:cxnChg>
      </pc:sldChg>
      <pc:sldChg chg="mod">
        <pc:chgData name="Varun Srivatsan" userId="5215c364-4639-494b-a156-0291b7c83c6d" providerId="ADAL" clId="{EED655BB-DBC1-4EBD-8854-C53BA86B6C04}" dt="2022-08-15T08:28:10.633" v="744" actId="27918"/>
        <pc:sldMkLst>
          <pc:docMk/>
          <pc:sldMk cId="2025076268" sldId="1817606787"/>
        </pc:sldMkLst>
      </pc:sldChg>
      <pc:sldChg chg="modSp del mod">
        <pc:chgData name="Varun Srivatsan" userId="5215c364-4639-494b-a156-0291b7c83c6d" providerId="ADAL" clId="{EED655BB-DBC1-4EBD-8854-C53BA86B6C04}" dt="2022-08-10T11:12:04.855" v="567" actId="2696"/>
        <pc:sldMkLst>
          <pc:docMk/>
          <pc:sldMk cId="63836889" sldId="1817606789"/>
        </pc:sldMkLst>
        <pc:graphicFrameChg chg="mod">
          <ac:chgData name="Varun Srivatsan" userId="5215c364-4639-494b-a156-0291b7c83c6d" providerId="ADAL" clId="{EED655BB-DBC1-4EBD-8854-C53BA86B6C04}" dt="2022-08-10T11:11:13.040" v="252"/>
          <ac:graphicFrameMkLst>
            <pc:docMk/>
            <pc:sldMk cId="63836889" sldId="1817606789"/>
            <ac:graphicFrameMk id="22" creationId="{7836F37E-D5F7-883C-DAE6-D32C3949643D}"/>
          </ac:graphicFrameMkLst>
        </pc:graphicFrameChg>
      </pc:sldChg>
      <pc:sldChg chg="modSp mod">
        <pc:chgData name="Varun Srivatsan" userId="5215c364-4639-494b-a156-0291b7c83c6d" providerId="ADAL" clId="{EED655BB-DBC1-4EBD-8854-C53BA86B6C04}" dt="2022-08-18T07:22:36.491" v="749" actId="1076"/>
        <pc:sldMkLst>
          <pc:docMk/>
          <pc:sldMk cId="4037140041" sldId="1817606792"/>
        </pc:sldMkLst>
        <pc:spChg chg="mod">
          <ac:chgData name="Varun Srivatsan" userId="5215c364-4639-494b-a156-0291b7c83c6d" providerId="ADAL" clId="{EED655BB-DBC1-4EBD-8854-C53BA86B6C04}" dt="2022-08-18T07:22:36.491" v="749" actId="1076"/>
          <ac:spMkLst>
            <pc:docMk/>
            <pc:sldMk cId="4037140041" sldId="1817606792"/>
            <ac:spMk id="15" creationId="{0BDD6E78-6479-2FDB-70CC-3AB962301B85}"/>
          </ac:spMkLst>
        </pc:spChg>
      </pc:sldChg>
      <pc:sldChg chg="addSp delSp modSp add mod">
        <pc:chgData name="Varun Srivatsan" userId="5215c364-4639-494b-a156-0291b7c83c6d" providerId="ADAL" clId="{EED655BB-DBC1-4EBD-8854-C53BA86B6C04}" dt="2022-08-10T11:11:19.770" v="566"/>
        <pc:sldMkLst>
          <pc:docMk/>
          <pc:sldMk cId="158183130" sldId="1817606793"/>
        </pc:sldMkLst>
        <pc:spChg chg="add mod ord replST">
          <ac:chgData name="Varun Srivatsan" userId="5215c364-4639-494b-a156-0291b7c83c6d" providerId="ADAL" clId="{EED655BB-DBC1-4EBD-8854-C53BA86B6C04}" dt="2022-08-10T11:11:19.750" v="518"/>
          <ac:spMkLst>
            <pc:docMk/>
            <pc:sldMk cId="158183130" sldId="1817606793"/>
            <ac:spMk id="2" creationId="{2438375B-84A6-9E0D-4EC4-A31CAF6AB806}"/>
          </ac:spMkLst>
        </pc:spChg>
        <pc:spChg chg="add mod ord replST">
          <ac:chgData name="Varun Srivatsan" userId="5215c364-4639-494b-a156-0291b7c83c6d" providerId="ADAL" clId="{EED655BB-DBC1-4EBD-8854-C53BA86B6C04}" dt="2022-08-10T11:11:19.766" v="520"/>
          <ac:spMkLst>
            <pc:docMk/>
            <pc:sldMk cId="158183130" sldId="1817606793"/>
            <ac:spMk id="3" creationId="{5B8CA91C-4E62-CD0F-E2BA-3877A5870E77}"/>
          </ac:spMkLst>
        </pc:spChg>
        <pc:spChg chg="mod ord">
          <ac:chgData name="Varun Srivatsan" userId="5215c364-4639-494b-a156-0291b7c83c6d" providerId="ADAL" clId="{EED655BB-DBC1-4EBD-8854-C53BA86B6C04}" dt="2022-08-10T11:11:19.750" v="493"/>
          <ac:spMkLst>
            <pc:docMk/>
            <pc:sldMk cId="158183130" sldId="1817606793"/>
            <ac:spMk id="4" creationId="{B142037F-AF01-9446-D903-D9E92D9E90AA}"/>
          </ac:spMkLst>
        </pc:spChg>
        <pc:spChg chg="add mod ord replST">
          <ac:chgData name="Varun Srivatsan" userId="5215c364-4639-494b-a156-0291b7c83c6d" providerId="ADAL" clId="{EED655BB-DBC1-4EBD-8854-C53BA86B6C04}" dt="2022-08-10T11:11:19.750" v="514"/>
          <ac:spMkLst>
            <pc:docMk/>
            <pc:sldMk cId="158183130" sldId="1817606793"/>
            <ac:spMk id="5" creationId="{CABA0A67-2AC8-365F-8A8C-F447A1333CAF}"/>
          </ac:spMkLst>
        </pc:spChg>
        <pc:spChg chg="mod ord">
          <ac:chgData name="Varun Srivatsan" userId="5215c364-4639-494b-a156-0291b7c83c6d" providerId="ADAL" clId="{EED655BB-DBC1-4EBD-8854-C53BA86B6C04}" dt="2022-08-10T11:11:19.750" v="495"/>
          <ac:spMkLst>
            <pc:docMk/>
            <pc:sldMk cId="158183130" sldId="1817606793"/>
            <ac:spMk id="6" creationId="{4B34BDA5-A072-5779-59DD-2B2A0BF3DE29}"/>
          </ac:spMkLst>
        </pc:spChg>
        <pc:spChg chg="mod ord">
          <ac:chgData name="Varun Srivatsan" userId="5215c364-4639-494b-a156-0291b7c83c6d" providerId="ADAL" clId="{EED655BB-DBC1-4EBD-8854-C53BA86B6C04}" dt="2022-08-10T11:11:19.750" v="489"/>
          <ac:spMkLst>
            <pc:docMk/>
            <pc:sldMk cId="158183130" sldId="1817606793"/>
            <ac:spMk id="8" creationId="{093D25D7-22C8-9114-D9C7-40C60A94C49D}"/>
          </ac:spMkLst>
        </pc:spChg>
        <pc:spChg chg="mod ord">
          <ac:chgData name="Varun Srivatsan" userId="5215c364-4639-494b-a156-0291b7c83c6d" providerId="ADAL" clId="{EED655BB-DBC1-4EBD-8854-C53BA86B6C04}" dt="2022-08-10T11:11:19.750" v="491"/>
          <ac:spMkLst>
            <pc:docMk/>
            <pc:sldMk cId="158183130" sldId="1817606793"/>
            <ac:spMk id="9" creationId="{D9722F4A-6D2F-1ED1-2F7C-67B912729926}"/>
          </ac:spMkLst>
        </pc:spChg>
        <pc:spChg chg="add mod ord replST">
          <ac:chgData name="Varun Srivatsan" userId="5215c364-4639-494b-a156-0291b7c83c6d" providerId="ADAL" clId="{EED655BB-DBC1-4EBD-8854-C53BA86B6C04}" dt="2022-08-10T11:11:19.766" v="522"/>
          <ac:spMkLst>
            <pc:docMk/>
            <pc:sldMk cId="158183130" sldId="1817606793"/>
            <ac:spMk id="15" creationId="{03878D77-5EA9-9EAA-D5DF-070B88171685}"/>
          </ac:spMkLst>
        </pc:spChg>
        <pc:spChg chg="add mod ord replST">
          <ac:chgData name="Varun Srivatsan" userId="5215c364-4639-494b-a156-0291b7c83c6d" providerId="ADAL" clId="{EED655BB-DBC1-4EBD-8854-C53BA86B6C04}" dt="2022-08-10T11:11:19.766" v="524"/>
          <ac:spMkLst>
            <pc:docMk/>
            <pc:sldMk cId="158183130" sldId="1817606793"/>
            <ac:spMk id="17" creationId="{7B13ABB6-A09E-4F9B-168E-02DC7808B77E}"/>
          </ac:spMkLst>
        </pc:spChg>
        <pc:spChg chg="mod">
          <ac:chgData name="Varun Srivatsan" userId="5215c364-4639-494b-a156-0291b7c83c6d" providerId="ADAL" clId="{EED655BB-DBC1-4EBD-8854-C53BA86B6C04}" dt="2022-08-10T11:11:19.766" v="526"/>
          <ac:spMkLst>
            <pc:docMk/>
            <pc:sldMk cId="158183130" sldId="1817606793"/>
            <ac:spMk id="18" creationId="{81E242A3-01C7-5FF9-EECA-AE507233E5AF}"/>
          </ac:spMkLst>
        </pc:spChg>
        <pc:spChg chg="mod">
          <ac:chgData name="Varun Srivatsan" userId="5215c364-4639-494b-a156-0291b7c83c6d" providerId="ADAL" clId="{EED655BB-DBC1-4EBD-8854-C53BA86B6C04}" dt="2022-08-10T11:11:19.766" v="525"/>
          <ac:spMkLst>
            <pc:docMk/>
            <pc:sldMk cId="158183130" sldId="1817606793"/>
            <ac:spMk id="19" creationId="{3BF91FBE-2663-4E4B-65D4-4C627AF0DDBA}"/>
          </ac:spMkLst>
        </pc:spChg>
        <pc:spChg chg="mod">
          <ac:chgData name="Varun Srivatsan" userId="5215c364-4639-494b-a156-0291b7c83c6d" providerId="ADAL" clId="{EED655BB-DBC1-4EBD-8854-C53BA86B6C04}" dt="2022-08-10T11:11:19.766" v="527"/>
          <ac:spMkLst>
            <pc:docMk/>
            <pc:sldMk cId="158183130" sldId="1817606793"/>
            <ac:spMk id="20" creationId="{A606A13B-44F6-B057-47DD-BC5C7ECD4811}"/>
          </ac:spMkLst>
        </pc:spChg>
        <pc:spChg chg="add mod ord replST">
          <ac:chgData name="Varun Srivatsan" userId="5215c364-4639-494b-a156-0291b7c83c6d" providerId="ADAL" clId="{EED655BB-DBC1-4EBD-8854-C53BA86B6C04}" dt="2022-08-10T11:11:19.750" v="516"/>
          <ac:spMkLst>
            <pc:docMk/>
            <pc:sldMk cId="158183130" sldId="1817606793"/>
            <ac:spMk id="23" creationId="{E04A3F8F-2CDE-B274-EB05-CFC8AD13EEDA}"/>
          </ac:spMkLst>
        </pc:spChg>
        <pc:spChg chg="add del mod modVis">
          <ac:chgData name="Varun Srivatsan" userId="5215c364-4639-494b-a156-0291b7c83c6d" providerId="ADAL" clId="{EED655BB-DBC1-4EBD-8854-C53BA86B6C04}" dt="2022-08-10T11:11:13.042" v="254"/>
          <ac:spMkLst>
            <pc:docMk/>
            <pc:sldMk cId="158183130" sldId="1817606793"/>
            <ac:spMk id="24" creationId="{FA4763D1-D82A-F437-6517-612C64DA060A}"/>
          </ac:spMkLst>
        </pc:spChg>
        <pc:spChg chg="mod">
          <ac:chgData name="Varun Srivatsan" userId="5215c364-4639-494b-a156-0291b7c83c6d" providerId="ADAL" clId="{EED655BB-DBC1-4EBD-8854-C53BA86B6C04}" dt="2022-08-10T11:11:19.766" v="528"/>
          <ac:spMkLst>
            <pc:docMk/>
            <pc:sldMk cId="158183130" sldId="1817606793"/>
            <ac:spMk id="39" creationId="{B704C0CC-3BA5-E842-7CED-FB55B0D7BD6E}"/>
          </ac:spMkLst>
        </pc:spChg>
        <pc:spChg chg="mod">
          <ac:chgData name="Varun Srivatsan" userId="5215c364-4639-494b-a156-0291b7c83c6d" providerId="ADAL" clId="{EED655BB-DBC1-4EBD-8854-C53BA86B6C04}" dt="2022-08-10T11:11:19.770" v="532"/>
          <ac:spMkLst>
            <pc:docMk/>
            <pc:sldMk cId="158183130" sldId="1817606793"/>
            <ac:spMk id="46" creationId="{DC75C004-3585-A8D2-F2F7-B459DF67382F}"/>
          </ac:spMkLst>
        </pc:spChg>
        <pc:spChg chg="mod">
          <ac:chgData name="Varun Srivatsan" userId="5215c364-4639-494b-a156-0291b7c83c6d" providerId="ADAL" clId="{EED655BB-DBC1-4EBD-8854-C53BA86B6C04}" dt="2022-08-10T11:11:19.770" v="529"/>
          <ac:spMkLst>
            <pc:docMk/>
            <pc:sldMk cId="158183130" sldId="1817606793"/>
            <ac:spMk id="47" creationId="{4259ECE3-1125-CCCA-DEA7-7CB5741EA780}"/>
          </ac:spMkLst>
        </pc:spChg>
        <pc:spChg chg="mod">
          <ac:chgData name="Varun Srivatsan" userId="5215c364-4639-494b-a156-0291b7c83c6d" providerId="ADAL" clId="{EED655BB-DBC1-4EBD-8854-C53BA86B6C04}" dt="2022-08-10T11:11:19.770" v="531"/>
          <ac:spMkLst>
            <pc:docMk/>
            <pc:sldMk cId="158183130" sldId="1817606793"/>
            <ac:spMk id="77" creationId="{C792AD3E-9852-760A-FF4D-6E184F38A7B6}"/>
          </ac:spMkLst>
        </pc:spChg>
        <pc:spChg chg="mod">
          <ac:chgData name="Varun Srivatsan" userId="5215c364-4639-494b-a156-0291b7c83c6d" providerId="ADAL" clId="{EED655BB-DBC1-4EBD-8854-C53BA86B6C04}" dt="2022-08-10T11:11:19.770" v="530"/>
          <ac:spMkLst>
            <pc:docMk/>
            <pc:sldMk cId="158183130" sldId="1817606793"/>
            <ac:spMk id="89" creationId="{44CEEDE8-294F-7D97-EACA-BE26B8533B66}"/>
          </ac:spMkLst>
        </pc:spChg>
        <pc:spChg chg="mod">
          <ac:chgData name="Varun Srivatsan" userId="5215c364-4639-494b-a156-0291b7c83c6d" providerId="ADAL" clId="{EED655BB-DBC1-4EBD-8854-C53BA86B6C04}" dt="2022-08-10T11:11:19.770" v="554"/>
          <ac:spMkLst>
            <pc:docMk/>
            <pc:sldMk cId="158183130" sldId="1817606793"/>
            <ac:spMk id="118" creationId="{7579A248-CFCB-E2D9-59A9-DB0F8CA4D108}"/>
          </ac:spMkLst>
        </pc:spChg>
        <pc:spChg chg="mod">
          <ac:chgData name="Varun Srivatsan" userId="5215c364-4639-494b-a156-0291b7c83c6d" providerId="ADAL" clId="{EED655BB-DBC1-4EBD-8854-C53BA86B6C04}" dt="2022-08-10T11:11:19.770" v="555"/>
          <ac:spMkLst>
            <pc:docMk/>
            <pc:sldMk cId="158183130" sldId="1817606793"/>
            <ac:spMk id="120" creationId="{32A77271-A663-0679-A84C-E6E2BE491B4B}"/>
          </ac:spMkLst>
        </pc:spChg>
        <pc:spChg chg="mod">
          <ac:chgData name="Varun Srivatsan" userId="5215c364-4639-494b-a156-0291b7c83c6d" providerId="ADAL" clId="{EED655BB-DBC1-4EBD-8854-C53BA86B6C04}" dt="2022-08-10T11:11:19.770" v="558"/>
          <ac:spMkLst>
            <pc:docMk/>
            <pc:sldMk cId="158183130" sldId="1817606793"/>
            <ac:spMk id="121" creationId="{7EAE0E0F-9EF9-BF99-0C5B-562C908C6323}"/>
          </ac:spMkLst>
        </pc:spChg>
        <pc:spChg chg="mod">
          <ac:chgData name="Varun Srivatsan" userId="5215c364-4639-494b-a156-0291b7c83c6d" providerId="ADAL" clId="{EED655BB-DBC1-4EBD-8854-C53BA86B6C04}" dt="2022-08-10T11:11:19.770" v="559"/>
          <ac:spMkLst>
            <pc:docMk/>
            <pc:sldMk cId="158183130" sldId="1817606793"/>
            <ac:spMk id="122" creationId="{6643864E-EEE7-9845-384C-CF9C629C00F9}"/>
          </ac:spMkLst>
        </pc:spChg>
        <pc:spChg chg="mod">
          <ac:chgData name="Varun Srivatsan" userId="5215c364-4639-494b-a156-0291b7c83c6d" providerId="ADAL" clId="{EED655BB-DBC1-4EBD-8854-C53BA86B6C04}" dt="2022-08-10T11:11:19.770" v="561"/>
          <ac:spMkLst>
            <pc:docMk/>
            <pc:sldMk cId="158183130" sldId="1817606793"/>
            <ac:spMk id="123" creationId="{3061A9A4-40F5-ACB1-1D31-7A4F163C7F56}"/>
          </ac:spMkLst>
        </pc:spChg>
        <pc:spChg chg="mod ord">
          <ac:chgData name="Varun Srivatsan" userId="5215c364-4639-494b-a156-0291b7c83c6d" providerId="ADAL" clId="{EED655BB-DBC1-4EBD-8854-C53BA86B6C04}" dt="2022-08-10T11:11:19.770" v="557"/>
          <ac:spMkLst>
            <pc:docMk/>
            <pc:sldMk cId="158183130" sldId="1817606793"/>
            <ac:spMk id="137" creationId="{475D414F-15E8-C760-747B-7A4E870E363E}"/>
          </ac:spMkLst>
        </pc:spChg>
        <pc:spChg chg="mod">
          <ac:chgData name="Varun Srivatsan" userId="5215c364-4639-494b-a156-0291b7c83c6d" providerId="ADAL" clId="{EED655BB-DBC1-4EBD-8854-C53BA86B6C04}" dt="2022-08-10T11:11:19.770" v="562"/>
          <ac:spMkLst>
            <pc:docMk/>
            <pc:sldMk cId="158183130" sldId="1817606793"/>
            <ac:spMk id="172" creationId="{C7CF2C63-7EBD-79BF-9F3D-6F9988B66A67}"/>
          </ac:spMkLst>
        </pc:spChg>
        <pc:spChg chg="mod">
          <ac:chgData name="Varun Srivatsan" userId="5215c364-4639-494b-a156-0291b7c83c6d" providerId="ADAL" clId="{EED655BB-DBC1-4EBD-8854-C53BA86B6C04}" dt="2022-08-10T11:11:19.770" v="560"/>
          <ac:spMkLst>
            <pc:docMk/>
            <pc:sldMk cId="158183130" sldId="1817606793"/>
            <ac:spMk id="174" creationId="{D2EFD829-81BD-52BF-D410-392F6CE7124C}"/>
          </ac:spMkLst>
        </pc:spChg>
        <pc:spChg chg="mod ord">
          <ac:chgData name="Varun Srivatsan" userId="5215c364-4639-494b-a156-0291b7c83c6d" providerId="ADAL" clId="{EED655BB-DBC1-4EBD-8854-C53BA86B6C04}" dt="2022-08-10T11:11:19.770" v="549"/>
          <ac:spMkLst>
            <pc:docMk/>
            <pc:sldMk cId="158183130" sldId="1817606793"/>
            <ac:spMk id="178" creationId="{C333849C-C2C2-C261-3FAF-05177A5CA99F}"/>
          </ac:spMkLst>
        </pc:spChg>
        <pc:spChg chg="mod ord">
          <ac:chgData name="Varun Srivatsan" userId="5215c364-4639-494b-a156-0291b7c83c6d" providerId="ADAL" clId="{EED655BB-DBC1-4EBD-8854-C53BA86B6C04}" dt="2022-08-10T11:11:19.770" v="547"/>
          <ac:spMkLst>
            <pc:docMk/>
            <pc:sldMk cId="158183130" sldId="1817606793"/>
            <ac:spMk id="179" creationId="{A959A26D-9440-E988-B86C-EB1398975633}"/>
          </ac:spMkLst>
        </pc:spChg>
        <pc:spChg chg="mod ord">
          <ac:chgData name="Varun Srivatsan" userId="5215c364-4639-494b-a156-0291b7c83c6d" providerId="ADAL" clId="{EED655BB-DBC1-4EBD-8854-C53BA86B6C04}" dt="2022-08-10T11:11:19.770" v="543"/>
          <ac:spMkLst>
            <pc:docMk/>
            <pc:sldMk cId="158183130" sldId="1817606793"/>
            <ac:spMk id="180" creationId="{7EE05AE7-9557-08E6-55FF-B41344123F94}"/>
          </ac:spMkLst>
        </pc:spChg>
        <pc:spChg chg="mod ord">
          <ac:chgData name="Varun Srivatsan" userId="5215c364-4639-494b-a156-0291b7c83c6d" providerId="ADAL" clId="{EED655BB-DBC1-4EBD-8854-C53BA86B6C04}" dt="2022-08-10T11:11:19.770" v="551"/>
          <ac:spMkLst>
            <pc:docMk/>
            <pc:sldMk cId="158183130" sldId="1817606793"/>
            <ac:spMk id="181" creationId="{E349DCDA-874D-BE58-3544-BE45DFFADC1B}"/>
          </ac:spMkLst>
        </pc:spChg>
        <pc:spChg chg="mod ord">
          <ac:chgData name="Varun Srivatsan" userId="5215c364-4639-494b-a156-0291b7c83c6d" providerId="ADAL" clId="{EED655BB-DBC1-4EBD-8854-C53BA86B6C04}" dt="2022-08-10T11:11:19.770" v="553"/>
          <ac:spMkLst>
            <pc:docMk/>
            <pc:sldMk cId="158183130" sldId="1817606793"/>
            <ac:spMk id="183" creationId="{C5392A4E-0B3E-A192-A66A-F99BC23C0DFB}"/>
          </ac:spMkLst>
        </pc:spChg>
        <pc:spChg chg="mod ord">
          <ac:chgData name="Varun Srivatsan" userId="5215c364-4639-494b-a156-0291b7c83c6d" providerId="ADAL" clId="{EED655BB-DBC1-4EBD-8854-C53BA86B6C04}" dt="2022-08-10T11:11:19.770" v="545"/>
          <ac:spMkLst>
            <pc:docMk/>
            <pc:sldMk cId="158183130" sldId="1817606793"/>
            <ac:spMk id="188" creationId="{54B8AB3D-83D8-2F38-5331-26078524C374}"/>
          </ac:spMkLst>
        </pc:spChg>
        <pc:spChg chg="del">
          <ac:chgData name="Varun Srivatsan" userId="5215c364-4639-494b-a156-0291b7c83c6d" providerId="ADAL" clId="{EED655BB-DBC1-4EBD-8854-C53BA86B6C04}" dt="2022-08-10T11:11:12.850" v="2"/>
          <ac:spMkLst>
            <pc:docMk/>
            <pc:sldMk cId="158183130" sldId="1817606793"/>
            <ac:spMk id="192" creationId="{EAF13CEA-B84E-5E04-3CCC-685B5EEE8B10}"/>
          </ac:spMkLst>
        </pc:spChg>
        <pc:spChg chg="del">
          <ac:chgData name="Varun Srivatsan" userId="5215c364-4639-494b-a156-0291b7c83c6d" providerId="ADAL" clId="{EED655BB-DBC1-4EBD-8854-C53BA86B6C04}" dt="2022-08-10T11:11:12.850" v="17"/>
          <ac:spMkLst>
            <pc:docMk/>
            <pc:sldMk cId="158183130" sldId="1817606793"/>
            <ac:spMk id="193" creationId="{9159744C-2A75-4A0A-1B8F-402DD0B1E556}"/>
          </ac:spMkLst>
        </pc:spChg>
        <pc:spChg chg="del">
          <ac:chgData name="Varun Srivatsan" userId="5215c364-4639-494b-a156-0291b7c83c6d" providerId="ADAL" clId="{EED655BB-DBC1-4EBD-8854-C53BA86B6C04}" dt="2022-08-10T11:11:12.865" v="32"/>
          <ac:spMkLst>
            <pc:docMk/>
            <pc:sldMk cId="158183130" sldId="1817606793"/>
            <ac:spMk id="194" creationId="{B1B54C29-6C1E-E673-E20F-001297A7B500}"/>
          </ac:spMkLst>
        </pc:spChg>
        <pc:spChg chg="del">
          <ac:chgData name="Varun Srivatsan" userId="5215c364-4639-494b-a156-0291b7c83c6d" providerId="ADAL" clId="{EED655BB-DBC1-4EBD-8854-C53BA86B6C04}" dt="2022-08-10T11:11:12.865" v="44"/>
          <ac:spMkLst>
            <pc:docMk/>
            <pc:sldMk cId="158183130" sldId="1817606793"/>
            <ac:spMk id="195" creationId="{22B3038A-97A7-EF76-0FDA-7574D5786E53}"/>
          </ac:spMkLst>
        </pc:spChg>
        <pc:spChg chg="del">
          <ac:chgData name="Varun Srivatsan" userId="5215c364-4639-494b-a156-0291b7c83c6d" providerId="ADAL" clId="{EED655BB-DBC1-4EBD-8854-C53BA86B6C04}" dt="2022-08-10T11:11:12.865" v="59"/>
          <ac:spMkLst>
            <pc:docMk/>
            <pc:sldMk cId="158183130" sldId="1817606793"/>
            <ac:spMk id="196" creationId="{B6E09E40-9476-3BBC-CAB2-6F811674DAE9}"/>
          </ac:spMkLst>
        </pc:spChg>
        <pc:spChg chg="del">
          <ac:chgData name="Varun Srivatsan" userId="5215c364-4639-494b-a156-0291b7c83c6d" providerId="ADAL" clId="{EED655BB-DBC1-4EBD-8854-C53BA86B6C04}" dt="2022-08-10T11:11:12.881" v="74"/>
          <ac:spMkLst>
            <pc:docMk/>
            <pc:sldMk cId="158183130" sldId="1817606793"/>
            <ac:spMk id="197" creationId="{F2BD4025-EDBD-FD68-FAD8-82481AA29470}"/>
          </ac:spMkLst>
        </pc:spChg>
        <pc:grpChg chg="mod ord">
          <ac:chgData name="Varun Srivatsan" userId="5215c364-4639-494b-a156-0291b7c83c6d" providerId="ADAL" clId="{EED655BB-DBC1-4EBD-8854-C53BA86B6C04}" dt="2022-08-10T11:11:19.750" v="499"/>
          <ac:grpSpMkLst>
            <pc:docMk/>
            <pc:sldMk cId="158183130" sldId="1817606793"/>
            <ac:grpSpMk id="11" creationId="{DE6B0C3C-EDE6-DEAC-26D0-5A4C13DDDB06}"/>
          </ac:grpSpMkLst>
        </pc:grpChg>
        <pc:graphicFrameChg chg="mod">
          <ac:chgData name="Varun Srivatsan" userId="5215c364-4639-494b-a156-0291b7c83c6d" providerId="ADAL" clId="{EED655BB-DBC1-4EBD-8854-C53BA86B6C04}" dt="2022-08-10T11:11:19.770" v="566"/>
          <ac:graphicFrameMkLst>
            <pc:docMk/>
            <pc:sldMk cId="158183130" sldId="1817606793"/>
            <ac:graphicFrameMk id="22" creationId="{7836F37E-D5F7-883C-DAE6-D32C3949643D}"/>
          </ac:graphicFrameMkLst>
        </pc:graphicFrameChg>
        <pc:graphicFrameChg chg="add del mod replST">
          <ac:chgData name="Varun Srivatsan" userId="5215c364-4639-494b-a156-0291b7c83c6d" providerId="ADAL" clId="{EED655BB-DBC1-4EBD-8854-C53BA86B6C04}" dt="2022-08-10T11:11:16.770" v="326"/>
          <ac:graphicFrameMkLst>
            <pc:docMk/>
            <pc:sldMk cId="158183130" sldId="1817606793"/>
            <ac:graphicFrameMk id="59" creationId="{B9EB3401-615D-8220-1E0A-532A6715AF15}"/>
          </ac:graphicFrameMkLst>
        </pc:graphicFrameChg>
        <pc:graphicFrameChg chg="add del mod replST">
          <ac:chgData name="Varun Srivatsan" userId="5215c364-4639-494b-a156-0291b7c83c6d" providerId="ADAL" clId="{EED655BB-DBC1-4EBD-8854-C53BA86B6C04}" dt="2022-08-10T11:11:19.731" v="481"/>
          <ac:graphicFrameMkLst>
            <pc:docMk/>
            <pc:sldMk cId="158183130" sldId="1817606793"/>
            <ac:graphicFrameMk id="60" creationId="{9D09AEE6-5C92-7D29-99A3-5648D8039EFF}"/>
          </ac:graphicFrameMkLst>
        </pc:graphicFrameChg>
        <pc:graphicFrameChg chg="add mod replST">
          <ac:chgData name="Varun Srivatsan" userId="5215c364-4639-494b-a156-0291b7c83c6d" providerId="ADAL" clId="{EED655BB-DBC1-4EBD-8854-C53BA86B6C04}" dt="2022-08-10T11:11:19.750" v="512"/>
          <ac:graphicFrameMkLst>
            <pc:docMk/>
            <pc:sldMk cId="158183130" sldId="1817606793"/>
            <ac:graphicFrameMk id="61" creationId="{DFDE20BE-4D66-1CFD-6375-AF991E3768A5}"/>
          </ac:graphicFrameMkLst>
        </pc:graphicFrameChg>
        <pc:graphicFrameChg chg="del">
          <ac:chgData name="Varun Srivatsan" userId="5215c364-4639-494b-a156-0291b7c83c6d" providerId="ADAL" clId="{EED655BB-DBC1-4EBD-8854-C53BA86B6C04}" dt="2022-08-10T11:11:12.982" v="167"/>
          <ac:graphicFrameMkLst>
            <pc:docMk/>
            <pc:sldMk cId="158183130" sldId="1817606793"/>
            <ac:graphicFrameMk id="199" creationId="{54023E09-A092-11DC-EB80-887CEFA1D1AC}"/>
          </ac:graphicFrameMkLst>
        </pc:graphicFrameChg>
        <pc:graphicFrameChg chg="mod">
          <ac:chgData name="Varun Srivatsan" userId="5215c364-4639-494b-a156-0291b7c83c6d" providerId="ADAL" clId="{EED655BB-DBC1-4EBD-8854-C53BA86B6C04}" dt="2022-08-10T11:11:19.770" v="541"/>
          <ac:graphicFrameMkLst>
            <pc:docMk/>
            <pc:sldMk cId="158183130" sldId="1817606793"/>
            <ac:graphicFrameMk id="203" creationId="{E09DCD37-063E-7108-B583-3C81FBAA29D0}"/>
          </ac:graphicFrameMkLst>
        </pc:graphicFrameChg>
        <pc:cxnChg chg="mod ord">
          <ac:chgData name="Varun Srivatsan" userId="5215c364-4639-494b-a156-0291b7c83c6d" providerId="ADAL" clId="{EED655BB-DBC1-4EBD-8854-C53BA86B6C04}" dt="2022-08-10T11:11:19.750" v="505"/>
          <ac:cxnSpMkLst>
            <pc:docMk/>
            <pc:sldMk cId="158183130" sldId="1817606793"/>
            <ac:cxnSpMk id="7" creationId="{F7A2AF96-E6E1-74FB-3B7D-499471793806}"/>
          </ac:cxnSpMkLst>
        </pc:cxnChg>
        <pc:cxnChg chg="mod ord">
          <ac:chgData name="Varun Srivatsan" userId="5215c364-4639-494b-a156-0291b7c83c6d" providerId="ADAL" clId="{EED655BB-DBC1-4EBD-8854-C53BA86B6C04}" dt="2022-08-10T11:11:19.750" v="497"/>
          <ac:cxnSpMkLst>
            <pc:docMk/>
            <pc:sldMk cId="158183130" sldId="1817606793"/>
            <ac:cxnSpMk id="10" creationId="{9F609F07-76A4-AC03-6793-6E9E38607AED}"/>
          </ac:cxnSpMkLst>
        </pc:cxnChg>
        <pc:cxnChg chg="mod ord">
          <ac:chgData name="Varun Srivatsan" userId="5215c364-4639-494b-a156-0291b7c83c6d" providerId="ADAL" clId="{EED655BB-DBC1-4EBD-8854-C53BA86B6C04}" dt="2022-08-10T11:11:19.750" v="501"/>
          <ac:cxnSpMkLst>
            <pc:docMk/>
            <pc:sldMk cId="158183130" sldId="1817606793"/>
            <ac:cxnSpMk id="16" creationId="{6B645418-C127-1D9C-AAAC-E7229E223F7F}"/>
          </ac:cxnSpMkLst>
        </pc:cxnChg>
        <pc:cxnChg chg="mod ord">
          <ac:chgData name="Varun Srivatsan" userId="5215c364-4639-494b-a156-0291b7c83c6d" providerId="ADAL" clId="{EED655BB-DBC1-4EBD-8854-C53BA86B6C04}" dt="2022-08-10T11:11:19.750" v="507"/>
          <ac:cxnSpMkLst>
            <pc:docMk/>
            <pc:sldMk cId="158183130" sldId="1817606793"/>
            <ac:cxnSpMk id="21" creationId="{8A32B60E-ACCD-61A8-0E85-02CCB9BCCF33}"/>
          </ac:cxnSpMkLst>
        </pc:cxnChg>
        <pc:cxnChg chg="mod ord">
          <ac:chgData name="Varun Srivatsan" userId="5215c364-4639-494b-a156-0291b7c83c6d" providerId="ADAL" clId="{EED655BB-DBC1-4EBD-8854-C53BA86B6C04}" dt="2022-08-10T11:11:19.750" v="509"/>
          <ac:cxnSpMkLst>
            <pc:docMk/>
            <pc:sldMk cId="158183130" sldId="1817606793"/>
            <ac:cxnSpMk id="41" creationId="{7F3C456A-E098-421D-A6AB-321CCE446182}"/>
          </ac:cxnSpMkLst>
        </pc:cxnChg>
        <pc:cxnChg chg="mod ord">
          <ac:chgData name="Varun Srivatsan" userId="5215c364-4639-494b-a156-0291b7c83c6d" providerId="ADAL" clId="{EED655BB-DBC1-4EBD-8854-C53BA86B6C04}" dt="2022-08-10T11:11:19.750" v="503"/>
          <ac:cxnSpMkLst>
            <pc:docMk/>
            <pc:sldMk cId="158183130" sldId="1817606793"/>
            <ac:cxnSpMk id="49" creationId="{1B694717-C99C-8E73-40B9-1403183BB341}"/>
          </ac:cxnSpMkLst>
        </pc:cxnChg>
        <pc:cxnChg chg="mod ord">
          <ac:chgData name="Varun Srivatsan" userId="5215c364-4639-494b-a156-0291b7c83c6d" providerId="ADAL" clId="{EED655BB-DBC1-4EBD-8854-C53BA86B6C04}" dt="2022-08-10T11:11:19.750" v="511"/>
          <ac:cxnSpMkLst>
            <pc:docMk/>
            <pc:sldMk cId="158183130" sldId="1817606793"/>
            <ac:cxnSpMk id="78" creationId="{78A242C0-785A-F4E6-C83F-FEF9989E7E19}"/>
          </ac:cxnSpMkLst>
        </pc:cxnChg>
        <pc:cxnChg chg="mod ord">
          <ac:chgData name="Varun Srivatsan" userId="5215c364-4639-494b-a156-0291b7c83c6d" providerId="ADAL" clId="{EED655BB-DBC1-4EBD-8854-C53BA86B6C04}" dt="2022-08-10T11:11:19.770" v="536"/>
          <ac:cxnSpMkLst>
            <pc:docMk/>
            <pc:sldMk cId="158183130" sldId="1817606793"/>
            <ac:cxnSpMk id="107" creationId="{7FFDEFFD-5B81-1E11-00EC-3A42FD102078}"/>
          </ac:cxnSpMkLst>
        </pc:cxnChg>
        <pc:cxnChg chg="mod ord">
          <ac:chgData name="Varun Srivatsan" userId="5215c364-4639-494b-a156-0291b7c83c6d" providerId="ADAL" clId="{EED655BB-DBC1-4EBD-8854-C53BA86B6C04}" dt="2022-08-10T11:11:19.770" v="538"/>
          <ac:cxnSpMkLst>
            <pc:docMk/>
            <pc:sldMk cId="158183130" sldId="1817606793"/>
            <ac:cxnSpMk id="109" creationId="{72E583D0-1549-1BEB-8D87-6388C04F962B}"/>
          </ac:cxnSpMkLst>
        </pc:cxnChg>
        <pc:cxnChg chg="mod ord">
          <ac:chgData name="Varun Srivatsan" userId="5215c364-4639-494b-a156-0291b7c83c6d" providerId="ADAL" clId="{EED655BB-DBC1-4EBD-8854-C53BA86B6C04}" dt="2022-08-10T11:11:19.770" v="540"/>
          <ac:cxnSpMkLst>
            <pc:docMk/>
            <pc:sldMk cId="158183130" sldId="1817606793"/>
            <ac:cxnSpMk id="110" creationId="{F0F0B203-0B01-B9CE-829C-270C82A53BBD}"/>
          </ac:cxnSpMkLst>
        </pc:cxnChg>
        <pc:cxnChg chg="mod ord">
          <ac:chgData name="Varun Srivatsan" userId="5215c364-4639-494b-a156-0291b7c83c6d" providerId="ADAL" clId="{EED655BB-DBC1-4EBD-8854-C53BA86B6C04}" dt="2022-08-10T11:11:19.770" v="534"/>
          <ac:cxnSpMkLst>
            <pc:docMk/>
            <pc:sldMk cId="158183130" sldId="1817606793"/>
            <ac:cxnSpMk id="202" creationId="{81F21151-B392-C4E2-E876-6897C3979797}"/>
          </ac:cxnSpMkLst>
        </pc:cxnChg>
      </pc:sldChg>
      <pc:sldChg chg="modSp mod">
        <pc:chgData name="Varun Srivatsan" userId="5215c364-4639-494b-a156-0291b7c83c6d" providerId="ADAL" clId="{EED655BB-DBC1-4EBD-8854-C53BA86B6C04}" dt="2022-08-12T09:22:23.120" v="736" actId="1076"/>
        <pc:sldMkLst>
          <pc:docMk/>
          <pc:sldMk cId="2033109653" sldId="1817606794"/>
        </pc:sldMkLst>
        <pc:spChg chg="mod">
          <ac:chgData name="Varun Srivatsan" userId="5215c364-4639-494b-a156-0291b7c83c6d" providerId="ADAL" clId="{EED655BB-DBC1-4EBD-8854-C53BA86B6C04}" dt="2022-08-12T09:22:18.110" v="734" actId="1076"/>
          <ac:spMkLst>
            <pc:docMk/>
            <pc:sldMk cId="2033109653" sldId="1817606794"/>
            <ac:spMk id="22" creationId="{6C02DB17-6066-EE7A-BD4A-97AFFB4459C0}"/>
          </ac:spMkLst>
        </pc:spChg>
        <pc:spChg chg="mod">
          <ac:chgData name="Varun Srivatsan" userId="5215c364-4639-494b-a156-0291b7c83c6d" providerId="ADAL" clId="{EED655BB-DBC1-4EBD-8854-C53BA86B6C04}" dt="2022-08-12T09:22:20.452" v="735" actId="1076"/>
          <ac:spMkLst>
            <pc:docMk/>
            <pc:sldMk cId="2033109653" sldId="1817606794"/>
            <ac:spMk id="23" creationId="{88A2FB61-8446-D557-49CF-FB083617F038}"/>
          </ac:spMkLst>
        </pc:spChg>
        <pc:graphicFrameChg chg="mod">
          <ac:chgData name="Varun Srivatsan" userId="5215c364-4639-494b-a156-0291b7c83c6d" providerId="ADAL" clId="{EED655BB-DBC1-4EBD-8854-C53BA86B6C04}" dt="2022-08-12T09:22:07.876" v="733" actId="20577"/>
          <ac:graphicFrameMkLst>
            <pc:docMk/>
            <pc:sldMk cId="2033109653" sldId="1817606794"/>
            <ac:graphicFrameMk id="21" creationId="{4841E305-2C12-A61D-A13B-221F5FDDC51D}"/>
          </ac:graphicFrameMkLst>
        </pc:graphicFrameChg>
        <pc:picChg chg="mod">
          <ac:chgData name="Varun Srivatsan" userId="5215c364-4639-494b-a156-0291b7c83c6d" providerId="ADAL" clId="{EED655BB-DBC1-4EBD-8854-C53BA86B6C04}" dt="2022-08-12T09:22:23.120" v="736" actId="1076"/>
          <ac:picMkLst>
            <pc:docMk/>
            <pc:sldMk cId="2033109653" sldId="1817606794"/>
            <ac:picMk id="32" creationId="{460EF94E-9781-7CFD-8B56-932EACAA023F}"/>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Binary_Worksheet.xlsb"/></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Binary_Worksheet1.xlsb"/></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Binary_Worksheet2.xlsb"/></Relationships>
</file>

<file path=ppt/charts/_rels/chart5.xml.rels><?xml version="1.0" encoding="UTF-8" standalone="yes"?>
<Relationships xmlns="http://schemas.openxmlformats.org/package/2006/relationships"><Relationship Id="rId1" Type="http://schemas.openxmlformats.org/officeDocument/2006/relationships/oleObject" Target="file:///C:\Users\achandak\Desktop\Demand%20Aug%202022.xls"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C:\Users\achandak\Desktop\Demand%20Aug%202022.xls"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C:\Users\achandak\Desktop\Demand%20Aug%202022.xls" TargetMode="External"/></Relationships>
</file>

<file path=ppt/charts/_rels/chart8.xml.rels><?xml version="1.0" encoding="UTF-8" standalone="yes"?>
<Relationships xmlns="http://schemas.openxmlformats.org/package/2006/relationships"><Relationship Id="rId1" Type="http://schemas.openxmlformats.org/officeDocument/2006/relationships/oleObject" Target="file:///C:\Users\achandak\Desktop\Demand%20Aug%202022.xls" TargetMode="External"/></Relationships>
</file>

<file path=ppt/charts/_rels/chart9.xml.rels><?xml version="1.0" encoding="UTF-8" standalone="yes"?>
<Relationships xmlns="http://schemas.openxmlformats.org/package/2006/relationships"><Relationship Id="rId1" Type="http://schemas.openxmlformats.org/officeDocument/2006/relationships/oleObject" Target="file:///C:\Users\achandak\Desktop\Demand%20Aug%202022.xls" TargetMode="External"/></Relationships>
</file>

<file path=ppt/charts/_rels/chart10.xml.rels><?xml version="1.0" encoding="UTF-8" standalone="yes"?>
<Relationships xmlns="http://schemas.openxmlformats.org/package/2006/relationships"><Relationship Id="rId1" Type="http://schemas.openxmlformats.org/officeDocument/2006/relationships/oleObject" Target="file:///C:\Users\achandak\Desktop\Demand%20Aug%202022.xls" TargetMode="External"/></Relationships>
</file>

<file path=ppt/charts/_rels/chart11.xml.rels><?xml version="1.0" encoding="UTF-8" standalone="yes"?>
<Relationships xmlns="http://schemas.openxmlformats.org/package/2006/relationships"><Relationship Id="rId1" Type="http://schemas.openxmlformats.org/officeDocument/2006/relationships/oleObject" Target="file:///C:\Users\achandak\Desktop\Demand%20Aug%202022.xls" TargetMode="External"/></Relationships>
</file>

<file path=ppt/charts/_rels/chart12.xml.rels><?xml version="1.0" encoding="UTF-8" standalone="yes"?>
<Relationships xmlns="http://schemas.openxmlformats.org/package/2006/relationships"><Relationship Id="rId1" Type="http://schemas.openxmlformats.org/officeDocument/2006/relationships/oleObject" Target="file:///C:\Users\achandak\Desktop\Demand%20Aug%202022.xls" TargetMode="External"/></Relationships>
</file>

<file path=ppt/charts/_rels/chart13.xml.rels><?xml version="1.0" encoding="UTF-8" standalone="yes"?>
<Relationships xmlns="http://schemas.openxmlformats.org/package/2006/relationships"><Relationship Id="rId1" Type="http://schemas.openxmlformats.org/officeDocument/2006/relationships/oleObject" Target="file:///C:\Users\achandak\Desktop\Demand%20Aug%202022.xls" TargetMode="External"/></Relationships>
</file>

<file path=ppt/charts/_rels/chart14.xml.rels><?xml version="1.0" encoding="UTF-8" standalone="yes"?>
<Relationships xmlns="http://schemas.openxmlformats.org/package/2006/relationships"><Relationship Id="rId1" Type="http://schemas.openxmlformats.org/officeDocument/2006/relationships/oleObject" Target="file:///C:\Users\achandak\Desktop\Demand%20Aug%202022.xls" TargetMode="External"/></Relationships>
</file>

<file path=ppt/charts/_rels/chart15.xml.rels><?xml version="1.0" encoding="UTF-8" standalone="yes"?>
<Relationships xmlns="http://schemas.openxmlformats.org/package/2006/relationships"><Relationship Id="rId1" Type="http://schemas.openxmlformats.org/officeDocument/2006/relationships/oleObject" Target="file:///C:\Users\achandak\Desktop\Demand%20Aug%202022.xls" TargetMode="External"/></Relationships>
</file>

<file path=ppt/charts/_rels/chart16.xml.rels><?xml version="1.0" encoding="UTF-8" standalone="yes"?>
<Relationships xmlns="http://schemas.openxmlformats.org/package/2006/relationships"><Relationship Id="rId1" Type="http://schemas.openxmlformats.org/officeDocument/2006/relationships/oleObject" Target="file:///C:\Users\achandak\Desktop\Demand%20Aug%202022.xls"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1"/>
          <c:order val="1"/>
          <c:tx>
            <c:strRef>
              <c:f>Sheet1!$C$1</c:f>
              <c:strCache>
                <c:ptCount val="1"/>
                <c:pt idx="0">
                  <c:v>INV - BP</c:v>
                </c:pt>
              </c:strCache>
            </c:strRef>
          </c:tx>
          <c:spPr>
            <a:solidFill>
              <a:schemeClr val="accent2"/>
            </a:solidFill>
            <a:ln>
              <a:noFill/>
            </a:ln>
            <a:effectLst/>
          </c:spPr>
          <c:invertIfNegative val="0"/>
          <c:dLbls>
            <c:spPr>
              <a:solidFill>
                <a:schemeClr val="lt1"/>
              </a:solidFill>
              <a:ln w="12700" cap="flat" cmpd="sng" algn="ctr">
                <a:solidFill>
                  <a:schemeClr val="accent6"/>
                </a:solidFill>
                <a:prstDash val="solid"/>
                <a:miter lim="800000"/>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dk1"/>
                    </a:solidFill>
                    <a:latin typeface="+mn-lt"/>
                    <a:ea typeface="+mn-ea"/>
                    <a:cs typeface="+mn-cs"/>
                  </a:defRPr>
                </a:pPr>
                <a:endParaRPr lang="LID4096"/>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Sheet1!$A$2:$A$13</c:f>
              <c:numCache>
                <c:formatCode>mmm\-yy</c:formatCode>
                <c:ptCount val="12"/>
                <c:pt idx="0">
                  <c:v>44562</c:v>
                </c:pt>
                <c:pt idx="1">
                  <c:v>44593</c:v>
                </c:pt>
                <c:pt idx="2">
                  <c:v>44621</c:v>
                </c:pt>
                <c:pt idx="3">
                  <c:v>44652</c:v>
                </c:pt>
                <c:pt idx="4">
                  <c:v>44682</c:v>
                </c:pt>
                <c:pt idx="5">
                  <c:v>44713</c:v>
                </c:pt>
                <c:pt idx="6">
                  <c:v>44743</c:v>
                </c:pt>
                <c:pt idx="7">
                  <c:v>44774</c:v>
                </c:pt>
                <c:pt idx="8">
                  <c:v>44805</c:v>
                </c:pt>
                <c:pt idx="9">
                  <c:v>44835</c:v>
                </c:pt>
                <c:pt idx="10">
                  <c:v>44866</c:v>
                </c:pt>
                <c:pt idx="11">
                  <c:v>44896</c:v>
                </c:pt>
              </c:numCache>
            </c:numRef>
          </c:cat>
          <c:val>
            <c:numRef>
              <c:f>Sheet1!$C$2:$C$13</c:f>
              <c:numCache>
                <c:formatCode>General</c:formatCode>
                <c:ptCount val="12"/>
                <c:pt idx="0">
                  <c:v>543</c:v>
                </c:pt>
                <c:pt idx="1">
                  <c:v>546</c:v>
                </c:pt>
                <c:pt idx="2">
                  <c:v>498</c:v>
                </c:pt>
                <c:pt idx="3">
                  <c:v>468</c:v>
                </c:pt>
                <c:pt idx="4">
                  <c:v>522</c:v>
                </c:pt>
                <c:pt idx="5">
                  <c:v>557</c:v>
                </c:pt>
                <c:pt idx="6">
                  <c:v>556</c:v>
                </c:pt>
                <c:pt idx="7">
                  <c:v>559</c:v>
                </c:pt>
                <c:pt idx="8">
                  <c:v>469</c:v>
                </c:pt>
                <c:pt idx="9">
                  <c:v>444</c:v>
                </c:pt>
                <c:pt idx="10">
                  <c:v>438</c:v>
                </c:pt>
                <c:pt idx="11">
                  <c:v>434</c:v>
                </c:pt>
              </c:numCache>
            </c:numRef>
          </c:val>
          <c:extLst>
            <c:ext xmlns:c16="http://schemas.microsoft.com/office/drawing/2014/chart" uri="{C3380CC4-5D6E-409C-BE32-E72D297353CC}">
              <c16:uniqueId val="{00000001-A130-48AF-BC58-E356840F3923}"/>
            </c:ext>
          </c:extLst>
        </c:ser>
        <c:ser>
          <c:idx val="2"/>
          <c:order val="2"/>
          <c:tx>
            <c:strRef>
              <c:f>Sheet1!$D$1</c:f>
              <c:strCache>
                <c:ptCount val="1"/>
                <c:pt idx="0">
                  <c:v>INV-A</c:v>
                </c:pt>
              </c:strCache>
            </c:strRef>
          </c:tx>
          <c:spPr>
            <a:solidFill>
              <a:schemeClr val="accent3"/>
            </a:solidFill>
            <a:ln>
              <a:noFill/>
            </a:ln>
            <a:effectLst/>
          </c:spPr>
          <c:invertIfNegative val="0"/>
          <c:dPt>
            <c:idx val="7"/>
            <c:invertIfNegative val="0"/>
            <c:bubble3D val="0"/>
            <c:spPr>
              <a:solidFill>
                <a:schemeClr val="accent1"/>
              </a:solidFill>
              <a:ln>
                <a:noFill/>
              </a:ln>
              <a:effectLst/>
            </c:spPr>
            <c:extLst>
              <c:ext xmlns:c16="http://schemas.microsoft.com/office/drawing/2014/chart" uri="{C3380CC4-5D6E-409C-BE32-E72D297353CC}">
                <c16:uniqueId val="{00000001-0C50-4F07-AC31-8FAD388DA8C2}"/>
              </c:ext>
            </c:extLst>
          </c:dPt>
          <c:dPt>
            <c:idx val="8"/>
            <c:invertIfNegative val="0"/>
            <c:bubble3D val="0"/>
            <c:spPr>
              <a:solidFill>
                <a:schemeClr val="accent1"/>
              </a:solidFill>
              <a:ln>
                <a:noFill/>
              </a:ln>
              <a:effectLst/>
            </c:spPr>
            <c:extLst>
              <c:ext xmlns:c16="http://schemas.microsoft.com/office/drawing/2014/chart" uri="{C3380CC4-5D6E-409C-BE32-E72D297353CC}">
                <c16:uniqueId val="{00000002-0C50-4F07-AC31-8FAD388DA8C2}"/>
              </c:ext>
            </c:extLst>
          </c:dPt>
          <c:dPt>
            <c:idx val="9"/>
            <c:invertIfNegative val="0"/>
            <c:bubble3D val="0"/>
            <c:spPr>
              <a:solidFill>
                <a:schemeClr val="accent1"/>
              </a:solidFill>
              <a:ln>
                <a:noFill/>
              </a:ln>
              <a:effectLst/>
            </c:spPr>
            <c:extLst>
              <c:ext xmlns:c16="http://schemas.microsoft.com/office/drawing/2014/chart" uri="{C3380CC4-5D6E-409C-BE32-E72D297353CC}">
                <c16:uniqueId val="{00000003-0C50-4F07-AC31-8FAD388DA8C2}"/>
              </c:ext>
            </c:extLst>
          </c:dPt>
          <c:dLbls>
            <c:dLbl>
              <c:idx val="6"/>
              <c:layout>
                <c:manualLayout>
                  <c:x val="-1.5591846225600757E-3"/>
                  <c:y val="3.5006711916812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0C50-4F07-AC31-8FAD388DA8C2}"/>
                </c:ext>
              </c:extLst>
            </c:dLbl>
            <c:dLbl>
              <c:idx val="9"/>
              <c:layout>
                <c:manualLayout>
                  <c:x val="0"/>
                  <c:y val="3.369746048508422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C50-4F07-AC31-8FAD388DA8C2}"/>
                </c:ext>
              </c:extLst>
            </c:dLbl>
            <c:spPr>
              <a:solidFill>
                <a:schemeClr val="lt1"/>
              </a:solidFill>
              <a:ln w="12700" cap="flat" cmpd="sng" algn="ctr">
                <a:solidFill>
                  <a:schemeClr val="accent1"/>
                </a:solidFill>
                <a:prstDash val="solid"/>
                <a:miter lim="800000"/>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dk1"/>
                    </a:solidFill>
                    <a:latin typeface="+mn-lt"/>
                    <a:ea typeface="+mn-ea"/>
                    <a:cs typeface="+mn-cs"/>
                  </a:defRPr>
                </a:pPr>
                <a:endParaRPr lang="LID4096"/>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Sheet1!$A$2:$A$13</c:f>
              <c:numCache>
                <c:formatCode>mmm\-yy</c:formatCode>
                <c:ptCount val="12"/>
                <c:pt idx="0">
                  <c:v>44562</c:v>
                </c:pt>
                <c:pt idx="1">
                  <c:v>44593</c:v>
                </c:pt>
                <c:pt idx="2">
                  <c:v>44621</c:v>
                </c:pt>
                <c:pt idx="3">
                  <c:v>44652</c:v>
                </c:pt>
                <c:pt idx="4">
                  <c:v>44682</c:v>
                </c:pt>
                <c:pt idx="5">
                  <c:v>44713</c:v>
                </c:pt>
                <c:pt idx="6">
                  <c:v>44743</c:v>
                </c:pt>
                <c:pt idx="7">
                  <c:v>44774</c:v>
                </c:pt>
                <c:pt idx="8">
                  <c:v>44805</c:v>
                </c:pt>
                <c:pt idx="9">
                  <c:v>44835</c:v>
                </c:pt>
                <c:pt idx="10">
                  <c:v>44866</c:v>
                </c:pt>
                <c:pt idx="11">
                  <c:v>44896</c:v>
                </c:pt>
              </c:numCache>
            </c:numRef>
          </c:cat>
          <c:val>
            <c:numRef>
              <c:f>Sheet1!$D$2:$D$13</c:f>
              <c:numCache>
                <c:formatCode>General</c:formatCode>
                <c:ptCount val="12"/>
                <c:pt idx="0">
                  <c:v>543</c:v>
                </c:pt>
                <c:pt idx="1">
                  <c:v>545</c:v>
                </c:pt>
                <c:pt idx="2">
                  <c:v>497</c:v>
                </c:pt>
                <c:pt idx="3">
                  <c:v>468</c:v>
                </c:pt>
                <c:pt idx="4">
                  <c:v>492</c:v>
                </c:pt>
                <c:pt idx="5">
                  <c:v>605</c:v>
                </c:pt>
                <c:pt idx="6">
                  <c:v>674</c:v>
                </c:pt>
                <c:pt idx="7">
                  <c:v>620</c:v>
                </c:pt>
                <c:pt idx="8">
                  <c:v>530</c:v>
                </c:pt>
                <c:pt idx="9">
                  <c:v>450</c:v>
                </c:pt>
              </c:numCache>
            </c:numRef>
          </c:val>
          <c:extLst>
            <c:ext xmlns:c16="http://schemas.microsoft.com/office/drawing/2014/chart" uri="{C3380CC4-5D6E-409C-BE32-E72D297353CC}">
              <c16:uniqueId val="{00000002-A130-48AF-BC58-E356840F3923}"/>
            </c:ext>
          </c:extLst>
        </c:ser>
        <c:dLbls>
          <c:showLegendKey val="0"/>
          <c:showVal val="0"/>
          <c:showCatName val="0"/>
          <c:showSerName val="0"/>
          <c:showPercent val="0"/>
          <c:showBubbleSize val="0"/>
        </c:dLbls>
        <c:gapWidth val="219"/>
        <c:axId val="1340262415"/>
        <c:axId val="1340268655"/>
      </c:barChart>
      <c:lineChart>
        <c:grouping val="standard"/>
        <c:varyColors val="0"/>
        <c:ser>
          <c:idx val="3"/>
          <c:order val="3"/>
          <c:tx>
            <c:strRef>
              <c:f>Sheet1!$E$1</c:f>
              <c:strCache>
                <c:ptCount val="1"/>
                <c:pt idx="0">
                  <c:v>Sales</c:v>
                </c:pt>
              </c:strCache>
            </c:strRef>
          </c:tx>
          <c:spPr>
            <a:ln w="28575" cap="rnd">
              <a:solidFill>
                <a:schemeClr val="accent4"/>
              </a:solidFill>
              <a:round/>
            </a:ln>
            <a:effectLst/>
          </c:spPr>
          <c:marker>
            <c:symbol val="none"/>
          </c:marker>
          <c:cat>
            <c:numRef>
              <c:f>Sheet1!$A$2:$A$13</c:f>
              <c:numCache>
                <c:formatCode>mmm\-yy</c:formatCode>
                <c:ptCount val="12"/>
                <c:pt idx="0">
                  <c:v>44562</c:v>
                </c:pt>
                <c:pt idx="1">
                  <c:v>44593</c:v>
                </c:pt>
                <c:pt idx="2">
                  <c:v>44621</c:v>
                </c:pt>
                <c:pt idx="3">
                  <c:v>44652</c:v>
                </c:pt>
                <c:pt idx="4">
                  <c:v>44682</c:v>
                </c:pt>
                <c:pt idx="5">
                  <c:v>44713</c:v>
                </c:pt>
                <c:pt idx="6">
                  <c:v>44743</c:v>
                </c:pt>
                <c:pt idx="7">
                  <c:v>44774</c:v>
                </c:pt>
                <c:pt idx="8">
                  <c:v>44805</c:v>
                </c:pt>
                <c:pt idx="9">
                  <c:v>44835</c:v>
                </c:pt>
                <c:pt idx="10">
                  <c:v>44866</c:v>
                </c:pt>
                <c:pt idx="11">
                  <c:v>44896</c:v>
                </c:pt>
              </c:numCache>
            </c:numRef>
          </c:cat>
          <c:val>
            <c:numRef>
              <c:f>Sheet1!$E$2:$E$13</c:f>
              <c:numCache>
                <c:formatCode>General</c:formatCode>
                <c:ptCount val="12"/>
                <c:pt idx="0">
                  <c:v>355</c:v>
                </c:pt>
                <c:pt idx="1">
                  <c:v>343</c:v>
                </c:pt>
                <c:pt idx="2">
                  <c:v>405</c:v>
                </c:pt>
                <c:pt idx="3">
                  <c:v>354</c:v>
                </c:pt>
                <c:pt idx="4">
                  <c:v>364</c:v>
                </c:pt>
                <c:pt idx="5">
                  <c:v>404</c:v>
                </c:pt>
                <c:pt idx="6">
                  <c:v>397</c:v>
                </c:pt>
                <c:pt idx="7">
                  <c:v>370</c:v>
                </c:pt>
                <c:pt idx="8">
                  <c:v>390</c:v>
                </c:pt>
                <c:pt idx="9">
                  <c:v>370</c:v>
                </c:pt>
              </c:numCache>
            </c:numRef>
          </c:val>
          <c:smooth val="0"/>
          <c:extLst>
            <c:ext xmlns:c16="http://schemas.microsoft.com/office/drawing/2014/chart" uri="{C3380CC4-5D6E-409C-BE32-E72D297353CC}">
              <c16:uniqueId val="{00000005-0C50-4F07-AC31-8FAD388DA8C2}"/>
            </c:ext>
          </c:extLst>
        </c:ser>
        <c:dLbls>
          <c:showLegendKey val="0"/>
          <c:showVal val="0"/>
          <c:showCatName val="0"/>
          <c:showSerName val="0"/>
          <c:showPercent val="0"/>
          <c:showBubbleSize val="0"/>
        </c:dLbls>
        <c:marker val="1"/>
        <c:smooth val="0"/>
        <c:axId val="1340262415"/>
        <c:axId val="1340268655"/>
      </c:lineChart>
      <c:lineChart>
        <c:grouping val="standard"/>
        <c:varyColors val="0"/>
        <c:ser>
          <c:idx val="0"/>
          <c:order val="0"/>
          <c:tx>
            <c:strRef>
              <c:f>Sheet1!$B$1</c:f>
              <c:strCache>
                <c:ptCount val="1"/>
                <c:pt idx="0">
                  <c:v>DOH-A</c:v>
                </c:pt>
              </c:strCache>
            </c:strRef>
          </c:tx>
          <c:spPr>
            <a:ln w="28575" cap="rnd">
              <a:solidFill>
                <a:schemeClr val="accent1"/>
              </a:solidFill>
              <a:round/>
            </a:ln>
            <a:effectLst/>
          </c:spPr>
          <c:marker>
            <c:symbol val="none"/>
          </c:marker>
          <c:cat>
            <c:numRef>
              <c:f>Sheet1!$A$2:$A$13</c:f>
              <c:numCache>
                <c:formatCode>mmm\-yy</c:formatCode>
                <c:ptCount val="12"/>
                <c:pt idx="0">
                  <c:v>44562</c:v>
                </c:pt>
                <c:pt idx="1">
                  <c:v>44593</c:v>
                </c:pt>
                <c:pt idx="2">
                  <c:v>44621</c:v>
                </c:pt>
                <c:pt idx="3">
                  <c:v>44652</c:v>
                </c:pt>
                <c:pt idx="4">
                  <c:v>44682</c:v>
                </c:pt>
                <c:pt idx="5">
                  <c:v>44713</c:v>
                </c:pt>
                <c:pt idx="6">
                  <c:v>44743</c:v>
                </c:pt>
                <c:pt idx="7">
                  <c:v>44774</c:v>
                </c:pt>
                <c:pt idx="8">
                  <c:v>44805</c:v>
                </c:pt>
                <c:pt idx="9">
                  <c:v>44835</c:v>
                </c:pt>
                <c:pt idx="10">
                  <c:v>44866</c:v>
                </c:pt>
                <c:pt idx="11">
                  <c:v>44896</c:v>
                </c:pt>
              </c:numCache>
            </c:numRef>
          </c:cat>
          <c:val>
            <c:numRef>
              <c:f>Sheet1!$B$2:$B$13</c:f>
              <c:numCache>
                <c:formatCode>General</c:formatCode>
                <c:ptCount val="12"/>
                <c:pt idx="0">
                  <c:v>57</c:v>
                </c:pt>
                <c:pt idx="1">
                  <c:v>54</c:v>
                </c:pt>
                <c:pt idx="2">
                  <c:v>47</c:v>
                </c:pt>
                <c:pt idx="3">
                  <c:v>47</c:v>
                </c:pt>
                <c:pt idx="4">
                  <c:v>47</c:v>
                </c:pt>
                <c:pt idx="5">
                  <c:v>55</c:v>
                </c:pt>
                <c:pt idx="6">
                  <c:v>57</c:v>
                </c:pt>
                <c:pt idx="7">
                  <c:v>48</c:v>
                </c:pt>
                <c:pt idx="8">
                  <c:v>41</c:v>
                </c:pt>
                <c:pt idx="9">
                  <c:v>36</c:v>
                </c:pt>
              </c:numCache>
            </c:numRef>
          </c:val>
          <c:smooth val="0"/>
          <c:extLst>
            <c:ext xmlns:c16="http://schemas.microsoft.com/office/drawing/2014/chart" uri="{C3380CC4-5D6E-409C-BE32-E72D297353CC}">
              <c16:uniqueId val="{00000000-A130-48AF-BC58-E356840F3923}"/>
            </c:ext>
          </c:extLst>
        </c:ser>
        <c:dLbls>
          <c:showLegendKey val="0"/>
          <c:showVal val="0"/>
          <c:showCatName val="0"/>
          <c:showSerName val="0"/>
          <c:showPercent val="0"/>
          <c:showBubbleSize val="0"/>
        </c:dLbls>
        <c:marker val="1"/>
        <c:smooth val="0"/>
        <c:axId val="1114782592"/>
        <c:axId val="1114778016"/>
      </c:lineChart>
      <c:dateAx>
        <c:axId val="1340262415"/>
        <c:scaling>
          <c:orientation val="minMax"/>
        </c:scaling>
        <c:delete val="0"/>
        <c:axPos val="b"/>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LID4096"/>
          </a:p>
        </c:txPr>
        <c:crossAx val="1340268655"/>
        <c:crosses val="autoZero"/>
        <c:auto val="1"/>
        <c:lblOffset val="100"/>
        <c:baseTimeUnit val="months"/>
      </c:dateAx>
      <c:valAx>
        <c:axId val="1340268655"/>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LID4096"/>
          </a:p>
        </c:txPr>
        <c:crossAx val="1340262415"/>
        <c:crosses val="autoZero"/>
        <c:crossBetween val="between"/>
      </c:valAx>
      <c:valAx>
        <c:axId val="1114778016"/>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LID4096"/>
          </a:p>
        </c:txPr>
        <c:crossAx val="1114782592"/>
        <c:crosses val="max"/>
        <c:crossBetween val="between"/>
      </c:valAx>
      <c:dateAx>
        <c:axId val="1114782592"/>
        <c:scaling>
          <c:orientation val="minMax"/>
        </c:scaling>
        <c:delete val="1"/>
        <c:axPos val="b"/>
        <c:numFmt formatCode="mmm\-yy" sourceLinked="1"/>
        <c:majorTickMark val="out"/>
        <c:minorTickMark val="none"/>
        <c:tickLblPos val="nextTo"/>
        <c:crossAx val="1114778016"/>
        <c:crosses val="autoZero"/>
        <c:auto val="1"/>
        <c:lblOffset val="100"/>
        <c:baseTimeUnit val="months"/>
        <c:majorUnit val="1"/>
        <c:minorUnit val="1"/>
      </c:dateAx>
      <c:spPr>
        <a:noFill/>
        <a:ln>
          <a:noFill/>
        </a:ln>
        <a:effectLst/>
      </c:spPr>
    </c:plotArea>
    <c:legend>
      <c:legendPos val="b"/>
      <c:overlay val="0"/>
      <c:spPr>
        <a:noFill/>
        <a:ln>
          <a:noFill/>
        </a:ln>
        <a:effectLst/>
      </c:spPr>
      <c:txPr>
        <a:bodyPr rot="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LID4096"/>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LID4096"/>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01364522417154E-2"/>
          <c:y val="3.6287508722958828E-2"/>
          <c:w val="0.97972709551656922"/>
          <c:h val="0.92742498255408234"/>
        </c:manualLayout>
      </c:layout>
      <c:barChart>
        <c:barDir val="col"/>
        <c:grouping val="stacked"/>
        <c:varyColors val="0"/>
        <c:ser>
          <c:idx val="0"/>
          <c:order val="0"/>
          <c:spPr>
            <a:noFill/>
            <a:ln>
              <a:noFill/>
            </a:ln>
          </c:spPr>
          <c:invertIfNegative val="0"/>
          <c:dPt>
            <c:idx val="0"/>
            <c:invertIfNegative val="0"/>
            <c:bubble3D val="0"/>
            <c:spPr>
              <a:solidFill>
                <a:schemeClr val="accent1"/>
              </a:solidFill>
              <a:ln>
                <a:noFill/>
              </a:ln>
            </c:spPr>
            <c:extLst>
              <c:ext xmlns:c16="http://schemas.microsoft.com/office/drawing/2014/chart" uri="{C3380CC4-5D6E-409C-BE32-E72D297353CC}">
                <c16:uniqueId val="{00000000-CFB7-4055-9509-251C161E411C}"/>
              </c:ext>
            </c:extLst>
          </c:dPt>
          <c:dPt>
            <c:idx val="5"/>
            <c:invertIfNegative val="0"/>
            <c:bubble3D val="0"/>
            <c:spPr>
              <a:solidFill>
                <a:schemeClr val="accent1"/>
              </a:solidFill>
              <a:ln>
                <a:noFill/>
              </a:ln>
            </c:spPr>
            <c:extLst>
              <c:ext xmlns:c16="http://schemas.microsoft.com/office/drawing/2014/chart" uri="{C3380CC4-5D6E-409C-BE32-E72D297353CC}">
                <c16:uniqueId val="{00000001-CFB7-4055-9509-251C161E411C}"/>
              </c:ext>
            </c:extLst>
          </c:dPt>
          <c:val>
            <c:numRef>
              <c:f>Sheet1!$A$1:$F$1</c:f>
              <c:numCache>
                <c:formatCode>General</c:formatCode>
                <c:ptCount val="6"/>
                <c:pt idx="0">
                  <c:v>13.09579230080567</c:v>
                </c:pt>
                <c:pt idx="1">
                  <c:v>13.09579230080567</c:v>
                </c:pt>
                <c:pt idx="2">
                  <c:v>42.09579230080567</c:v>
                </c:pt>
                <c:pt idx="3">
                  <c:v>51.09579230080567</c:v>
                </c:pt>
                <c:pt idx="4">
                  <c:v>68.09579230080567</c:v>
                </c:pt>
                <c:pt idx="5">
                  <c:v>82.09579230080567</c:v>
                </c:pt>
              </c:numCache>
            </c:numRef>
          </c:val>
          <c:extLst>
            <c:ext xmlns:c16="http://schemas.microsoft.com/office/drawing/2014/chart" uri="{C3380CC4-5D6E-409C-BE32-E72D297353CC}">
              <c16:uniqueId val="{00000002-CFB7-4055-9509-251C161E411C}"/>
            </c:ext>
          </c:extLst>
        </c:ser>
        <c:ser>
          <c:idx val="1"/>
          <c:order val="1"/>
          <c:spPr>
            <a:solidFill>
              <a:schemeClr val="accent1"/>
            </a:solidFill>
            <a:ln>
              <a:noFill/>
            </a:ln>
          </c:spPr>
          <c:invertIfNegative val="0"/>
          <c:dLbls>
            <c:dLbl>
              <c:idx val="1"/>
              <c:layout>
                <c:manualLayout>
                  <c:x val="0"/>
                  <c:y val="0"/>
                </c:manualLayout>
              </c:layout>
              <c:numFmt formatCode="#,##0;#,##0" sourceLinked="0"/>
              <c:spPr>
                <a:noFill/>
                <a:ln>
                  <a:noFill/>
                </a:ln>
              </c:spPr>
              <c:txPr>
                <a:bodyPr wrap="none"/>
                <a:lstStyle/>
                <a:p>
                  <a:pPr>
                    <a:defRPr sz="1400" kern="1200">
                      <a:solidFill>
                        <a:schemeClr val="bg1"/>
                      </a:solidFill>
                      <a:latin typeface="Calibri"/>
                      <a:ea typeface="+mn-ea"/>
                      <a:cs typeface="Calibri"/>
                    </a:defRPr>
                  </a:pPr>
                  <a:endParaRPr lang="LID4096"/>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CFB7-4055-9509-251C161E411C}"/>
                </c:ext>
              </c:extLst>
            </c:dLbl>
            <c:dLbl>
              <c:idx val="2"/>
              <c:layout>
                <c:manualLayout>
                  <c:x val="0"/>
                  <c:y val="0"/>
                </c:manualLayout>
              </c:layout>
              <c:numFmt formatCode="#,##0;#,##0" sourceLinked="0"/>
              <c:spPr>
                <a:noFill/>
                <a:ln>
                  <a:noFill/>
                </a:ln>
              </c:spPr>
              <c:txPr>
                <a:bodyPr wrap="none"/>
                <a:lstStyle/>
                <a:p>
                  <a:pPr>
                    <a:defRPr sz="1400" kern="1200">
                      <a:solidFill>
                        <a:schemeClr val="bg1"/>
                      </a:solidFill>
                      <a:latin typeface="Calibri"/>
                      <a:ea typeface="+mn-ea"/>
                      <a:cs typeface="Calibri"/>
                    </a:defRPr>
                  </a:pPr>
                  <a:endParaRPr lang="LID4096"/>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CFB7-4055-9509-251C161E411C}"/>
                </c:ext>
              </c:extLst>
            </c:dLbl>
            <c:dLbl>
              <c:idx val="3"/>
              <c:layout>
                <c:manualLayout>
                  <c:x val="0"/>
                  <c:y val="0"/>
                </c:manualLayout>
              </c:layout>
              <c:numFmt formatCode="#,##0;#,##0" sourceLinked="0"/>
              <c:spPr>
                <a:noFill/>
                <a:ln>
                  <a:noFill/>
                </a:ln>
              </c:spPr>
              <c:txPr>
                <a:bodyPr wrap="none"/>
                <a:lstStyle/>
                <a:p>
                  <a:pPr>
                    <a:defRPr sz="1400" kern="1200">
                      <a:solidFill>
                        <a:schemeClr val="bg1"/>
                      </a:solidFill>
                      <a:latin typeface="Calibri"/>
                      <a:ea typeface="+mn-ea"/>
                      <a:cs typeface="Calibri"/>
                    </a:defRPr>
                  </a:pPr>
                  <a:endParaRPr lang="LID4096"/>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CFB7-4055-9509-251C161E411C}"/>
                </c:ext>
              </c:extLst>
            </c:dLbl>
            <c:dLbl>
              <c:idx val="4"/>
              <c:layout>
                <c:manualLayout>
                  <c:x val="0"/>
                  <c:y val="0"/>
                </c:manualLayout>
              </c:layout>
              <c:numFmt formatCode="#,##0;#,##0" sourceLinked="0"/>
              <c:spPr>
                <a:noFill/>
                <a:ln>
                  <a:noFill/>
                </a:ln>
              </c:spPr>
              <c:txPr>
                <a:bodyPr wrap="none"/>
                <a:lstStyle/>
                <a:p>
                  <a:pPr>
                    <a:defRPr sz="1400" kern="1200">
                      <a:solidFill>
                        <a:schemeClr val="bg1"/>
                      </a:solidFill>
                      <a:latin typeface="Calibri"/>
                      <a:ea typeface="+mn-ea"/>
                      <a:cs typeface="Calibri"/>
                    </a:defRPr>
                  </a:pPr>
                  <a:endParaRPr lang="LID4096"/>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CFB7-4055-9509-251C161E411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Sheet1!$A$2:$F$2</c:f>
              <c:numCache>
                <c:formatCode>General</c:formatCode>
                <c:ptCount val="6"/>
                <c:pt idx="1">
                  <c:v>29</c:v>
                </c:pt>
                <c:pt idx="2">
                  <c:v>9</c:v>
                </c:pt>
                <c:pt idx="3">
                  <c:v>17</c:v>
                </c:pt>
                <c:pt idx="4">
                  <c:v>14</c:v>
                </c:pt>
              </c:numCache>
            </c:numRef>
          </c:val>
          <c:extLst>
            <c:ext xmlns:c16="http://schemas.microsoft.com/office/drawing/2014/chart" uri="{C3380CC4-5D6E-409C-BE32-E72D297353CC}">
              <c16:uniqueId val="{00000007-CFB7-4055-9509-251C161E411C}"/>
            </c:ext>
          </c:extLst>
        </c:ser>
        <c:dLbls>
          <c:showLegendKey val="0"/>
          <c:showVal val="0"/>
          <c:showCatName val="0"/>
          <c:showSerName val="0"/>
          <c:showPercent val="0"/>
          <c:showBubbleSize val="0"/>
        </c:dLbls>
        <c:gapWidth val="80"/>
        <c:overlap val="100"/>
        <c:axId val="568495200"/>
        <c:axId val="1"/>
      </c:barChart>
      <c:catAx>
        <c:axId val="568495200"/>
        <c:scaling>
          <c:orientation val="minMax"/>
        </c:scaling>
        <c:delete val="0"/>
        <c:axPos val="b"/>
        <c:majorGridlines>
          <c:spPr>
            <a:ln>
              <a:noFill/>
            </a:ln>
          </c:spPr>
        </c:majorGridlines>
        <c:majorTickMark val="none"/>
        <c:minorTickMark val="none"/>
        <c:tickLblPos val="none"/>
        <c:spPr>
          <a:ln w="9525" algn="ctr">
            <a:solidFill>
              <a:schemeClr val="tx1"/>
            </a:solidFill>
            <a:prstDash val="solid"/>
          </a:ln>
        </c:spPr>
        <c:crossAx val="1"/>
        <c:crosses val="min"/>
        <c:auto val="0"/>
        <c:lblAlgn val="ctr"/>
        <c:lblOffset val="100"/>
        <c:noMultiLvlLbl val="0"/>
      </c:catAx>
      <c:valAx>
        <c:axId val="1"/>
        <c:scaling>
          <c:orientation val="minMax"/>
          <c:max val="82.09579230080567"/>
          <c:min val="0"/>
        </c:scaling>
        <c:delete val="1"/>
        <c:axPos val="l"/>
        <c:numFmt formatCode="General" sourceLinked="1"/>
        <c:majorTickMark val="out"/>
        <c:minorTickMark val="none"/>
        <c:tickLblPos val="nextTo"/>
        <c:crossAx val="568495200"/>
        <c:crosses val="min"/>
        <c:crossBetween val="between"/>
      </c:valAx>
    </c:plotArea>
    <c:plotVisOnly val="0"/>
    <c:dispBlanksAs val="gap"/>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0327706057596822E-2"/>
          <c:y val="3.9215686274509803E-2"/>
          <c:w val="0.97934458788480638"/>
          <c:h val="0.92156862745098034"/>
        </c:manualLayout>
      </c:layout>
      <c:barChart>
        <c:barDir val="col"/>
        <c:grouping val="stacked"/>
        <c:varyColors val="0"/>
        <c:ser>
          <c:idx val="0"/>
          <c:order val="0"/>
          <c:spPr>
            <a:noFill/>
            <a:ln>
              <a:noFill/>
            </a:ln>
          </c:spPr>
          <c:invertIfNegative val="0"/>
          <c:dPt>
            <c:idx val="0"/>
            <c:invertIfNegative val="0"/>
            <c:bubble3D val="0"/>
            <c:spPr>
              <a:solidFill>
                <a:schemeClr val="accent1"/>
              </a:solidFill>
              <a:ln>
                <a:noFill/>
              </a:ln>
            </c:spPr>
            <c:extLst>
              <c:ext xmlns:c16="http://schemas.microsoft.com/office/drawing/2014/chart" uri="{C3380CC4-5D6E-409C-BE32-E72D297353CC}">
                <c16:uniqueId val="{00000000-730D-4C9D-BA98-86BADD0000B5}"/>
              </c:ext>
            </c:extLst>
          </c:dPt>
          <c:val>
            <c:numRef>
              <c:f>Sheet1!$A$1:$E$1</c:f>
              <c:numCache>
                <c:formatCode>General</c:formatCode>
                <c:ptCount val="5"/>
                <c:pt idx="0">
                  <c:v>16.636842105263099</c:v>
                </c:pt>
                <c:pt idx="1">
                  <c:v>16.636842105263099</c:v>
                </c:pt>
                <c:pt idx="2">
                  <c:v>65.636842105263099</c:v>
                </c:pt>
                <c:pt idx="3">
                  <c:v>68.036842105263077</c:v>
                </c:pt>
                <c:pt idx="4">
                  <c:v>0.19999999999993179</c:v>
                </c:pt>
              </c:numCache>
            </c:numRef>
          </c:val>
          <c:extLst>
            <c:ext xmlns:c16="http://schemas.microsoft.com/office/drawing/2014/chart" uri="{C3380CC4-5D6E-409C-BE32-E72D297353CC}">
              <c16:uniqueId val="{00000001-730D-4C9D-BA98-86BADD0000B5}"/>
            </c:ext>
          </c:extLst>
        </c:ser>
        <c:ser>
          <c:idx val="1"/>
          <c:order val="1"/>
          <c:spPr>
            <a:solidFill>
              <a:schemeClr val="accent1"/>
            </a:solidFill>
            <a:ln>
              <a:noFill/>
            </a:ln>
          </c:spPr>
          <c:invertIfNegative val="0"/>
          <c:dLbls>
            <c:dLbl>
              <c:idx val="1"/>
              <c:layout>
                <c:manualLayout>
                  <c:x val="0"/>
                  <c:y val="0"/>
                </c:manualLayout>
              </c:layout>
              <c:numFmt formatCode="#,##0;#,##0" sourceLinked="0"/>
              <c:spPr>
                <a:noFill/>
                <a:ln>
                  <a:noFill/>
                </a:ln>
              </c:spPr>
              <c:txPr>
                <a:bodyPr wrap="none"/>
                <a:lstStyle/>
                <a:p>
                  <a:pPr>
                    <a:defRPr sz="1400" kern="1200">
                      <a:solidFill>
                        <a:schemeClr val="bg1"/>
                      </a:solidFill>
                      <a:latin typeface="Calibri"/>
                      <a:ea typeface="+mn-ea"/>
                      <a:cs typeface="Calibri"/>
                    </a:defRPr>
                  </a:pPr>
                  <a:endParaRPr lang="LID4096"/>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730D-4C9D-BA98-86BADD0000B5}"/>
                </c:ext>
              </c:extLst>
            </c:dLbl>
            <c:dLbl>
              <c:idx val="3"/>
              <c:layout>
                <c:manualLayout>
                  <c:x val="0"/>
                  <c:y val="-7.5414781297134241E-4"/>
                </c:manualLayout>
              </c:layout>
              <c:numFmt formatCode="#,##0;#,##0" sourceLinked="0"/>
              <c:spPr>
                <a:noFill/>
                <a:ln>
                  <a:noFill/>
                </a:ln>
              </c:spPr>
              <c:txPr>
                <a:bodyPr wrap="none"/>
                <a:lstStyle/>
                <a:p>
                  <a:pPr>
                    <a:defRPr sz="1400" kern="1200">
                      <a:solidFill>
                        <a:schemeClr val="bg1"/>
                      </a:solidFill>
                      <a:latin typeface="Calibri"/>
                      <a:ea typeface="+mn-ea"/>
                      <a:cs typeface="Calibri"/>
                    </a:defRPr>
                  </a:pPr>
                  <a:endParaRPr lang="LID4096"/>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730D-4C9D-BA98-86BADD0000B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Sheet1!$A$2:$E$2</c:f>
              <c:numCache>
                <c:formatCode>General</c:formatCode>
                <c:ptCount val="5"/>
                <c:pt idx="1">
                  <c:v>49</c:v>
                </c:pt>
                <c:pt idx="2">
                  <c:v>2.3999999999999773</c:v>
                </c:pt>
                <c:pt idx="3">
                  <c:v>17.799999999999955</c:v>
                </c:pt>
                <c:pt idx="4">
                  <c:v>85.636842105263099</c:v>
                </c:pt>
              </c:numCache>
            </c:numRef>
          </c:val>
          <c:extLst>
            <c:ext xmlns:c16="http://schemas.microsoft.com/office/drawing/2014/chart" uri="{C3380CC4-5D6E-409C-BE32-E72D297353CC}">
              <c16:uniqueId val="{00000004-730D-4C9D-BA98-86BADD0000B5}"/>
            </c:ext>
          </c:extLst>
        </c:ser>
        <c:dLbls>
          <c:showLegendKey val="0"/>
          <c:showVal val="0"/>
          <c:showCatName val="0"/>
          <c:showSerName val="0"/>
          <c:showPercent val="0"/>
          <c:showBubbleSize val="0"/>
        </c:dLbls>
        <c:gapWidth val="80"/>
        <c:overlap val="100"/>
        <c:axId val="1114783008"/>
        <c:axId val="1"/>
      </c:barChart>
      <c:catAx>
        <c:axId val="1114783008"/>
        <c:scaling>
          <c:orientation val="minMax"/>
        </c:scaling>
        <c:delete val="0"/>
        <c:axPos val="b"/>
        <c:majorGridlines>
          <c:spPr>
            <a:ln>
              <a:noFill/>
            </a:ln>
          </c:spPr>
        </c:majorGridlines>
        <c:majorTickMark val="none"/>
        <c:minorTickMark val="none"/>
        <c:tickLblPos val="none"/>
        <c:spPr>
          <a:ln w="9525" algn="ctr">
            <a:solidFill>
              <a:schemeClr val="tx1"/>
            </a:solidFill>
            <a:prstDash val="solid"/>
          </a:ln>
        </c:spPr>
        <c:crossAx val="1"/>
        <c:crosses val="min"/>
        <c:auto val="0"/>
        <c:lblAlgn val="ctr"/>
        <c:lblOffset val="100"/>
        <c:noMultiLvlLbl val="0"/>
      </c:catAx>
      <c:valAx>
        <c:axId val="1"/>
        <c:scaling>
          <c:orientation val="minMax"/>
          <c:max val="85.836842105263031"/>
          <c:min val="0"/>
        </c:scaling>
        <c:delete val="1"/>
        <c:axPos val="l"/>
        <c:numFmt formatCode="General" sourceLinked="1"/>
        <c:majorTickMark val="out"/>
        <c:minorTickMark val="none"/>
        <c:tickLblPos val="nextTo"/>
        <c:crossAx val="1114783008"/>
        <c:crosses val="min"/>
        <c:crossBetween val="between"/>
      </c:valAx>
    </c:plotArea>
    <c:plotVisOnly val="0"/>
    <c:dispBlanksAs val="gap"/>
    <c:showDLblsOverMax val="1"/>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0128554733151539E-2"/>
          <c:y val="2.5328787140769606E-2"/>
          <c:w val="0.9797428905336969"/>
          <c:h val="0.94934242571846084"/>
        </c:manualLayout>
      </c:layout>
      <c:barChart>
        <c:barDir val="col"/>
        <c:grouping val="stacked"/>
        <c:varyColors val="0"/>
        <c:ser>
          <c:idx val="0"/>
          <c:order val="0"/>
          <c:spPr>
            <a:solidFill>
              <a:schemeClr val="accent3"/>
            </a:solidFill>
            <a:ln>
              <a:noFill/>
            </a:ln>
          </c:spPr>
          <c:invertIfNegative val="0"/>
          <c:dLbls>
            <c:dLbl>
              <c:idx val="0"/>
              <c:layout>
                <c:manualLayout>
                  <c:x val="0"/>
                  <c:y val="0"/>
                </c:manualLayout>
              </c:layout>
              <c:numFmt formatCode="#,##0;&quot;-&quot;#,##0" sourceLinked="0"/>
              <c:spPr>
                <a:noFill/>
                <a:ln>
                  <a:noFill/>
                </a:ln>
              </c:spPr>
              <c:txPr>
                <a:bodyPr wrap="none"/>
                <a:lstStyle/>
                <a:p>
                  <a:pPr>
                    <a:defRPr sz="1400" kern="1200">
                      <a:solidFill>
                        <a:schemeClr val="tx1"/>
                      </a:solidFill>
                      <a:latin typeface="Calibri"/>
                      <a:ea typeface="+mn-ea"/>
                      <a:cs typeface="Calibri"/>
                    </a:defRPr>
                  </a:pPr>
                  <a:endParaRPr lang="LID4096"/>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32C4-4E38-ABEC-A7D4EC115F6A}"/>
                </c:ext>
              </c:extLst>
            </c:dLbl>
            <c:dLbl>
              <c:idx val="1"/>
              <c:layout>
                <c:manualLayout>
                  <c:x val="0"/>
                  <c:y val="0"/>
                </c:manualLayout>
              </c:layout>
              <c:numFmt formatCode="#,##0;&quot;-&quot;#,##0" sourceLinked="0"/>
              <c:spPr>
                <a:noFill/>
                <a:ln>
                  <a:noFill/>
                </a:ln>
              </c:spPr>
              <c:txPr>
                <a:bodyPr wrap="none"/>
                <a:lstStyle/>
                <a:p>
                  <a:pPr>
                    <a:defRPr sz="1400" kern="1200">
                      <a:solidFill>
                        <a:schemeClr val="tx1"/>
                      </a:solidFill>
                      <a:latin typeface="Calibri"/>
                      <a:ea typeface="+mn-ea"/>
                      <a:cs typeface="Calibri"/>
                    </a:defRPr>
                  </a:pPr>
                  <a:endParaRPr lang="LID4096"/>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32C4-4E38-ABEC-A7D4EC115F6A}"/>
                </c:ext>
              </c:extLst>
            </c:dLbl>
            <c:dLbl>
              <c:idx val="2"/>
              <c:layout>
                <c:manualLayout>
                  <c:x val="0"/>
                  <c:y val="0"/>
                </c:manualLayout>
              </c:layout>
              <c:numFmt formatCode="#,##0;&quot;-&quot;#,##0" sourceLinked="0"/>
              <c:spPr>
                <a:noFill/>
                <a:ln>
                  <a:noFill/>
                </a:ln>
              </c:spPr>
              <c:txPr>
                <a:bodyPr wrap="none"/>
                <a:lstStyle/>
                <a:p>
                  <a:pPr>
                    <a:defRPr sz="1400" kern="1200">
                      <a:solidFill>
                        <a:schemeClr val="tx1"/>
                      </a:solidFill>
                      <a:latin typeface="Calibri"/>
                      <a:ea typeface="+mn-ea"/>
                      <a:cs typeface="Calibri"/>
                    </a:defRPr>
                  </a:pPr>
                  <a:endParaRPr lang="LID4096"/>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32C4-4E38-ABEC-A7D4EC115F6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Sheet1!$A$1:$C$1</c:f>
              <c:numCache>
                <c:formatCode>General</c:formatCode>
                <c:ptCount val="3"/>
                <c:pt idx="0">
                  <c:v>12</c:v>
                </c:pt>
                <c:pt idx="1">
                  <c:v>12</c:v>
                </c:pt>
                <c:pt idx="2">
                  <c:v>12</c:v>
                </c:pt>
              </c:numCache>
            </c:numRef>
          </c:val>
          <c:extLst>
            <c:ext xmlns:c16="http://schemas.microsoft.com/office/drawing/2014/chart" uri="{C3380CC4-5D6E-409C-BE32-E72D297353CC}">
              <c16:uniqueId val="{00000003-32C4-4E38-ABEC-A7D4EC115F6A}"/>
            </c:ext>
          </c:extLst>
        </c:ser>
        <c:ser>
          <c:idx val="1"/>
          <c:order val="1"/>
          <c:spPr>
            <a:solidFill>
              <a:schemeClr val="accent2"/>
            </a:solidFill>
            <a:ln>
              <a:noFill/>
            </a:ln>
          </c:spPr>
          <c:invertIfNegative val="0"/>
          <c:dLbls>
            <c:dLbl>
              <c:idx val="0"/>
              <c:layout>
                <c:manualLayout>
                  <c:x val="0"/>
                  <c:y val="0"/>
                </c:manualLayout>
              </c:layout>
              <c:numFmt formatCode="#,##0;&quot;-&quot;#,##0" sourceLinked="0"/>
              <c:spPr>
                <a:noFill/>
                <a:ln>
                  <a:noFill/>
                </a:ln>
              </c:spPr>
              <c:txPr>
                <a:bodyPr wrap="none"/>
                <a:lstStyle/>
                <a:p>
                  <a:pPr>
                    <a:defRPr sz="1400" kern="1200">
                      <a:solidFill>
                        <a:schemeClr val="bg1"/>
                      </a:solidFill>
                      <a:latin typeface="Calibri"/>
                      <a:ea typeface="+mn-ea"/>
                      <a:cs typeface="Calibri"/>
                    </a:defRPr>
                  </a:pPr>
                  <a:endParaRPr lang="LID4096"/>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32C4-4E38-ABEC-A7D4EC115F6A}"/>
                </c:ext>
              </c:extLst>
            </c:dLbl>
            <c:dLbl>
              <c:idx val="1"/>
              <c:layout>
                <c:manualLayout>
                  <c:x val="0"/>
                  <c:y val="-4.8709206039941551E-4"/>
                </c:manualLayout>
              </c:layout>
              <c:numFmt formatCode="#,##0;&quot;-&quot;#,##0" sourceLinked="0"/>
              <c:spPr>
                <a:noFill/>
                <a:ln>
                  <a:noFill/>
                </a:ln>
              </c:spPr>
              <c:txPr>
                <a:bodyPr wrap="none"/>
                <a:lstStyle/>
                <a:p>
                  <a:pPr>
                    <a:defRPr sz="1400" kern="1200">
                      <a:solidFill>
                        <a:schemeClr val="bg1"/>
                      </a:solidFill>
                      <a:latin typeface="Calibri"/>
                      <a:ea typeface="+mn-ea"/>
                      <a:cs typeface="Calibri"/>
                    </a:defRPr>
                  </a:pPr>
                  <a:endParaRPr lang="LID4096"/>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32C4-4E38-ABEC-A7D4EC115F6A}"/>
                </c:ext>
              </c:extLst>
            </c:dLbl>
            <c:dLbl>
              <c:idx val="2"/>
              <c:layout>
                <c:manualLayout>
                  <c:x val="0"/>
                  <c:y val="0"/>
                </c:manualLayout>
              </c:layout>
              <c:numFmt formatCode="#,##0;&quot;-&quot;#,##0" sourceLinked="0"/>
              <c:spPr>
                <a:noFill/>
                <a:ln>
                  <a:noFill/>
                </a:ln>
              </c:spPr>
              <c:txPr>
                <a:bodyPr wrap="none"/>
                <a:lstStyle/>
                <a:p>
                  <a:pPr>
                    <a:defRPr sz="1400" kern="1200">
                      <a:solidFill>
                        <a:schemeClr val="bg1"/>
                      </a:solidFill>
                      <a:latin typeface="Calibri"/>
                      <a:ea typeface="+mn-ea"/>
                      <a:cs typeface="Calibri"/>
                    </a:defRPr>
                  </a:pPr>
                  <a:endParaRPr lang="LID4096"/>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32C4-4E38-ABEC-A7D4EC115F6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Sheet1!$A$2:$C$2</c:f>
              <c:numCache>
                <c:formatCode>General</c:formatCode>
                <c:ptCount val="3"/>
                <c:pt idx="0">
                  <c:v>14.899999999999999</c:v>
                </c:pt>
                <c:pt idx="1">
                  <c:v>11.29</c:v>
                </c:pt>
                <c:pt idx="2">
                  <c:v>10.280000000000001</c:v>
                </c:pt>
              </c:numCache>
            </c:numRef>
          </c:val>
          <c:extLst>
            <c:ext xmlns:c16="http://schemas.microsoft.com/office/drawing/2014/chart" uri="{C3380CC4-5D6E-409C-BE32-E72D297353CC}">
              <c16:uniqueId val="{00000007-32C4-4E38-ABEC-A7D4EC115F6A}"/>
            </c:ext>
          </c:extLst>
        </c:ser>
        <c:ser>
          <c:idx val="2"/>
          <c:order val="2"/>
          <c:spPr>
            <a:solidFill>
              <a:schemeClr val="accent1"/>
            </a:solidFill>
            <a:ln>
              <a:noFill/>
            </a:ln>
          </c:spPr>
          <c:invertIfNegative val="0"/>
          <c:dLbls>
            <c:dLbl>
              <c:idx val="0"/>
              <c:layout>
                <c:manualLayout>
                  <c:x val="0"/>
                  <c:y val="0"/>
                </c:manualLayout>
              </c:layout>
              <c:numFmt formatCode="#,##0;&quot;-&quot;#,##0" sourceLinked="0"/>
              <c:spPr>
                <a:noFill/>
                <a:ln>
                  <a:noFill/>
                </a:ln>
              </c:spPr>
              <c:txPr>
                <a:bodyPr wrap="none"/>
                <a:lstStyle/>
                <a:p>
                  <a:pPr>
                    <a:defRPr sz="1400" kern="1200">
                      <a:solidFill>
                        <a:schemeClr val="bg1"/>
                      </a:solidFill>
                      <a:latin typeface="Calibri"/>
                      <a:ea typeface="+mn-ea"/>
                      <a:cs typeface="Calibri"/>
                    </a:defRPr>
                  </a:pPr>
                  <a:endParaRPr lang="LID4096"/>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32C4-4E38-ABEC-A7D4EC115F6A}"/>
                </c:ext>
              </c:extLst>
            </c:dLbl>
            <c:dLbl>
              <c:idx val="1"/>
              <c:layout>
                <c:manualLayout>
                  <c:x val="0"/>
                  <c:y val="0"/>
                </c:manualLayout>
              </c:layout>
              <c:numFmt formatCode="#,##0;&quot;-&quot;#,##0" sourceLinked="0"/>
              <c:spPr>
                <a:noFill/>
                <a:ln>
                  <a:noFill/>
                </a:ln>
              </c:spPr>
              <c:txPr>
                <a:bodyPr wrap="none"/>
                <a:lstStyle/>
                <a:p>
                  <a:pPr>
                    <a:defRPr sz="1400" kern="1200">
                      <a:solidFill>
                        <a:schemeClr val="bg1"/>
                      </a:solidFill>
                      <a:latin typeface="Calibri"/>
                      <a:ea typeface="+mn-ea"/>
                      <a:cs typeface="Calibri"/>
                    </a:defRPr>
                  </a:pPr>
                  <a:endParaRPr lang="LID4096"/>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32C4-4E38-ABEC-A7D4EC115F6A}"/>
                </c:ext>
              </c:extLst>
            </c:dLbl>
            <c:dLbl>
              <c:idx val="2"/>
              <c:layout>
                <c:manualLayout>
                  <c:x val="0"/>
                  <c:y val="-4.8709206039941551E-4"/>
                </c:manualLayout>
              </c:layout>
              <c:numFmt formatCode="#,##0;&quot;-&quot;#,##0" sourceLinked="0"/>
              <c:spPr>
                <a:noFill/>
                <a:ln>
                  <a:noFill/>
                </a:ln>
              </c:spPr>
              <c:txPr>
                <a:bodyPr wrap="none"/>
                <a:lstStyle/>
                <a:p>
                  <a:pPr>
                    <a:defRPr sz="1400" kern="1200">
                      <a:solidFill>
                        <a:schemeClr val="bg1"/>
                      </a:solidFill>
                      <a:latin typeface="Calibri"/>
                      <a:ea typeface="+mn-ea"/>
                      <a:cs typeface="Calibri"/>
                    </a:defRPr>
                  </a:pPr>
                  <a:endParaRPr lang="LID4096"/>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32C4-4E38-ABEC-A7D4EC115F6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Sheet1!$A$3:$C$3</c:f>
              <c:numCache>
                <c:formatCode>General</c:formatCode>
                <c:ptCount val="3"/>
                <c:pt idx="0">
                  <c:v>34.9</c:v>
                </c:pt>
                <c:pt idx="1">
                  <c:v>30.28</c:v>
                </c:pt>
                <c:pt idx="2">
                  <c:v>23.629999999999995</c:v>
                </c:pt>
              </c:numCache>
            </c:numRef>
          </c:val>
          <c:extLst>
            <c:ext xmlns:c16="http://schemas.microsoft.com/office/drawing/2014/chart" uri="{C3380CC4-5D6E-409C-BE32-E72D297353CC}">
              <c16:uniqueId val="{0000000B-32C4-4E38-ABEC-A7D4EC115F6A}"/>
            </c:ext>
          </c:extLst>
        </c:ser>
        <c:dLbls>
          <c:showLegendKey val="0"/>
          <c:showVal val="0"/>
          <c:showCatName val="0"/>
          <c:showSerName val="0"/>
          <c:showPercent val="0"/>
          <c:showBubbleSize val="0"/>
        </c:dLbls>
        <c:gapWidth val="80"/>
        <c:overlap val="100"/>
        <c:axId val="1392156416"/>
        <c:axId val="1"/>
      </c:barChart>
      <c:catAx>
        <c:axId val="1392156416"/>
        <c:scaling>
          <c:orientation val="minMax"/>
        </c:scaling>
        <c:delete val="0"/>
        <c:axPos val="b"/>
        <c:majorGridlines>
          <c:spPr>
            <a:ln>
              <a:noFill/>
            </a:ln>
          </c:spPr>
        </c:majorGridlines>
        <c:majorTickMark val="none"/>
        <c:minorTickMark val="none"/>
        <c:tickLblPos val="none"/>
        <c:spPr>
          <a:ln w="9525" algn="ctr">
            <a:solidFill>
              <a:schemeClr val="tx1"/>
            </a:solidFill>
            <a:prstDash val="solid"/>
          </a:ln>
        </c:spPr>
        <c:crossAx val="1"/>
        <c:crosses val="min"/>
        <c:auto val="0"/>
        <c:lblAlgn val="ctr"/>
        <c:lblOffset val="100"/>
        <c:noMultiLvlLbl val="0"/>
      </c:catAx>
      <c:valAx>
        <c:axId val="1"/>
        <c:scaling>
          <c:orientation val="minMax"/>
          <c:max val="61.8"/>
          <c:min val="0"/>
        </c:scaling>
        <c:delete val="1"/>
        <c:axPos val="l"/>
        <c:numFmt formatCode="General" sourceLinked="1"/>
        <c:majorTickMark val="out"/>
        <c:minorTickMark val="none"/>
        <c:tickLblPos val="nextTo"/>
        <c:crossAx val="1392156416"/>
        <c:crosses val="min"/>
        <c:crossBetween val="between"/>
      </c:valAx>
    </c:plotArea>
    <c:plotVisOnly val="0"/>
    <c:dispBlanksAs val="gap"/>
    <c:showDLblsOverMax val="1"/>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 Volume Evolution</a:t>
            </a:r>
            <a:r>
              <a:rPr lang="en-US" baseline="0"/>
              <a:t> - In Set</a:t>
            </a:r>
            <a:endParaRPr lang="en-US"/>
          </a:p>
        </c:rich>
      </c:tx>
      <c:overlay val="0"/>
      <c:spPr>
        <a:noFill/>
        <a:ln w="25400">
          <a:noFill/>
        </a:ln>
      </c:spPr>
    </c:title>
    <c:autoTitleDeleted val="0"/>
    <c:plotArea>
      <c:layout/>
      <c:barChart>
        <c:barDir val="col"/>
        <c:grouping val="clustered"/>
        <c:varyColors val="0"/>
        <c:ser>
          <c:idx val="0"/>
          <c:order val="0"/>
          <c:tx>
            <c:strRef>
              <c:f>summary!$A$8</c:f>
              <c:strCache>
                <c:ptCount val="1"/>
                <c:pt idx="0">
                  <c:v> Total </c:v>
                </c:pt>
              </c:strCache>
            </c:strRef>
          </c:tx>
          <c:spPr>
            <a:solidFill>
              <a:schemeClr val="accent4"/>
            </a:solidFill>
            <a:ln w="25400">
              <a:noFill/>
            </a:ln>
          </c:spPr>
          <c:invertIfNegative val="0"/>
          <c:dPt>
            <c:idx val="5"/>
            <c:invertIfNegative val="0"/>
            <c:bubble3D val="0"/>
            <c:extLst>
              <c:ext xmlns:c16="http://schemas.microsoft.com/office/drawing/2014/chart" uri="{C3380CC4-5D6E-409C-BE32-E72D297353CC}">
                <c16:uniqueId val="{00000001-51DC-4375-B7C1-32CB702B7045}"/>
              </c:ext>
            </c:extLst>
          </c:dPt>
          <c:dPt>
            <c:idx val="6"/>
            <c:invertIfNegative val="0"/>
            <c:bubble3D val="0"/>
            <c:extLst>
              <c:ext xmlns:c16="http://schemas.microsoft.com/office/drawing/2014/chart" uri="{C3380CC4-5D6E-409C-BE32-E72D297353CC}">
                <c16:uniqueId val="{00000003-51DC-4375-B7C1-32CB702B7045}"/>
              </c:ext>
            </c:extLst>
          </c:dPt>
          <c:dPt>
            <c:idx val="7"/>
            <c:invertIfNegative val="0"/>
            <c:bubble3D val="0"/>
            <c:extLst>
              <c:ext xmlns:c16="http://schemas.microsoft.com/office/drawing/2014/chart" uri="{C3380CC4-5D6E-409C-BE32-E72D297353CC}">
                <c16:uniqueId val="{00000005-51DC-4375-B7C1-32CB702B7045}"/>
              </c:ext>
            </c:extLst>
          </c:dPt>
          <c:dLbls>
            <c:spPr>
              <a:noFill/>
              <a:ln w="25400">
                <a:noFill/>
              </a:ln>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LID4096"/>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summary!$H$2:$J$2</c:f>
              <c:strCache>
                <c:ptCount val="3"/>
                <c:pt idx="0">
                  <c:v>Aug-22</c:v>
                </c:pt>
                <c:pt idx="1">
                  <c:v>Sep-22</c:v>
                </c:pt>
                <c:pt idx="2">
                  <c:v>Oct'22</c:v>
                </c:pt>
              </c:strCache>
            </c:strRef>
          </c:cat>
          <c:val>
            <c:numRef>
              <c:f>summary!$H$8:$J$8</c:f>
              <c:numCache>
                <c:formatCode>_-* #,##0_-;\-* #,##0_-;_-* "-"??_-;_-@_-</c:formatCode>
                <c:ptCount val="3"/>
                <c:pt idx="0">
                  <c:v>201406</c:v>
                </c:pt>
                <c:pt idx="1">
                  <c:v>213635</c:v>
                </c:pt>
                <c:pt idx="2">
                  <c:v>198349</c:v>
                </c:pt>
              </c:numCache>
            </c:numRef>
          </c:val>
          <c:extLst>
            <c:ext xmlns:c16="http://schemas.microsoft.com/office/drawing/2014/chart" uri="{C3380CC4-5D6E-409C-BE32-E72D297353CC}">
              <c16:uniqueId val="{00000006-51DC-4375-B7C1-32CB702B7045}"/>
            </c:ext>
          </c:extLst>
        </c:ser>
        <c:dLbls>
          <c:showLegendKey val="0"/>
          <c:showVal val="0"/>
          <c:showCatName val="0"/>
          <c:showSerName val="0"/>
          <c:showPercent val="0"/>
          <c:showBubbleSize val="0"/>
        </c:dLbls>
        <c:gapWidth val="219"/>
        <c:overlap val="-27"/>
        <c:axId val="1833368496"/>
        <c:axId val="1"/>
      </c:barChart>
      <c:catAx>
        <c:axId val="1833368496"/>
        <c:scaling>
          <c:orientation val="minMax"/>
        </c:scaling>
        <c:delete val="0"/>
        <c:axPos val="b"/>
        <c:numFmt formatCode="mmm\-yy"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LID4096"/>
          </a:p>
        </c:txPr>
        <c:crossAx val="1"/>
        <c:crosses val="autoZero"/>
        <c:auto val="1"/>
        <c:lblAlgn val="ctr"/>
        <c:lblOffset val="100"/>
        <c:noMultiLvlLbl val="0"/>
      </c:catAx>
      <c:valAx>
        <c:axId val="1"/>
        <c:scaling>
          <c:orientation val="minMax"/>
        </c:scaling>
        <c:delete val="0"/>
        <c:axPos val="l"/>
        <c:numFmt formatCode="_-* #,##0_-;\-* #,##0_-;_-* &quot;-&quot;??_-;_-@_-" sourceLinked="1"/>
        <c:majorTickMark val="none"/>
        <c:minorTickMark val="none"/>
        <c:tickLblPos val="nextTo"/>
        <c:spPr>
          <a:ln w="9525">
            <a:noFill/>
          </a:ln>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LID4096"/>
          </a:p>
        </c:txPr>
        <c:crossAx val="1833368496"/>
        <c:crosses val="autoZero"/>
        <c:crossBetween val="between"/>
      </c:valAx>
      <c:spPr>
        <a:noFill/>
        <a:ln w="25400">
          <a:noFill/>
        </a:ln>
      </c:spPr>
    </c:plotArea>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a:pPr>
      <a:endParaRPr lang="LID4096"/>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 Value evoulution</a:t>
            </a:r>
            <a:r>
              <a:rPr lang="en-US" baseline="0"/>
              <a:t> in INR</a:t>
            </a:r>
            <a:endParaRPr lang="en-US"/>
          </a:p>
        </c:rich>
      </c:tx>
      <c:overlay val="0"/>
      <c:spPr>
        <a:noFill/>
        <a:ln w="25400">
          <a:noFill/>
        </a:ln>
      </c:spPr>
    </c:title>
    <c:autoTitleDeleted val="0"/>
    <c:plotArea>
      <c:layout/>
      <c:barChart>
        <c:barDir val="col"/>
        <c:grouping val="clustered"/>
        <c:varyColors val="0"/>
        <c:ser>
          <c:idx val="0"/>
          <c:order val="0"/>
          <c:tx>
            <c:strRef>
              <c:f>summary!$A$16</c:f>
              <c:strCache>
                <c:ptCount val="1"/>
                <c:pt idx="0">
                  <c:v> Total </c:v>
                </c:pt>
              </c:strCache>
            </c:strRef>
          </c:tx>
          <c:spPr>
            <a:solidFill>
              <a:schemeClr val="accent4"/>
            </a:solidFill>
            <a:ln w="25400">
              <a:noFill/>
            </a:ln>
          </c:spPr>
          <c:invertIfNegative val="0"/>
          <c:dPt>
            <c:idx val="0"/>
            <c:invertIfNegative val="0"/>
            <c:bubble3D val="0"/>
            <c:spPr>
              <a:solidFill>
                <a:schemeClr val="accent4">
                  <a:lumMod val="40000"/>
                  <a:lumOff val="60000"/>
                </a:schemeClr>
              </a:solidFill>
              <a:ln w="25400">
                <a:noFill/>
              </a:ln>
            </c:spPr>
            <c:extLst>
              <c:ext xmlns:c16="http://schemas.microsoft.com/office/drawing/2014/chart" uri="{C3380CC4-5D6E-409C-BE32-E72D297353CC}">
                <c16:uniqueId val="{00000006-D128-4145-A2EC-D71AEF47D30A}"/>
              </c:ext>
            </c:extLst>
          </c:dPt>
          <c:dPt>
            <c:idx val="1"/>
            <c:invertIfNegative val="0"/>
            <c:bubble3D val="0"/>
            <c:spPr>
              <a:solidFill>
                <a:schemeClr val="accent4">
                  <a:lumMod val="40000"/>
                  <a:lumOff val="60000"/>
                </a:schemeClr>
              </a:solidFill>
              <a:ln w="25400">
                <a:noFill/>
              </a:ln>
            </c:spPr>
            <c:extLst>
              <c:ext xmlns:c16="http://schemas.microsoft.com/office/drawing/2014/chart" uri="{C3380CC4-5D6E-409C-BE32-E72D297353CC}">
                <c16:uniqueId val="{00000007-D128-4145-A2EC-D71AEF47D30A}"/>
              </c:ext>
            </c:extLst>
          </c:dPt>
          <c:dPt>
            <c:idx val="2"/>
            <c:invertIfNegative val="0"/>
            <c:bubble3D val="0"/>
            <c:spPr>
              <a:solidFill>
                <a:schemeClr val="accent4">
                  <a:lumMod val="40000"/>
                  <a:lumOff val="60000"/>
                </a:schemeClr>
              </a:solidFill>
              <a:ln w="25400">
                <a:noFill/>
              </a:ln>
            </c:spPr>
            <c:extLst>
              <c:ext xmlns:c16="http://schemas.microsoft.com/office/drawing/2014/chart" uri="{C3380CC4-5D6E-409C-BE32-E72D297353CC}">
                <c16:uniqueId val="{00000008-D128-4145-A2EC-D71AEF47D30A}"/>
              </c:ext>
            </c:extLst>
          </c:dPt>
          <c:dPt>
            <c:idx val="3"/>
            <c:invertIfNegative val="0"/>
            <c:bubble3D val="0"/>
            <c:spPr>
              <a:solidFill>
                <a:schemeClr val="accent4">
                  <a:lumMod val="40000"/>
                  <a:lumOff val="60000"/>
                </a:schemeClr>
              </a:solidFill>
              <a:ln w="25400">
                <a:noFill/>
              </a:ln>
            </c:spPr>
            <c:extLst>
              <c:ext xmlns:c16="http://schemas.microsoft.com/office/drawing/2014/chart" uri="{C3380CC4-5D6E-409C-BE32-E72D297353CC}">
                <c16:uniqueId val="{00000009-D128-4145-A2EC-D71AEF47D30A}"/>
              </c:ext>
            </c:extLst>
          </c:dPt>
          <c:dPt>
            <c:idx val="4"/>
            <c:invertIfNegative val="0"/>
            <c:bubble3D val="0"/>
            <c:spPr>
              <a:solidFill>
                <a:schemeClr val="accent4">
                  <a:lumMod val="40000"/>
                  <a:lumOff val="60000"/>
                </a:schemeClr>
              </a:solidFill>
              <a:ln w="25400">
                <a:noFill/>
              </a:ln>
            </c:spPr>
            <c:extLst>
              <c:ext xmlns:c16="http://schemas.microsoft.com/office/drawing/2014/chart" uri="{C3380CC4-5D6E-409C-BE32-E72D297353CC}">
                <c16:uniqueId val="{0000000A-D128-4145-A2EC-D71AEF47D30A}"/>
              </c:ext>
            </c:extLst>
          </c:dPt>
          <c:dPt>
            <c:idx val="5"/>
            <c:invertIfNegative val="0"/>
            <c:bubble3D val="0"/>
            <c:spPr>
              <a:solidFill>
                <a:schemeClr val="accent4">
                  <a:lumMod val="40000"/>
                  <a:lumOff val="60000"/>
                </a:schemeClr>
              </a:solidFill>
              <a:ln w="25400">
                <a:noFill/>
              </a:ln>
            </c:spPr>
            <c:extLst>
              <c:ext xmlns:c16="http://schemas.microsoft.com/office/drawing/2014/chart" uri="{C3380CC4-5D6E-409C-BE32-E72D297353CC}">
                <c16:uniqueId val="{00000001-F3BD-4228-B409-FB9128399D6F}"/>
              </c:ext>
            </c:extLst>
          </c:dPt>
          <c:dPt>
            <c:idx val="6"/>
            <c:invertIfNegative val="0"/>
            <c:bubble3D val="0"/>
            <c:extLst>
              <c:ext xmlns:c16="http://schemas.microsoft.com/office/drawing/2014/chart" uri="{C3380CC4-5D6E-409C-BE32-E72D297353CC}">
                <c16:uniqueId val="{00000003-F3BD-4228-B409-FB9128399D6F}"/>
              </c:ext>
            </c:extLst>
          </c:dPt>
          <c:dPt>
            <c:idx val="7"/>
            <c:invertIfNegative val="0"/>
            <c:bubble3D val="0"/>
            <c:extLst>
              <c:ext xmlns:c16="http://schemas.microsoft.com/office/drawing/2014/chart" uri="{C3380CC4-5D6E-409C-BE32-E72D297353CC}">
                <c16:uniqueId val="{00000005-F3BD-4228-B409-FB9128399D6F}"/>
              </c:ext>
            </c:extLst>
          </c:dPt>
          <c:dLbls>
            <c:spPr>
              <a:noFill/>
              <a:ln w="25400">
                <a:noFill/>
              </a:ln>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LID4096"/>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summary!$B$10:$J$10</c:f>
              <c:strCache>
                <c:ptCount val="9"/>
                <c:pt idx="0">
                  <c:v>Feb-22</c:v>
                </c:pt>
                <c:pt idx="1">
                  <c:v>Mar-22</c:v>
                </c:pt>
                <c:pt idx="2">
                  <c:v>Apr-22</c:v>
                </c:pt>
                <c:pt idx="3">
                  <c:v>May-22</c:v>
                </c:pt>
                <c:pt idx="4">
                  <c:v>Jun-22</c:v>
                </c:pt>
                <c:pt idx="5">
                  <c:v>Jul-22</c:v>
                </c:pt>
                <c:pt idx="6">
                  <c:v>Aug-22</c:v>
                </c:pt>
                <c:pt idx="7">
                  <c:v>Sep-22</c:v>
                </c:pt>
                <c:pt idx="8">
                  <c:v>Oct'22</c:v>
                </c:pt>
              </c:strCache>
            </c:strRef>
          </c:cat>
          <c:val>
            <c:numRef>
              <c:f>summary!$B$16:$J$16</c:f>
              <c:numCache>
                <c:formatCode>_-* #,##0_-;\-* #,##0_-;_-* "-"??_-;_-@_-</c:formatCode>
                <c:ptCount val="9"/>
                <c:pt idx="0">
                  <c:v>343341909.22999996</c:v>
                </c:pt>
                <c:pt idx="1">
                  <c:v>385598379.86000001</c:v>
                </c:pt>
                <c:pt idx="2">
                  <c:v>368255145.62</c:v>
                </c:pt>
                <c:pt idx="3">
                  <c:v>363121452.32999998</c:v>
                </c:pt>
                <c:pt idx="4">
                  <c:v>414870411.30000007</c:v>
                </c:pt>
                <c:pt idx="5">
                  <c:v>417802625.85405254</c:v>
                </c:pt>
                <c:pt idx="6">
                  <c:v>373219233.61000001</c:v>
                </c:pt>
                <c:pt idx="7">
                  <c:v>393253813.40999997</c:v>
                </c:pt>
                <c:pt idx="8">
                  <c:v>376248162.30000001</c:v>
                </c:pt>
              </c:numCache>
            </c:numRef>
          </c:val>
          <c:extLst>
            <c:ext xmlns:c16="http://schemas.microsoft.com/office/drawing/2014/chart" uri="{C3380CC4-5D6E-409C-BE32-E72D297353CC}">
              <c16:uniqueId val="{00000006-F3BD-4228-B409-FB9128399D6F}"/>
            </c:ext>
          </c:extLst>
        </c:ser>
        <c:dLbls>
          <c:showLegendKey val="0"/>
          <c:showVal val="0"/>
          <c:showCatName val="0"/>
          <c:showSerName val="0"/>
          <c:showPercent val="0"/>
          <c:showBubbleSize val="0"/>
        </c:dLbls>
        <c:gapWidth val="219"/>
        <c:overlap val="-27"/>
        <c:axId val="433878063"/>
        <c:axId val="1"/>
      </c:barChart>
      <c:catAx>
        <c:axId val="433878063"/>
        <c:scaling>
          <c:orientation val="minMax"/>
        </c:scaling>
        <c:delete val="0"/>
        <c:axPos val="b"/>
        <c:numFmt formatCode="mmm\-yy"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LID4096"/>
          </a:p>
        </c:txPr>
        <c:crossAx val="1"/>
        <c:crosses val="autoZero"/>
        <c:auto val="1"/>
        <c:lblAlgn val="ctr"/>
        <c:lblOffset val="100"/>
        <c:noMultiLvlLbl val="0"/>
      </c:catAx>
      <c:valAx>
        <c:axId val="1"/>
        <c:scaling>
          <c:orientation val="minMax"/>
        </c:scaling>
        <c:delete val="0"/>
        <c:axPos val="l"/>
        <c:numFmt formatCode="_-* #,##0_-;\-* #,##0_-;_-* &quot;-&quot;??_-;_-@_-" sourceLinked="1"/>
        <c:majorTickMark val="none"/>
        <c:minorTickMark val="none"/>
        <c:tickLblPos val="nextTo"/>
        <c:spPr>
          <a:ln w="9525">
            <a:noFill/>
          </a:ln>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LID4096"/>
          </a:p>
        </c:txPr>
        <c:crossAx val="433878063"/>
        <c:crosses val="autoZero"/>
        <c:crossBetween val="between"/>
        <c:dispUnits>
          <c:builtInUnit val="millions"/>
        </c:dispUnits>
      </c:valAx>
      <c:spPr>
        <a:noFill/>
        <a:ln w="25400">
          <a:noFill/>
        </a:ln>
      </c:spPr>
    </c:plotArea>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a:pPr>
      <a:endParaRPr lang="LID4096"/>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a:t>Value</a:t>
            </a:r>
            <a:r>
              <a:rPr lang="en-GB" baseline="0"/>
              <a:t> in INR based on ICP </a:t>
            </a:r>
            <a:endParaRPr lang="en-GB"/>
          </a:p>
        </c:rich>
      </c:tx>
      <c:overlay val="0"/>
      <c:spPr>
        <a:noFill/>
        <a:ln w="25400">
          <a:noFill/>
        </a:ln>
      </c:spPr>
    </c:title>
    <c:autoTitleDeleted val="0"/>
    <c:plotArea>
      <c:layout/>
      <c:barChart>
        <c:barDir val="col"/>
        <c:grouping val="clustered"/>
        <c:varyColors val="0"/>
        <c:ser>
          <c:idx val="0"/>
          <c:order val="0"/>
          <c:tx>
            <c:strRef>
              <c:f>summary!$H$10</c:f>
              <c:strCache>
                <c:ptCount val="1"/>
                <c:pt idx="0">
                  <c:v>Aug-22</c:v>
                </c:pt>
              </c:strCache>
            </c:strRef>
          </c:tx>
          <c:spPr>
            <a:solidFill>
              <a:srgbClr val="4F81BD"/>
            </a:solidFill>
            <a:ln w="25400">
              <a:noFill/>
            </a:ln>
          </c:spPr>
          <c:invertIfNegative val="0"/>
          <c:cat>
            <c:strRef>
              <c:f>summary!$A$11:$A$15</c:f>
              <c:strCache>
                <c:ptCount val="5"/>
                <c:pt idx="0">
                  <c:v> Bawal </c:v>
                </c:pt>
                <c:pt idx="1">
                  <c:v> Manesar </c:v>
                </c:pt>
                <c:pt idx="2">
                  <c:v> Saibabad </c:v>
                </c:pt>
                <c:pt idx="3">
                  <c:v> Chennai-II </c:v>
                </c:pt>
                <c:pt idx="4">
                  <c:v> Sanand </c:v>
                </c:pt>
              </c:strCache>
            </c:strRef>
          </c:cat>
          <c:val>
            <c:numRef>
              <c:f>summary!$H$11:$H$15</c:f>
              <c:numCache>
                <c:formatCode>_-* #,##0_-;\-* #,##0_-;_-* "-"??_-;_-@_-</c:formatCode>
                <c:ptCount val="5"/>
                <c:pt idx="0">
                  <c:v>172572161</c:v>
                </c:pt>
                <c:pt idx="1">
                  <c:v>61084158.609999999</c:v>
                </c:pt>
                <c:pt idx="2">
                  <c:v>18450200</c:v>
                </c:pt>
                <c:pt idx="3">
                  <c:v>64064050</c:v>
                </c:pt>
                <c:pt idx="4">
                  <c:v>57048664</c:v>
                </c:pt>
              </c:numCache>
            </c:numRef>
          </c:val>
          <c:extLst>
            <c:ext xmlns:c16="http://schemas.microsoft.com/office/drawing/2014/chart" uri="{C3380CC4-5D6E-409C-BE32-E72D297353CC}">
              <c16:uniqueId val="{00000000-7FED-45F7-BAAE-B05C76182D5F}"/>
            </c:ext>
          </c:extLst>
        </c:ser>
        <c:ser>
          <c:idx val="1"/>
          <c:order val="1"/>
          <c:tx>
            <c:strRef>
              <c:f>summary!$I$10</c:f>
              <c:strCache>
                <c:ptCount val="1"/>
                <c:pt idx="0">
                  <c:v>Sep-22</c:v>
                </c:pt>
              </c:strCache>
            </c:strRef>
          </c:tx>
          <c:spPr>
            <a:solidFill>
              <a:srgbClr val="C0504D"/>
            </a:solidFill>
            <a:ln w="25400">
              <a:noFill/>
            </a:ln>
          </c:spPr>
          <c:invertIfNegative val="0"/>
          <c:cat>
            <c:strRef>
              <c:f>summary!$A$11:$A$15</c:f>
              <c:strCache>
                <c:ptCount val="5"/>
                <c:pt idx="0">
                  <c:v> Bawal </c:v>
                </c:pt>
                <c:pt idx="1">
                  <c:v> Manesar </c:v>
                </c:pt>
                <c:pt idx="2">
                  <c:v> Saibabad </c:v>
                </c:pt>
                <c:pt idx="3">
                  <c:v> Chennai-II </c:v>
                </c:pt>
                <c:pt idx="4">
                  <c:v> Sanand </c:v>
                </c:pt>
              </c:strCache>
            </c:strRef>
          </c:cat>
          <c:val>
            <c:numRef>
              <c:f>summary!$I$11:$I$15</c:f>
              <c:numCache>
                <c:formatCode>_-* #,##0_-;\-* #,##0_-;_-* "-"??_-;_-@_-</c:formatCode>
                <c:ptCount val="5"/>
                <c:pt idx="0">
                  <c:v>194502377</c:v>
                </c:pt>
                <c:pt idx="1">
                  <c:v>65167035.410000004</c:v>
                </c:pt>
                <c:pt idx="2">
                  <c:v>18283500</c:v>
                </c:pt>
                <c:pt idx="3">
                  <c:v>57315425</c:v>
                </c:pt>
                <c:pt idx="4">
                  <c:v>57985476</c:v>
                </c:pt>
              </c:numCache>
            </c:numRef>
          </c:val>
          <c:extLst>
            <c:ext xmlns:c16="http://schemas.microsoft.com/office/drawing/2014/chart" uri="{C3380CC4-5D6E-409C-BE32-E72D297353CC}">
              <c16:uniqueId val="{00000001-7FED-45F7-BAAE-B05C76182D5F}"/>
            </c:ext>
          </c:extLst>
        </c:ser>
        <c:ser>
          <c:idx val="2"/>
          <c:order val="2"/>
          <c:tx>
            <c:strRef>
              <c:f>summary!$J$10</c:f>
              <c:strCache>
                <c:ptCount val="1"/>
                <c:pt idx="0">
                  <c:v>Oct'22</c:v>
                </c:pt>
              </c:strCache>
            </c:strRef>
          </c:tx>
          <c:spPr>
            <a:solidFill>
              <a:srgbClr val="9BBB59"/>
            </a:solidFill>
            <a:ln w="25400">
              <a:noFill/>
            </a:ln>
          </c:spPr>
          <c:invertIfNegative val="0"/>
          <c:cat>
            <c:strRef>
              <c:f>summary!$A$11:$A$15</c:f>
              <c:strCache>
                <c:ptCount val="5"/>
                <c:pt idx="0">
                  <c:v> Bawal </c:v>
                </c:pt>
                <c:pt idx="1">
                  <c:v> Manesar </c:v>
                </c:pt>
                <c:pt idx="2">
                  <c:v> Saibabad </c:v>
                </c:pt>
                <c:pt idx="3">
                  <c:v> Chennai-II </c:v>
                </c:pt>
                <c:pt idx="4">
                  <c:v> Sanand </c:v>
                </c:pt>
              </c:strCache>
            </c:strRef>
          </c:cat>
          <c:val>
            <c:numRef>
              <c:f>summary!$J$11:$J$15</c:f>
              <c:numCache>
                <c:formatCode>_-* #,##0_-;\-* #,##0_-;_-* "-"??_-;_-@_-</c:formatCode>
                <c:ptCount val="5"/>
                <c:pt idx="0">
                  <c:v>187695327</c:v>
                </c:pt>
                <c:pt idx="1">
                  <c:v>59791755.299999997</c:v>
                </c:pt>
                <c:pt idx="2">
                  <c:v>19617100</c:v>
                </c:pt>
                <c:pt idx="3">
                  <c:v>49109792</c:v>
                </c:pt>
                <c:pt idx="4">
                  <c:v>60034188</c:v>
                </c:pt>
              </c:numCache>
            </c:numRef>
          </c:val>
          <c:extLst>
            <c:ext xmlns:c16="http://schemas.microsoft.com/office/drawing/2014/chart" uri="{C3380CC4-5D6E-409C-BE32-E72D297353CC}">
              <c16:uniqueId val="{00000002-7FED-45F7-BAAE-B05C76182D5F}"/>
            </c:ext>
          </c:extLst>
        </c:ser>
        <c:dLbls>
          <c:showLegendKey val="0"/>
          <c:showVal val="0"/>
          <c:showCatName val="0"/>
          <c:showSerName val="0"/>
          <c:showPercent val="0"/>
          <c:showBubbleSize val="0"/>
        </c:dLbls>
        <c:gapWidth val="219"/>
        <c:overlap val="-27"/>
        <c:axId val="1833375568"/>
        <c:axId val="1"/>
      </c:barChart>
      <c:catAx>
        <c:axId val="18333755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LID4096"/>
          </a:p>
        </c:txPr>
        <c:crossAx val="1"/>
        <c:crosses val="autoZero"/>
        <c:auto val="1"/>
        <c:lblAlgn val="ctr"/>
        <c:lblOffset val="100"/>
        <c:noMultiLvlLbl val="0"/>
      </c:catAx>
      <c:valAx>
        <c:axId val="1"/>
        <c:scaling>
          <c:orientation val="minMax"/>
        </c:scaling>
        <c:delete val="0"/>
        <c:axPos val="l"/>
        <c:numFmt formatCode="_-* #,##0_-;\-* #,##0_-;_-* &quot;-&quot;??_-;_-@_-" sourceLinked="1"/>
        <c:majorTickMark val="none"/>
        <c:minorTickMark val="none"/>
        <c:tickLblPos val="nextTo"/>
        <c:spPr>
          <a:ln w="9525">
            <a:noFill/>
          </a:ln>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LID4096"/>
          </a:p>
        </c:txPr>
        <c:crossAx val="1833375568"/>
        <c:crosses val="autoZero"/>
        <c:crossBetween val="between"/>
        <c:dispUnits>
          <c:builtInUnit val="millions"/>
          <c:dispUnitsLbl>
            <c:spPr>
              <a:noFill/>
              <a:ln w="25400">
                <a:noFill/>
              </a:ln>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LID4096"/>
              </a:p>
            </c:txPr>
          </c:dispUnitsLbl>
        </c:dispUnits>
      </c:valAx>
      <c:spPr>
        <a:noFill/>
        <a:ln w="25400">
          <a:noFill/>
        </a:ln>
      </c:spPr>
    </c:plotArea>
    <c:legend>
      <c:legendPos val="b"/>
      <c:overlay val="0"/>
      <c:spPr>
        <a:noFill/>
        <a:ln w="25400">
          <a:noFill/>
        </a:ln>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LID4096"/>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a:pPr>
      <a:endParaRPr lang="LID4096"/>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a:t>Vol</a:t>
            </a:r>
            <a:r>
              <a:rPr lang="en-GB" baseline="0"/>
              <a:t> in Set based on ICP </a:t>
            </a:r>
            <a:endParaRPr lang="en-GB"/>
          </a:p>
        </c:rich>
      </c:tx>
      <c:overlay val="0"/>
      <c:spPr>
        <a:noFill/>
        <a:ln w="25400">
          <a:noFill/>
        </a:ln>
      </c:spPr>
    </c:title>
    <c:autoTitleDeleted val="0"/>
    <c:plotArea>
      <c:layout>
        <c:manualLayout>
          <c:layoutTarget val="inner"/>
          <c:xMode val="edge"/>
          <c:yMode val="edge"/>
          <c:x val="0.15223403324584428"/>
          <c:y val="0.1720116256097913"/>
          <c:w val="0.81998818897637793"/>
          <c:h val="0.61431466197688678"/>
        </c:manualLayout>
      </c:layout>
      <c:barChart>
        <c:barDir val="col"/>
        <c:grouping val="clustered"/>
        <c:varyColors val="0"/>
        <c:ser>
          <c:idx val="0"/>
          <c:order val="0"/>
          <c:tx>
            <c:strRef>
              <c:f>summary!$H$2</c:f>
              <c:strCache>
                <c:ptCount val="1"/>
                <c:pt idx="0">
                  <c:v>Aug-22</c:v>
                </c:pt>
              </c:strCache>
            </c:strRef>
          </c:tx>
          <c:spPr>
            <a:solidFill>
              <a:srgbClr val="4F81BD"/>
            </a:solidFill>
            <a:ln w="25400">
              <a:noFill/>
            </a:ln>
          </c:spPr>
          <c:invertIfNegative val="0"/>
          <c:cat>
            <c:strRef>
              <c:f>summary!$A$11:$A$15</c:f>
              <c:strCache>
                <c:ptCount val="5"/>
                <c:pt idx="0">
                  <c:v> Bawal </c:v>
                </c:pt>
                <c:pt idx="1">
                  <c:v> Manesar </c:v>
                </c:pt>
                <c:pt idx="2">
                  <c:v> Saibabad </c:v>
                </c:pt>
                <c:pt idx="3">
                  <c:v> Chennai-II </c:v>
                </c:pt>
                <c:pt idx="4">
                  <c:v> Sanand </c:v>
                </c:pt>
              </c:strCache>
            </c:strRef>
          </c:cat>
          <c:val>
            <c:numRef>
              <c:f>summary!$H$3:$H$7</c:f>
              <c:numCache>
                <c:formatCode>_-* #,##0_-;\-* #,##0_-;_-* "-"??_-;_-@_-</c:formatCode>
                <c:ptCount val="5"/>
                <c:pt idx="0">
                  <c:v>53273</c:v>
                </c:pt>
                <c:pt idx="1">
                  <c:v>80043</c:v>
                </c:pt>
                <c:pt idx="2">
                  <c:v>10900</c:v>
                </c:pt>
                <c:pt idx="3">
                  <c:v>40890</c:v>
                </c:pt>
                <c:pt idx="4">
                  <c:v>16300</c:v>
                </c:pt>
              </c:numCache>
            </c:numRef>
          </c:val>
          <c:extLst>
            <c:ext xmlns:c16="http://schemas.microsoft.com/office/drawing/2014/chart" uri="{C3380CC4-5D6E-409C-BE32-E72D297353CC}">
              <c16:uniqueId val="{00000000-91E4-4229-ABF2-ACD91A0AA1CB}"/>
            </c:ext>
          </c:extLst>
        </c:ser>
        <c:ser>
          <c:idx val="1"/>
          <c:order val="1"/>
          <c:tx>
            <c:strRef>
              <c:f>summary!$I$2</c:f>
              <c:strCache>
                <c:ptCount val="1"/>
                <c:pt idx="0">
                  <c:v>Sep-22</c:v>
                </c:pt>
              </c:strCache>
            </c:strRef>
          </c:tx>
          <c:spPr>
            <a:solidFill>
              <a:srgbClr val="C0504D"/>
            </a:solidFill>
            <a:ln w="25400">
              <a:noFill/>
            </a:ln>
          </c:spPr>
          <c:invertIfNegative val="0"/>
          <c:cat>
            <c:strRef>
              <c:f>summary!$A$11:$A$15</c:f>
              <c:strCache>
                <c:ptCount val="5"/>
                <c:pt idx="0">
                  <c:v> Bawal </c:v>
                </c:pt>
                <c:pt idx="1">
                  <c:v> Manesar </c:v>
                </c:pt>
                <c:pt idx="2">
                  <c:v> Saibabad </c:v>
                </c:pt>
                <c:pt idx="3">
                  <c:v> Chennai-II </c:v>
                </c:pt>
                <c:pt idx="4">
                  <c:v> Sanand </c:v>
                </c:pt>
              </c:strCache>
            </c:strRef>
          </c:cat>
          <c:val>
            <c:numRef>
              <c:f>summary!$I$3:$I$7</c:f>
              <c:numCache>
                <c:formatCode>_-* #,##0_-;\-* #,##0_-;_-* "-"??_-;_-@_-</c:formatCode>
                <c:ptCount val="5"/>
                <c:pt idx="0">
                  <c:v>64261</c:v>
                </c:pt>
                <c:pt idx="1">
                  <c:v>84285</c:v>
                </c:pt>
                <c:pt idx="2">
                  <c:v>10800</c:v>
                </c:pt>
                <c:pt idx="3">
                  <c:v>37739</c:v>
                </c:pt>
                <c:pt idx="4">
                  <c:v>16550</c:v>
                </c:pt>
              </c:numCache>
            </c:numRef>
          </c:val>
          <c:extLst>
            <c:ext xmlns:c16="http://schemas.microsoft.com/office/drawing/2014/chart" uri="{C3380CC4-5D6E-409C-BE32-E72D297353CC}">
              <c16:uniqueId val="{00000001-91E4-4229-ABF2-ACD91A0AA1CB}"/>
            </c:ext>
          </c:extLst>
        </c:ser>
        <c:ser>
          <c:idx val="2"/>
          <c:order val="2"/>
          <c:tx>
            <c:strRef>
              <c:f>summary!$J$2</c:f>
              <c:strCache>
                <c:ptCount val="1"/>
                <c:pt idx="0">
                  <c:v>Oct'22</c:v>
                </c:pt>
              </c:strCache>
            </c:strRef>
          </c:tx>
          <c:spPr>
            <a:solidFill>
              <a:srgbClr val="9BBB59"/>
            </a:solidFill>
            <a:ln w="25400">
              <a:noFill/>
            </a:ln>
          </c:spPr>
          <c:invertIfNegative val="0"/>
          <c:cat>
            <c:strRef>
              <c:f>summary!$A$11:$A$15</c:f>
              <c:strCache>
                <c:ptCount val="5"/>
                <c:pt idx="0">
                  <c:v> Bawal </c:v>
                </c:pt>
                <c:pt idx="1">
                  <c:v> Manesar </c:v>
                </c:pt>
                <c:pt idx="2">
                  <c:v> Saibabad </c:v>
                </c:pt>
                <c:pt idx="3">
                  <c:v> Chennai-II </c:v>
                </c:pt>
                <c:pt idx="4">
                  <c:v> Sanand </c:v>
                </c:pt>
              </c:strCache>
            </c:strRef>
          </c:cat>
          <c:val>
            <c:numRef>
              <c:f>summary!$J$3:$J$7</c:f>
              <c:numCache>
                <c:formatCode>#,##0_ ;\-#,##0\ </c:formatCode>
                <c:ptCount val="5"/>
                <c:pt idx="0">
                  <c:v>61491</c:v>
                </c:pt>
                <c:pt idx="1">
                  <c:v>74909</c:v>
                </c:pt>
                <c:pt idx="2">
                  <c:v>11600</c:v>
                </c:pt>
                <c:pt idx="3">
                  <c:v>33549</c:v>
                </c:pt>
                <c:pt idx="4">
                  <c:v>16800</c:v>
                </c:pt>
              </c:numCache>
            </c:numRef>
          </c:val>
          <c:extLst>
            <c:ext xmlns:c16="http://schemas.microsoft.com/office/drawing/2014/chart" uri="{C3380CC4-5D6E-409C-BE32-E72D297353CC}">
              <c16:uniqueId val="{00000002-91E4-4229-ABF2-ACD91A0AA1CB}"/>
            </c:ext>
          </c:extLst>
        </c:ser>
        <c:dLbls>
          <c:showLegendKey val="0"/>
          <c:showVal val="0"/>
          <c:showCatName val="0"/>
          <c:showSerName val="0"/>
          <c:showPercent val="0"/>
          <c:showBubbleSize val="0"/>
        </c:dLbls>
        <c:gapWidth val="219"/>
        <c:overlap val="-27"/>
        <c:axId val="1833375568"/>
        <c:axId val="1"/>
      </c:barChart>
      <c:catAx>
        <c:axId val="18333755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LID4096"/>
          </a:p>
        </c:txPr>
        <c:crossAx val="1"/>
        <c:crosses val="autoZero"/>
        <c:auto val="1"/>
        <c:lblAlgn val="ctr"/>
        <c:lblOffset val="100"/>
        <c:noMultiLvlLbl val="0"/>
      </c:catAx>
      <c:valAx>
        <c:axId val="1"/>
        <c:scaling>
          <c:orientation val="minMax"/>
          <c:max val="90000"/>
        </c:scaling>
        <c:delete val="0"/>
        <c:axPos val="l"/>
        <c:numFmt formatCode="_-* #,##0_-;\-* #,##0_-;_-* &quot;-&quot;??_-;_-@_-" sourceLinked="1"/>
        <c:majorTickMark val="none"/>
        <c:minorTickMark val="none"/>
        <c:tickLblPos val="nextTo"/>
        <c:spPr>
          <a:ln w="9525">
            <a:noFill/>
          </a:ln>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LID4096"/>
          </a:p>
        </c:txPr>
        <c:crossAx val="1833375568"/>
        <c:crosses val="autoZero"/>
        <c:crossBetween val="between"/>
      </c:valAx>
      <c:spPr>
        <a:noFill/>
        <a:ln w="25400">
          <a:noFill/>
        </a:ln>
      </c:spPr>
    </c:plotArea>
    <c:legend>
      <c:legendPos val="b"/>
      <c:overlay val="0"/>
      <c:spPr>
        <a:noFill/>
        <a:ln w="25400">
          <a:noFill/>
        </a:ln>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LID4096"/>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a:pPr>
      <a:endParaRPr lang="LID4096"/>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autoTitleDeleted val="1"/>
    <c:plotArea>
      <c:layout/>
      <c:barChart>
        <c:barDir val="col"/>
        <c:grouping val="clustered"/>
        <c:varyColors val="0"/>
        <c:ser>
          <c:idx val="0"/>
          <c:order val="0"/>
          <c:tx>
            <c:strRef>
              <c:f>summary!$H$2</c:f>
              <c:strCache>
                <c:ptCount val="1"/>
                <c:pt idx="0">
                  <c:v>Aug-22</c:v>
                </c:pt>
              </c:strCache>
            </c:strRef>
          </c:tx>
          <c:spPr>
            <a:solidFill>
              <a:srgbClr val="002060"/>
            </a:solidFill>
            <a:ln w="25400">
              <a:noFill/>
            </a:ln>
          </c:spPr>
          <c:invertIfNegative val="0"/>
          <c:dLbls>
            <c:spPr>
              <a:noFill/>
              <a:ln w="25400">
                <a:noFill/>
              </a:ln>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LID4096"/>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summary!$A$3:$A$7</c:f>
              <c:strCache>
                <c:ptCount val="5"/>
                <c:pt idx="0">
                  <c:v> Bawal </c:v>
                </c:pt>
                <c:pt idx="1">
                  <c:v> Manesar </c:v>
                </c:pt>
                <c:pt idx="2">
                  <c:v> Saibabad </c:v>
                </c:pt>
                <c:pt idx="3">
                  <c:v> Chennai-II </c:v>
                </c:pt>
                <c:pt idx="4">
                  <c:v> Sanand </c:v>
                </c:pt>
              </c:strCache>
            </c:strRef>
          </c:cat>
          <c:val>
            <c:numRef>
              <c:f>summary!$H$3:$H$7</c:f>
              <c:numCache>
                <c:formatCode>_-* #,##0_-;\-* #,##0_-;_-* "-"??_-;_-@_-</c:formatCode>
                <c:ptCount val="5"/>
                <c:pt idx="0">
                  <c:v>53273</c:v>
                </c:pt>
                <c:pt idx="1">
                  <c:v>80043</c:v>
                </c:pt>
                <c:pt idx="2">
                  <c:v>10900</c:v>
                </c:pt>
                <c:pt idx="3">
                  <c:v>40890</c:v>
                </c:pt>
                <c:pt idx="4">
                  <c:v>16300</c:v>
                </c:pt>
              </c:numCache>
            </c:numRef>
          </c:val>
          <c:extLst>
            <c:ext xmlns:c16="http://schemas.microsoft.com/office/drawing/2014/chart" uri="{C3380CC4-5D6E-409C-BE32-E72D297353CC}">
              <c16:uniqueId val="{00000000-690B-461B-B738-8E44E5CE1D1B}"/>
            </c:ext>
          </c:extLst>
        </c:ser>
        <c:dLbls>
          <c:showLegendKey val="0"/>
          <c:showVal val="0"/>
          <c:showCatName val="0"/>
          <c:showSerName val="0"/>
          <c:showPercent val="0"/>
          <c:showBubbleSize val="0"/>
        </c:dLbls>
        <c:gapWidth val="219"/>
        <c:axId val="1833368912"/>
        <c:axId val="1"/>
      </c:barChart>
      <c:catAx>
        <c:axId val="1833368912"/>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LID4096"/>
          </a:p>
        </c:txPr>
        <c:crossAx val="1"/>
        <c:crosses val="autoZero"/>
        <c:auto val="1"/>
        <c:lblAlgn val="ctr"/>
        <c:lblOffset val="100"/>
        <c:noMultiLvlLbl val="0"/>
      </c:catAx>
      <c:valAx>
        <c:axId val="1"/>
        <c:scaling>
          <c:orientation val="minMax"/>
        </c:scaling>
        <c:delete val="0"/>
        <c:axPos val="l"/>
        <c:numFmt formatCode="_-* #,##0_-;\-* #,##0_-;_-* &quot;-&quot;??_-;_-@_-" sourceLinked="1"/>
        <c:majorTickMark val="none"/>
        <c:minorTickMark val="none"/>
        <c:tickLblPos val="nextTo"/>
        <c:spPr>
          <a:ln w="9525">
            <a:noFill/>
          </a:ln>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LID4096"/>
          </a:p>
        </c:txPr>
        <c:crossAx val="1833368912"/>
        <c:crosses val="autoZero"/>
        <c:crossBetween val="between"/>
      </c:valAx>
      <c:spPr>
        <a:noFill/>
        <a:ln w="25400">
          <a:noFill/>
        </a:ln>
      </c:spPr>
    </c:plotArea>
    <c:legend>
      <c:legendPos val="b"/>
      <c:overlay val="0"/>
      <c:spPr>
        <a:noFill/>
        <a:ln w="25400">
          <a:noFill/>
        </a:ln>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LID4096"/>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a:pPr>
      <a:endParaRPr lang="LID4096"/>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autoTitleDeleted val="1"/>
    <c:plotArea>
      <c:layout/>
      <c:barChart>
        <c:barDir val="col"/>
        <c:grouping val="clustered"/>
        <c:varyColors val="0"/>
        <c:ser>
          <c:idx val="0"/>
          <c:order val="0"/>
          <c:tx>
            <c:strRef>
              <c:f>summary!$I$2</c:f>
              <c:strCache>
                <c:ptCount val="1"/>
                <c:pt idx="0">
                  <c:v>Sep-22</c:v>
                </c:pt>
              </c:strCache>
            </c:strRef>
          </c:tx>
          <c:spPr>
            <a:solidFill>
              <a:srgbClr val="002060"/>
            </a:solidFill>
            <a:ln w="25400">
              <a:noFill/>
            </a:ln>
          </c:spPr>
          <c:invertIfNegative val="0"/>
          <c:dLbls>
            <c:spPr>
              <a:noFill/>
              <a:ln w="25400">
                <a:noFill/>
              </a:ln>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LID4096"/>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summary!$A$3:$A$7</c:f>
              <c:strCache>
                <c:ptCount val="5"/>
                <c:pt idx="0">
                  <c:v> Bawal </c:v>
                </c:pt>
                <c:pt idx="1">
                  <c:v> Manesar </c:v>
                </c:pt>
                <c:pt idx="2">
                  <c:v> Saibabad </c:v>
                </c:pt>
                <c:pt idx="3">
                  <c:v> Chennai-II </c:v>
                </c:pt>
                <c:pt idx="4">
                  <c:v> Sanand </c:v>
                </c:pt>
              </c:strCache>
            </c:strRef>
          </c:cat>
          <c:val>
            <c:numRef>
              <c:f>summary!$I$3:$I$7</c:f>
              <c:numCache>
                <c:formatCode>_-* #,##0_-;\-* #,##0_-;_-* "-"??_-;_-@_-</c:formatCode>
                <c:ptCount val="5"/>
                <c:pt idx="0">
                  <c:v>64261</c:v>
                </c:pt>
                <c:pt idx="1">
                  <c:v>84285</c:v>
                </c:pt>
                <c:pt idx="2">
                  <c:v>10800</c:v>
                </c:pt>
                <c:pt idx="3">
                  <c:v>37739</c:v>
                </c:pt>
                <c:pt idx="4">
                  <c:v>16550</c:v>
                </c:pt>
              </c:numCache>
            </c:numRef>
          </c:val>
          <c:extLst>
            <c:ext xmlns:c16="http://schemas.microsoft.com/office/drawing/2014/chart" uri="{C3380CC4-5D6E-409C-BE32-E72D297353CC}">
              <c16:uniqueId val="{00000000-F882-445F-88C2-67BDDA0D562A}"/>
            </c:ext>
          </c:extLst>
        </c:ser>
        <c:dLbls>
          <c:showLegendKey val="0"/>
          <c:showVal val="0"/>
          <c:showCatName val="0"/>
          <c:showSerName val="0"/>
          <c:showPercent val="0"/>
          <c:showBubbleSize val="0"/>
        </c:dLbls>
        <c:gapWidth val="219"/>
        <c:overlap val="-27"/>
        <c:axId val="1833371408"/>
        <c:axId val="1"/>
      </c:barChart>
      <c:catAx>
        <c:axId val="18333714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LID4096"/>
          </a:p>
        </c:txPr>
        <c:crossAx val="1"/>
        <c:crosses val="autoZero"/>
        <c:auto val="1"/>
        <c:lblAlgn val="ctr"/>
        <c:lblOffset val="100"/>
        <c:noMultiLvlLbl val="0"/>
      </c:catAx>
      <c:valAx>
        <c:axId val="1"/>
        <c:scaling>
          <c:orientation val="minMax"/>
        </c:scaling>
        <c:delete val="0"/>
        <c:axPos val="l"/>
        <c:numFmt formatCode="_-* #,##0_-;\-* #,##0_-;_-* &quot;-&quot;??_-;_-@_-" sourceLinked="1"/>
        <c:majorTickMark val="none"/>
        <c:minorTickMark val="none"/>
        <c:tickLblPos val="nextTo"/>
        <c:spPr>
          <a:ln w="9525">
            <a:noFill/>
          </a:ln>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LID4096"/>
          </a:p>
        </c:txPr>
        <c:crossAx val="1833371408"/>
        <c:crosses val="autoZero"/>
        <c:crossBetween val="between"/>
      </c:valAx>
      <c:spPr>
        <a:noFill/>
        <a:ln w="25400">
          <a:noFill/>
        </a:ln>
      </c:spPr>
    </c:plotArea>
    <c:legend>
      <c:legendPos val="b"/>
      <c:overlay val="0"/>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a:pPr>
      <a:endParaRPr lang="LID4096"/>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autoTitleDeleted val="1"/>
    <c:plotArea>
      <c:layout/>
      <c:barChart>
        <c:barDir val="col"/>
        <c:grouping val="clustered"/>
        <c:varyColors val="0"/>
        <c:ser>
          <c:idx val="0"/>
          <c:order val="0"/>
          <c:tx>
            <c:strRef>
              <c:f>summary!$J$2</c:f>
              <c:strCache>
                <c:ptCount val="1"/>
                <c:pt idx="0">
                  <c:v>Oct'22</c:v>
                </c:pt>
              </c:strCache>
            </c:strRef>
          </c:tx>
          <c:spPr>
            <a:solidFill>
              <a:srgbClr val="002060"/>
            </a:solidFill>
            <a:ln w="25400">
              <a:noFill/>
            </a:ln>
          </c:spPr>
          <c:invertIfNegative val="0"/>
          <c:dLbls>
            <c:spPr>
              <a:noFill/>
              <a:ln w="25400">
                <a:noFill/>
              </a:ln>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LID4096"/>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summary!$A$3:$A$7</c:f>
              <c:strCache>
                <c:ptCount val="5"/>
                <c:pt idx="0">
                  <c:v> Bawal </c:v>
                </c:pt>
                <c:pt idx="1">
                  <c:v> Manesar </c:v>
                </c:pt>
                <c:pt idx="2">
                  <c:v> Saibabad </c:v>
                </c:pt>
                <c:pt idx="3">
                  <c:v> Chennai-II </c:v>
                </c:pt>
                <c:pt idx="4">
                  <c:v> Sanand </c:v>
                </c:pt>
              </c:strCache>
            </c:strRef>
          </c:cat>
          <c:val>
            <c:numRef>
              <c:f>summary!$J$3:$J$7</c:f>
              <c:numCache>
                <c:formatCode>#,##0_ ;\-#,##0\ </c:formatCode>
                <c:ptCount val="5"/>
                <c:pt idx="0">
                  <c:v>61491</c:v>
                </c:pt>
                <c:pt idx="1">
                  <c:v>74909</c:v>
                </c:pt>
                <c:pt idx="2">
                  <c:v>11600</c:v>
                </c:pt>
                <c:pt idx="3">
                  <c:v>33549</c:v>
                </c:pt>
                <c:pt idx="4">
                  <c:v>16800</c:v>
                </c:pt>
              </c:numCache>
            </c:numRef>
          </c:val>
          <c:extLst>
            <c:ext xmlns:c16="http://schemas.microsoft.com/office/drawing/2014/chart" uri="{C3380CC4-5D6E-409C-BE32-E72D297353CC}">
              <c16:uniqueId val="{00000000-197F-41A4-A98D-4D9F18BE5DAD}"/>
            </c:ext>
          </c:extLst>
        </c:ser>
        <c:dLbls>
          <c:showLegendKey val="0"/>
          <c:showVal val="0"/>
          <c:showCatName val="0"/>
          <c:showSerName val="0"/>
          <c:showPercent val="0"/>
          <c:showBubbleSize val="0"/>
        </c:dLbls>
        <c:gapWidth val="219"/>
        <c:overlap val="-27"/>
        <c:axId val="1833355184"/>
        <c:axId val="1"/>
      </c:barChart>
      <c:catAx>
        <c:axId val="18333551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LID4096"/>
          </a:p>
        </c:txPr>
        <c:crossAx val="1"/>
        <c:crosses val="autoZero"/>
        <c:auto val="1"/>
        <c:lblAlgn val="ctr"/>
        <c:lblOffset val="100"/>
        <c:noMultiLvlLbl val="0"/>
      </c:catAx>
      <c:valAx>
        <c:axId val="1"/>
        <c:scaling>
          <c:orientation val="minMax"/>
        </c:scaling>
        <c:delete val="0"/>
        <c:axPos val="l"/>
        <c:numFmt formatCode="#,##0_ ;\-#,##0\ " sourceLinked="1"/>
        <c:majorTickMark val="none"/>
        <c:minorTickMark val="none"/>
        <c:tickLblPos val="nextTo"/>
        <c:spPr>
          <a:ln w="9525">
            <a:noFill/>
          </a:ln>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LID4096"/>
          </a:p>
        </c:txPr>
        <c:crossAx val="1833355184"/>
        <c:crosses val="autoZero"/>
        <c:crossBetween val="between"/>
      </c:valAx>
      <c:spPr>
        <a:noFill/>
        <a:ln w="25400">
          <a:noFill/>
        </a:ln>
      </c:spPr>
    </c:plotArea>
    <c:legend>
      <c:legendPos val="b"/>
      <c:overlay val="0"/>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a:pPr>
      <a:endParaRPr lang="LID4096"/>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autoTitleDeleted val="1"/>
    <c:plotArea>
      <c:layout>
        <c:manualLayout>
          <c:layoutTarget val="inner"/>
          <c:xMode val="edge"/>
          <c:yMode val="edge"/>
          <c:x val="0.15388196408819246"/>
          <c:y val="0.16664746248551054"/>
          <c:w val="0.80169826911558317"/>
          <c:h val="0.73188685259948882"/>
        </c:manualLayout>
      </c:layout>
      <c:barChart>
        <c:barDir val="col"/>
        <c:grouping val="clustered"/>
        <c:varyColors val="0"/>
        <c:ser>
          <c:idx val="0"/>
          <c:order val="0"/>
          <c:tx>
            <c:strRef>
              <c:f>summary!$H$10</c:f>
              <c:strCache>
                <c:ptCount val="1"/>
                <c:pt idx="0">
                  <c:v>Aug-22</c:v>
                </c:pt>
              </c:strCache>
            </c:strRef>
          </c:tx>
          <c:spPr>
            <a:solidFill>
              <a:srgbClr val="002060"/>
            </a:solidFill>
            <a:ln w="25400">
              <a:noFill/>
            </a:ln>
          </c:spPr>
          <c:invertIfNegative val="0"/>
          <c:dLbls>
            <c:spPr>
              <a:noFill/>
              <a:ln w="25400">
                <a:noFill/>
              </a:ln>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LID4096"/>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summary!$A$11:$A$15</c:f>
              <c:strCache>
                <c:ptCount val="5"/>
                <c:pt idx="0">
                  <c:v> Bawal </c:v>
                </c:pt>
                <c:pt idx="1">
                  <c:v> Manesar </c:v>
                </c:pt>
                <c:pt idx="2">
                  <c:v> Saibabad </c:v>
                </c:pt>
                <c:pt idx="3">
                  <c:v> Chennai-II </c:v>
                </c:pt>
                <c:pt idx="4">
                  <c:v> Sanand </c:v>
                </c:pt>
              </c:strCache>
            </c:strRef>
          </c:cat>
          <c:val>
            <c:numRef>
              <c:f>summary!$H$11:$H$15</c:f>
              <c:numCache>
                <c:formatCode>_-* #,##0_-;\-* #,##0_-;_-* "-"??_-;_-@_-</c:formatCode>
                <c:ptCount val="5"/>
                <c:pt idx="0">
                  <c:v>172572161</c:v>
                </c:pt>
                <c:pt idx="1">
                  <c:v>61084158.609999999</c:v>
                </c:pt>
                <c:pt idx="2">
                  <c:v>18450200</c:v>
                </c:pt>
                <c:pt idx="3">
                  <c:v>64064050</c:v>
                </c:pt>
                <c:pt idx="4">
                  <c:v>57048664</c:v>
                </c:pt>
              </c:numCache>
            </c:numRef>
          </c:val>
          <c:extLst>
            <c:ext xmlns:c16="http://schemas.microsoft.com/office/drawing/2014/chart" uri="{C3380CC4-5D6E-409C-BE32-E72D297353CC}">
              <c16:uniqueId val="{00000000-46C9-496E-B4DC-C3AB3EAFCFC6}"/>
            </c:ext>
          </c:extLst>
        </c:ser>
        <c:dLbls>
          <c:showLegendKey val="0"/>
          <c:showVal val="0"/>
          <c:showCatName val="0"/>
          <c:showSerName val="0"/>
          <c:showPercent val="0"/>
          <c:showBubbleSize val="0"/>
        </c:dLbls>
        <c:gapWidth val="219"/>
        <c:overlap val="-27"/>
        <c:axId val="1833358096"/>
        <c:axId val="1"/>
      </c:barChart>
      <c:catAx>
        <c:axId val="18333580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LID4096"/>
          </a:p>
        </c:txPr>
        <c:crossAx val="1"/>
        <c:crosses val="autoZero"/>
        <c:auto val="1"/>
        <c:lblAlgn val="ctr"/>
        <c:lblOffset val="100"/>
        <c:noMultiLvlLbl val="0"/>
      </c:catAx>
      <c:valAx>
        <c:axId val="1"/>
        <c:scaling>
          <c:orientation val="minMax"/>
        </c:scaling>
        <c:delete val="0"/>
        <c:axPos val="l"/>
        <c:numFmt formatCode="_-* #,##0_-;\-* #,##0_-;_-* &quot;-&quot;??_-;_-@_-" sourceLinked="1"/>
        <c:majorTickMark val="none"/>
        <c:minorTickMark val="none"/>
        <c:tickLblPos val="nextTo"/>
        <c:spPr>
          <a:ln w="9525">
            <a:noFill/>
          </a:ln>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LID4096"/>
          </a:p>
        </c:txPr>
        <c:crossAx val="1833358096"/>
        <c:crosses val="autoZero"/>
        <c:crossBetween val="between"/>
      </c:valAx>
      <c:spPr>
        <a:noFill/>
        <a:ln w="25400">
          <a:noFill/>
        </a:ln>
      </c:spPr>
    </c:plotArea>
    <c:legend>
      <c:legendPos val="b"/>
      <c:overlay val="0"/>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a:pPr>
      <a:endParaRPr lang="LID4096"/>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autoTitleDeleted val="1"/>
    <c:plotArea>
      <c:layout>
        <c:manualLayout>
          <c:layoutTarget val="inner"/>
          <c:xMode val="edge"/>
          <c:yMode val="edge"/>
          <c:x val="0.14338132142930951"/>
          <c:y val="0.17245790489102289"/>
          <c:w val="0.83142182817698973"/>
          <c:h val="0.73001738231615609"/>
        </c:manualLayout>
      </c:layout>
      <c:barChart>
        <c:barDir val="col"/>
        <c:grouping val="clustered"/>
        <c:varyColors val="0"/>
        <c:ser>
          <c:idx val="0"/>
          <c:order val="0"/>
          <c:tx>
            <c:strRef>
              <c:f>summary!$I$10</c:f>
              <c:strCache>
                <c:ptCount val="1"/>
                <c:pt idx="0">
                  <c:v>Sep-22</c:v>
                </c:pt>
              </c:strCache>
            </c:strRef>
          </c:tx>
          <c:spPr>
            <a:solidFill>
              <a:srgbClr val="002060"/>
            </a:solidFill>
            <a:ln w="25400">
              <a:noFill/>
            </a:ln>
          </c:spPr>
          <c:invertIfNegative val="0"/>
          <c:dLbls>
            <c:spPr>
              <a:noFill/>
              <a:ln w="25400">
                <a:noFill/>
              </a:ln>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LID4096"/>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summary!$A$11:$A$15</c:f>
              <c:strCache>
                <c:ptCount val="5"/>
                <c:pt idx="0">
                  <c:v> Bawal </c:v>
                </c:pt>
                <c:pt idx="1">
                  <c:v> Manesar </c:v>
                </c:pt>
                <c:pt idx="2">
                  <c:v> Saibabad </c:v>
                </c:pt>
                <c:pt idx="3">
                  <c:v> Chennai-II </c:v>
                </c:pt>
                <c:pt idx="4">
                  <c:v> Sanand </c:v>
                </c:pt>
              </c:strCache>
            </c:strRef>
          </c:cat>
          <c:val>
            <c:numRef>
              <c:f>summary!$I$11:$I$15</c:f>
              <c:numCache>
                <c:formatCode>_-* #,##0_-;\-* #,##0_-;_-* "-"??_-;_-@_-</c:formatCode>
                <c:ptCount val="5"/>
                <c:pt idx="0">
                  <c:v>194502377</c:v>
                </c:pt>
                <c:pt idx="1">
                  <c:v>65167035.410000004</c:v>
                </c:pt>
                <c:pt idx="2">
                  <c:v>18283500</c:v>
                </c:pt>
                <c:pt idx="3">
                  <c:v>57315425</c:v>
                </c:pt>
                <c:pt idx="4">
                  <c:v>57985476</c:v>
                </c:pt>
              </c:numCache>
            </c:numRef>
          </c:val>
          <c:extLst>
            <c:ext xmlns:c16="http://schemas.microsoft.com/office/drawing/2014/chart" uri="{C3380CC4-5D6E-409C-BE32-E72D297353CC}">
              <c16:uniqueId val="{00000000-78EE-4306-8002-DA732AF93D8D}"/>
            </c:ext>
          </c:extLst>
        </c:ser>
        <c:dLbls>
          <c:showLegendKey val="0"/>
          <c:showVal val="0"/>
          <c:showCatName val="0"/>
          <c:showSerName val="0"/>
          <c:showPercent val="0"/>
          <c:showBubbleSize val="0"/>
        </c:dLbls>
        <c:gapWidth val="219"/>
        <c:overlap val="-27"/>
        <c:axId val="1833360176"/>
        <c:axId val="1"/>
      </c:barChart>
      <c:catAx>
        <c:axId val="18333601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LID4096"/>
          </a:p>
        </c:txPr>
        <c:crossAx val="1"/>
        <c:crosses val="autoZero"/>
        <c:auto val="1"/>
        <c:lblAlgn val="ctr"/>
        <c:lblOffset val="100"/>
        <c:noMultiLvlLbl val="0"/>
      </c:catAx>
      <c:valAx>
        <c:axId val="1"/>
        <c:scaling>
          <c:orientation val="minMax"/>
        </c:scaling>
        <c:delete val="0"/>
        <c:axPos val="l"/>
        <c:numFmt formatCode="_-* #,##0_-;\-* #,##0_-;_-* &quot;-&quot;??_-;_-@_-" sourceLinked="1"/>
        <c:majorTickMark val="none"/>
        <c:minorTickMark val="none"/>
        <c:tickLblPos val="nextTo"/>
        <c:spPr>
          <a:ln w="9525">
            <a:noFill/>
          </a:ln>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LID4096"/>
          </a:p>
        </c:txPr>
        <c:crossAx val="1833360176"/>
        <c:crosses val="autoZero"/>
        <c:crossBetween val="between"/>
      </c:valAx>
      <c:spPr>
        <a:noFill/>
        <a:ln w="25400">
          <a:noFill/>
        </a:ln>
      </c:spPr>
    </c:plotArea>
    <c:legend>
      <c:legendPos val="b"/>
      <c:overlay val="0"/>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a:pPr>
      <a:endParaRPr lang="LID4096"/>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autoTitleDeleted val="1"/>
    <c:plotArea>
      <c:layout/>
      <c:barChart>
        <c:barDir val="col"/>
        <c:grouping val="clustered"/>
        <c:varyColors val="0"/>
        <c:ser>
          <c:idx val="0"/>
          <c:order val="0"/>
          <c:tx>
            <c:strRef>
              <c:f>summary!$J$10</c:f>
              <c:strCache>
                <c:ptCount val="1"/>
                <c:pt idx="0">
                  <c:v>Oct'22</c:v>
                </c:pt>
              </c:strCache>
            </c:strRef>
          </c:tx>
          <c:spPr>
            <a:solidFill>
              <a:srgbClr val="002060"/>
            </a:solidFill>
            <a:ln w="25400">
              <a:noFill/>
            </a:ln>
          </c:spPr>
          <c:invertIfNegative val="0"/>
          <c:dLbls>
            <c:spPr>
              <a:noFill/>
              <a:ln w="25400">
                <a:noFill/>
              </a:ln>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LID4096"/>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summary!$A$11:$A$15</c:f>
              <c:strCache>
                <c:ptCount val="5"/>
                <c:pt idx="0">
                  <c:v> Bawal </c:v>
                </c:pt>
                <c:pt idx="1">
                  <c:v> Manesar </c:v>
                </c:pt>
                <c:pt idx="2">
                  <c:v> Saibabad </c:v>
                </c:pt>
                <c:pt idx="3">
                  <c:v> Chennai-II </c:v>
                </c:pt>
                <c:pt idx="4">
                  <c:v> Sanand </c:v>
                </c:pt>
              </c:strCache>
            </c:strRef>
          </c:cat>
          <c:val>
            <c:numRef>
              <c:f>summary!$J$11:$J$15</c:f>
              <c:numCache>
                <c:formatCode>_-* #,##0_-;\-* #,##0_-;_-* "-"??_-;_-@_-</c:formatCode>
                <c:ptCount val="5"/>
                <c:pt idx="0">
                  <c:v>187695327</c:v>
                </c:pt>
                <c:pt idx="1">
                  <c:v>59791755.299999997</c:v>
                </c:pt>
                <c:pt idx="2">
                  <c:v>19617100</c:v>
                </c:pt>
                <c:pt idx="3">
                  <c:v>49109792</c:v>
                </c:pt>
                <c:pt idx="4">
                  <c:v>60034188</c:v>
                </c:pt>
              </c:numCache>
            </c:numRef>
          </c:val>
          <c:extLst>
            <c:ext xmlns:c16="http://schemas.microsoft.com/office/drawing/2014/chart" uri="{C3380CC4-5D6E-409C-BE32-E72D297353CC}">
              <c16:uniqueId val="{00000000-9489-4F3A-B0BA-BFD37D08D601}"/>
            </c:ext>
          </c:extLst>
        </c:ser>
        <c:dLbls>
          <c:showLegendKey val="0"/>
          <c:showVal val="0"/>
          <c:showCatName val="0"/>
          <c:showSerName val="0"/>
          <c:showPercent val="0"/>
          <c:showBubbleSize val="0"/>
        </c:dLbls>
        <c:gapWidth val="219"/>
        <c:overlap val="-27"/>
        <c:axId val="1833374736"/>
        <c:axId val="1"/>
      </c:barChart>
      <c:catAx>
        <c:axId val="18333747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LID4096"/>
          </a:p>
        </c:txPr>
        <c:crossAx val="1"/>
        <c:crosses val="autoZero"/>
        <c:auto val="1"/>
        <c:lblAlgn val="ctr"/>
        <c:lblOffset val="100"/>
        <c:noMultiLvlLbl val="0"/>
      </c:catAx>
      <c:valAx>
        <c:axId val="1"/>
        <c:scaling>
          <c:orientation val="minMax"/>
        </c:scaling>
        <c:delete val="0"/>
        <c:axPos val="l"/>
        <c:numFmt formatCode="_-* #,##0_-;\-* #,##0_-;_-* &quot;-&quot;??_-;_-@_-" sourceLinked="1"/>
        <c:majorTickMark val="none"/>
        <c:minorTickMark val="none"/>
        <c:tickLblPos val="nextTo"/>
        <c:spPr>
          <a:ln w="9525">
            <a:noFill/>
          </a:ln>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LID4096"/>
          </a:p>
        </c:txPr>
        <c:crossAx val="1833374736"/>
        <c:crosses val="autoZero"/>
        <c:crossBetween val="between"/>
      </c:valAx>
      <c:spPr>
        <a:noFill/>
        <a:ln w="25400">
          <a:noFill/>
        </a:ln>
      </c:spPr>
    </c:plotArea>
    <c:legend>
      <c:legendPos val="b"/>
      <c:overlay val="0"/>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a:pPr>
      <a:endParaRPr lang="LID4096"/>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 Actual vs Forecast</a:t>
            </a:r>
            <a:r>
              <a:rPr lang="en-US" baseline="0"/>
              <a:t> (Lag-1/2) - Volume</a:t>
            </a:r>
            <a:endParaRPr lang="en-US"/>
          </a:p>
        </c:rich>
      </c:tx>
      <c:overlay val="0"/>
      <c:spPr>
        <a:noFill/>
        <a:ln w="25400">
          <a:noFill/>
        </a:ln>
      </c:spPr>
    </c:title>
    <c:autoTitleDeleted val="0"/>
    <c:plotArea>
      <c:layout/>
      <c:barChart>
        <c:barDir val="col"/>
        <c:grouping val="clustered"/>
        <c:varyColors val="0"/>
        <c:ser>
          <c:idx val="0"/>
          <c:order val="0"/>
          <c:tx>
            <c:strRef>
              <c:f>summary!$A$65</c:f>
              <c:strCache>
                <c:ptCount val="1"/>
                <c:pt idx="0">
                  <c:v> Total </c:v>
                </c:pt>
              </c:strCache>
            </c:strRef>
          </c:tx>
          <c:spPr>
            <a:solidFill>
              <a:schemeClr val="accent4"/>
            </a:solidFill>
            <a:ln w="25400">
              <a:noFill/>
            </a:ln>
          </c:spPr>
          <c:invertIfNegative val="0"/>
          <c:dLbls>
            <c:spPr>
              <a:noFill/>
              <a:ln w="25400">
                <a:noFill/>
              </a:ln>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LID4096"/>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summary!$B$59:$D$59</c:f>
              <c:strCache>
                <c:ptCount val="3"/>
                <c:pt idx="0">
                  <c:v>Actual</c:v>
                </c:pt>
                <c:pt idx="1">
                  <c:v>Lag-1</c:v>
                </c:pt>
                <c:pt idx="2">
                  <c:v>Lag-2</c:v>
                </c:pt>
              </c:strCache>
            </c:strRef>
          </c:cat>
          <c:val>
            <c:numRef>
              <c:f>summary!$B$65:$D$65</c:f>
              <c:numCache>
                <c:formatCode>_-* #,##0_-;\-* #,##0_-;_-* "-"??_-;_-@_-</c:formatCode>
                <c:ptCount val="3"/>
                <c:pt idx="0">
                  <c:v>2305486</c:v>
                </c:pt>
                <c:pt idx="1">
                  <c:v>1743308</c:v>
                </c:pt>
                <c:pt idx="2">
                  <c:v>1950811.5</c:v>
                </c:pt>
              </c:numCache>
            </c:numRef>
          </c:val>
          <c:extLst>
            <c:ext xmlns:c16="http://schemas.microsoft.com/office/drawing/2014/chart" uri="{C3380CC4-5D6E-409C-BE32-E72D297353CC}">
              <c16:uniqueId val="{00000000-D52D-420A-B860-781B185F5C51}"/>
            </c:ext>
          </c:extLst>
        </c:ser>
        <c:dLbls>
          <c:showLegendKey val="0"/>
          <c:showVal val="0"/>
          <c:showCatName val="0"/>
          <c:showSerName val="0"/>
          <c:showPercent val="0"/>
          <c:showBubbleSize val="0"/>
        </c:dLbls>
        <c:gapWidth val="219"/>
        <c:overlap val="-27"/>
        <c:axId val="1833359344"/>
        <c:axId val="1"/>
      </c:barChart>
      <c:catAx>
        <c:axId val="18333593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LID4096"/>
          </a:p>
        </c:txPr>
        <c:crossAx val="1"/>
        <c:crosses val="autoZero"/>
        <c:auto val="1"/>
        <c:lblAlgn val="ctr"/>
        <c:lblOffset val="100"/>
        <c:noMultiLvlLbl val="0"/>
      </c:catAx>
      <c:valAx>
        <c:axId val="1"/>
        <c:scaling>
          <c:orientation val="minMax"/>
        </c:scaling>
        <c:delete val="0"/>
        <c:axPos val="l"/>
        <c:numFmt formatCode="_-* #,##0_-;\-* #,##0_-;_-* &quot;-&quot;??_-;_-@_-" sourceLinked="1"/>
        <c:majorTickMark val="none"/>
        <c:minorTickMark val="none"/>
        <c:tickLblPos val="nextTo"/>
        <c:spPr>
          <a:ln w="9525">
            <a:noFill/>
          </a:ln>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LID4096"/>
          </a:p>
        </c:txPr>
        <c:crossAx val="1833359344"/>
        <c:crosses val="autoZero"/>
        <c:crossBetween val="between"/>
        <c:dispUnits>
          <c:builtInUnit val="thousands"/>
          <c:dispUnitsLbl>
            <c:spPr>
              <a:noFill/>
              <a:ln w="25400">
                <a:noFill/>
              </a:ln>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LID4096"/>
              </a:p>
            </c:txPr>
          </c:dispUnitsLbl>
        </c:dispUnits>
      </c:valAx>
      <c:spPr>
        <a:noFill/>
        <a:ln w="25400">
          <a:noFill/>
        </a:ln>
      </c:spPr>
    </c:plotArea>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a:pPr>
      <a:endParaRPr lang="LID4096"/>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 Value(INR)</a:t>
            </a:r>
          </a:p>
        </c:rich>
      </c:tx>
      <c:overlay val="0"/>
      <c:spPr>
        <a:noFill/>
        <a:ln w="25400">
          <a:noFill/>
        </a:ln>
      </c:spPr>
    </c:title>
    <c:autoTitleDeleted val="0"/>
    <c:plotArea>
      <c:layout>
        <c:manualLayout>
          <c:layoutTarget val="inner"/>
          <c:xMode val="edge"/>
          <c:yMode val="edge"/>
          <c:x val="0.12964877532515409"/>
          <c:y val="0.19167638993886502"/>
          <c:w val="0.84384520560758836"/>
          <c:h val="0.70437867711503366"/>
        </c:manualLayout>
      </c:layout>
      <c:barChart>
        <c:barDir val="col"/>
        <c:grouping val="clustered"/>
        <c:varyColors val="0"/>
        <c:ser>
          <c:idx val="0"/>
          <c:order val="0"/>
          <c:tx>
            <c:strRef>
              <c:f>summary!$A$73</c:f>
              <c:strCache>
                <c:ptCount val="1"/>
                <c:pt idx="0">
                  <c:v> Total </c:v>
                </c:pt>
              </c:strCache>
            </c:strRef>
          </c:tx>
          <c:spPr>
            <a:solidFill>
              <a:schemeClr val="accent4"/>
            </a:solidFill>
            <a:ln w="25400">
              <a:noFill/>
            </a:ln>
          </c:spPr>
          <c:invertIfNegative val="0"/>
          <c:dLbls>
            <c:spPr>
              <a:noFill/>
              <a:ln w="25400">
                <a:noFill/>
              </a:ln>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LID4096"/>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summary!$B$67:$D$67</c:f>
              <c:strCache>
                <c:ptCount val="3"/>
                <c:pt idx="0">
                  <c:v>Actual</c:v>
                </c:pt>
                <c:pt idx="1">
                  <c:v>Lag-1</c:v>
                </c:pt>
                <c:pt idx="2">
                  <c:v>Lag-2</c:v>
                </c:pt>
              </c:strCache>
            </c:strRef>
          </c:cat>
          <c:val>
            <c:numRef>
              <c:f>summary!$B$73:$D$73</c:f>
              <c:numCache>
                <c:formatCode>_-* #,##0_-;\-* #,##0_-;_-* "-"??_-;_-@_-</c:formatCode>
                <c:ptCount val="3"/>
                <c:pt idx="0">
                  <c:v>412860369.69000065</c:v>
                </c:pt>
                <c:pt idx="1">
                  <c:v>414870411.30000007</c:v>
                </c:pt>
                <c:pt idx="2">
                  <c:v>467964943.76499993</c:v>
                </c:pt>
              </c:numCache>
            </c:numRef>
          </c:val>
          <c:extLst>
            <c:ext xmlns:c16="http://schemas.microsoft.com/office/drawing/2014/chart" uri="{C3380CC4-5D6E-409C-BE32-E72D297353CC}">
              <c16:uniqueId val="{00000000-47D0-4F59-AE81-466039E5FA04}"/>
            </c:ext>
          </c:extLst>
        </c:ser>
        <c:dLbls>
          <c:showLegendKey val="0"/>
          <c:showVal val="0"/>
          <c:showCatName val="0"/>
          <c:showSerName val="0"/>
          <c:showPercent val="0"/>
          <c:showBubbleSize val="0"/>
        </c:dLbls>
        <c:gapWidth val="219"/>
        <c:overlap val="-27"/>
        <c:axId val="1833369328"/>
        <c:axId val="1"/>
      </c:barChart>
      <c:catAx>
        <c:axId val="18333693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LID4096"/>
          </a:p>
        </c:txPr>
        <c:crossAx val="1"/>
        <c:crosses val="autoZero"/>
        <c:auto val="1"/>
        <c:lblAlgn val="ctr"/>
        <c:lblOffset val="100"/>
        <c:noMultiLvlLbl val="0"/>
      </c:catAx>
      <c:valAx>
        <c:axId val="1"/>
        <c:scaling>
          <c:orientation val="minMax"/>
        </c:scaling>
        <c:delete val="0"/>
        <c:axPos val="l"/>
        <c:numFmt formatCode="_-* #,##0_-;\-* #,##0_-;_-* &quot;-&quot;??_-;_-@_-" sourceLinked="1"/>
        <c:majorTickMark val="none"/>
        <c:minorTickMark val="none"/>
        <c:tickLblPos val="nextTo"/>
        <c:spPr>
          <a:ln w="9525">
            <a:noFill/>
          </a:ln>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LID4096"/>
          </a:p>
        </c:txPr>
        <c:crossAx val="1833369328"/>
        <c:crosses val="autoZero"/>
        <c:crossBetween val="between"/>
        <c:dispUnits>
          <c:builtInUnit val="millions"/>
          <c:dispUnitsLbl>
            <c:spPr>
              <a:noFill/>
              <a:ln w="25400">
                <a:noFill/>
              </a:ln>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LID4096"/>
              </a:p>
            </c:txPr>
          </c:dispUnitsLbl>
        </c:dispUnits>
      </c:valAx>
      <c:spPr>
        <a:noFill/>
        <a:ln w="25400">
          <a:noFill/>
        </a:ln>
      </c:spPr>
    </c:plotArea>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a:pPr>
      <a:endParaRPr lang="LID4096"/>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D99611D-6EAE-4542-8D50-AB3C1AD9C396}" type="doc">
      <dgm:prSet loTypeId="urn:microsoft.com/office/officeart/2005/8/layout/cycle3" loCatId="cycle" qsTypeId="urn:microsoft.com/office/officeart/2005/8/quickstyle/simple1" qsCatId="simple" csTypeId="urn:microsoft.com/office/officeart/2005/8/colors/colorful1" csCatId="colorful" phldr="1"/>
      <dgm:spPr/>
      <dgm:t>
        <a:bodyPr/>
        <a:lstStyle/>
        <a:p>
          <a:endParaRPr lang="en-US"/>
        </a:p>
      </dgm:t>
    </dgm:pt>
    <dgm:pt modelId="{3D0C5D06-2764-497A-BE1B-4032BC7D921C}">
      <dgm:prSet phldrT="[Text]"/>
      <dgm:spPr>
        <a:xfrm>
          <a:off x="2791473" y="606"/>
          <a:ext cx="1263685" cy="631842"/>
        </a:xfrm>
        <a:prstGeom prst="roundRect">
          <a:avLst/>
        </a:prstGeom>
        <a:solidFill>
          <a:srgbClr val="56378A">
            <a:hueOff val="0"/>
            <a:satOff val="0"/>
            <a:lumOff val="0"/>
            <a:alphaOff val="0"/>
          </a:srgbClr>
        </a:solidFill>
        <a:ln w="12700" cap="flat" cmpd="sng" algn="ctr">
          <a:solidFill>
            <a:srgbClr val="FFFFFF">
              <a:hueOff val="0"/>
              <a:satOff val="0"/>
              <a:lumOff val="0"/>
              <a:alphaOff val="0"/>
            </a:srgbClr>
          </a:solidFill>
          <a:prstDash val="solid"/>
          <a:miter lim="800000"/>
        </a:ln>
        <a:effectLst/>
      </dgm:spPr>
      <dgm:t>
        <a:bodyPr/>
        <a:lstStyle/>
        <a:p>
          <a:pPr>
            <a:buNone/>
          </a:pPr>
          <a:r>
            <a:rPr lang="en-US" dirty="0">
              <a:solidFill>
                <a:srgbClr val="FFFFFF"/>
              </a:solidFill>
              <a:latin typeface="Arial"/>
              <a:ea typeface="+mn-ea"/>
              <a:cs typeface="+mn-cs"/>
            </a:rPr>
            <a:t>1. Portfolio Management Review</a:t>
          </a:r>
        </a:p>
      </dgm:t>
    </dgm:pt>
    <dgm:pt modelId="{84004B5B-AB1B-439B-BDFF-FAA6B78A6031}" type="parTrans" cxnId="{DB04B727-3070-4744-BC0F-E1F8D3EAEDC1}">
      <dgm:prSet/>
      <dgm:spPr/>
      <dgm:t>
        <a:bodyPr/>
        <a:lstStyle/>
        <a:p>
          <a:endParaRPr lang="en-US"/>
        </a:p>
      </dgm:t>
    </dgm:pt>
    <dgm:pt modelId="{6A1575B3-CAD8-43EA-B6EA-7132A12A8EAC}" type="sibTrans" cxnId="{DB04B727-3070-4744-BC0F-E1F8D3EAEDC1}">
      <dgm:prSet/>
      <dgm:spPr>
        <a:xfrm>
          <a:off x="2062213" y="-15826"/>
          <a:ext cx="2722206" cy="2722206"/>
        </a:xfrm>
        <a:prstGeom prst="circularArrow">
          <a:avLst>
            <a:gd name="adj1" fmla="val 5544"/>
            <a:gd name="adj2" fmla="val 330680"/>
            <a:gd name="adj3" fmla="val 13795944"/>
            <a:gd name="adj4" fmla="val 17373793"/>
            <a:gd name="adj5" fmla="val 5757"/>
          </a:avLst>
        </a:prstGeom>
        <a:solidFill>
          <a:srgbClr val="56378A">
            <a:tint val="40000"/>
            <a:hueOff val="0"/>
            <a:satOff val="0"/>
            <a:lumOff val="0"/>
            <a:alphaOff val="0"/>
          </a:srgbClr>
        </a:solidFill>
        <a:ln>
          <a:noFill/>
        </a:ln>
        <a:effectLst/>
      </dgm:spPr>
      <dgm:t>
        <a:bodyPr/>
        <a:lstStyle/>
        <a:p>
          <a:endParaRPr lang="en-US"/>
        </a:p>
      </dgm:t>
    </dgm:pt>
    <dgm:pt modelId="{1A0DF874-E1D3-4CDA-B6EF-B5D7078FAFCA}">
      <dgm:prSet phldrT="[Text]"/>
      <dgm:spPr>
        <a:xfrm>
          <a:off x="3895513" y="802737"/>
          <a:ext cx="1263685" cy="631842"/>
        </a:xfrm>
        <a:prstGeom prst="roundRect">
          <a:avLst/>
        </a:prstGeom>
        <a:solidFill>
          <a:srgbClr val="952D98">
            <a:hueOff val="0"/>
            <a:satOff val="0"/>
            <a:lumOff val="0"/>
            <a:alphaOff val="0"/>
          </a:srgbClr>
        </a:solidFill>
        <a:ln w="12700" cap="flat" cmpd="sng" algn="ctr">
          <a:solidFill>
            <a:srgbClr val="FFFFFF">
              <a:hueOff val="0"/>
              <a:satOff val="0"/>
              <a:lumOff val="0"/>
              <a:alphaOff val="0"/>
            </a:srgbClr>
          </a:solidFill>
          <a:prstDash val="solid"/>
          <a:miter lim="800000"/>
        </a:ln>
        <a:effectLst/>
      </dgm:spPr>
      <dgm:t>
        <a:bodyPr/>
        <a:lstStyle/>
        <a:p>
          <a:pPr>
            <a:buNone/>
          </a:pPr>
          <a:r>
            <a:rPr lang="en-US" dirty="0">
              <a:solidFill>
                <a:srgbClr val="FFFFFF"/>
              </a:solidFill>
              <a:latin typeface="Arial"/>
              <a:ea typeface="+mn-ea"/>
              <a:cs typeface="+mn-cs"/>
            </a:rPr>
            <a:t>2. Demand Management Review</a:t>
          </a:r>
        </a:p>
      </dgm:t>
    </dgm:pt>
    <dgm:pt modelId="{5086946F-F64F-4623-8E24-E5594784BB6B}" type="parTrans" cxnId="{967E7BD8-3CEB-4EEF-B6BF-F168D0D6214D}">
      <dgm:prSet/>
      <dgm:spPr/>
      <dgm:t>
        <a:bodyPr/>
        <a:lstStyle/>
        <a:p>
          <a:endParaRPr lang="en-US"/>
        </a:p>
      </dgm:t>
    </dgm:pt>
    <dgm:pt modelId="{64798533-9C87-45F0-BF5B-57E53AF55551}" type="sibTrans" cxnId="{967E7BD8-3CEB-4EEF-B6BF-F168D0D6214D}">
      <dgm:prSet/>
      <dgm:spPr/>
      <dgm:t>
        <a:bodyPr/>
        <a:lstStyle/>
        <a:p>
          <a:endParaRPr lang="en-US"/>
        </a:p>
      </dgm:t>
    </dgm:pt>
    <dgm:pt modelId="{74E383D1-D72B-4B78-B0A8-86D69BCB72A9}">
      <dgm:prSet phldrT="[Text]"/>
      <dgm:spPr>
        <a:xfrm>
          <a:off x="3473807" y="2100613"/>
          <a:ext cx="1263685" cy="631842"/>
        </a:xfrm>
        <a:prstGeom prst="roundRect">
          <a:avLst/>
        </a:prstGeom>
        <a:solidFill>
          <a:srgbClr val="C3004A">
            <a:hueOff val="0"/>
            <a:satOff val="0"/>
            <a:lumOff val="0"/>
            <a:alphaOff val="0"/>
          </a:srgbClr>
        </a:solidFill>
        <a:ln w="12700" cap="flat" cmpd="sng" algn="ctr">
          <a:solidFill>
            <a:srgbClr val="FFFFFF">
              <a:hueOff val="0"/>
              <a:satOff val="0"/>
              <a:lumOff val="0"/>
              <a:alphaOff val="0"/>
            </a:srgbClr>
          </a:solidFill>
          <a:prstDash val="solid"/>
          <a:miter lim="800000"/>
        </a:ln>
        <a:effectLst/>
      </dgm:spPr>
      <dgm:t>
        <a:bodyPr/>
        <a:lstStyle/>
        <a:p>
          <a:pPr>
            <a:buNone/>
          </a:pPr>
          <a:r>
            <a:rPr lang="en-US" dirty="0">
              <a:solidFill>
                <a:srgbClr val="FFFFFF"/>
              </a:solidFill>
              <a:latin typeface="Arial"/>
              <a:ea typeface="+mn-ea"/>
              <a:cs typeface="+mn-cs"/>
            </a:rPr>
            <a:t>3. Supply Management Review</a:t>
          </a:r>
        </a:p>
      </dgm:t>
    </dgm:pt>
    <dgm:pt modelId="{35394669-19BD-4D61-9249-93048B119678}" type="parTrans" cxnId="{76AA60CC-7933-4BC6-B241-AF3D8E81C245}">
      <dgm:prSet/>
      <dgm:spPr/>
      <dgm:t>
        <a:bodyPr/>
        <a:lstStyle/>
        <a:p>
          <a:endParaRPr lang="en-US"/>
        </a:p>
      </dgm:t>
    </dgm:pt>
    <dgm:pt modelId="{7FDB691F-5D4B-47DE-B4A4-5283235775C2}" type="sibTrans" cxnId="{76AA60CC-7933-4BC6-B241-AF3D8E81C245}">
      <dgm:prSet/>
      <dgm:spPr/>
      <dgm:t>
        <a:bodyPr/>
        <a:lstStyle/>
        <a:p>
          <a:endParaRPr lang="en-US"/>
        </a:p>
      </dgm:t>
    </dgm:pt>
    <dgm:pt modelId="{8BAF9AA6-70CF-430E-868B-F8E5DBDBACA9}">
      <dgm:prSet phldrT="[Text]"/>
      <dgm:spPr>
        <a:xfrm>
          <a:off x="2109140" y="2100613"/>
          <a:ext cx="1263685" cy="631842"/>
        </a:xfrm>
        <a:prstGeom prst="roundRect">
          <a:avLst/>
        </a:prstGeom>
        <a:solidFill>
          <a:srgbClr val="0092BB">
            <a:hueOff val="0"/>
            <a:satOff val="0"/>
            <a:lumOff val="0"/>
            <a:alphaOff val="0"/>
          </a:srgbClr>
        </a:solidFill>
        <a:ln w="12700" cap="flat" cmpd="sng" algn="ctr">
          <a:solidFill>
            <a:srgbClr val="FFFFFF">
              <a:hueOff val="0"/>
              <a:satOff val="0"/>
              <a:lumOff val="0"/>
              <a:alphaOff val="0"/>
            </a:srgbClr>
          </a:solidFill>
          <a:prstDash val="solid"/>
          <a:miter lim="800000"/>
        </a:ln>
        <a:effectLst/>
      </dgm:spPr>
      <dgm:t>
        <a:bodyPr/>
        <a:lstStyle/>
        <a:p>
          <a:pPr>
            <a:buNone/>
          </a:pPr>
          <a:r>
            <a:rPr lang="en-US" dirty="0">
              <a:solidFill>
                <a:srgbClr val="FFFFFF"/>
              </a:solidFill>
              <a:latin typeface="Arial"/>
              <a:ea typeface="+mn-ea"/>
              <a:cs typeface="+mn-cs"/>
            </a:rPr>
            <a:t>4. Integrated Reconciliation</a:t>
          </a:r>
        </a:p>
      </dgm:t>
    </dgm:pt>
    <dgm:pt modelId="{DEF937A8-0BA9-4A81-9955-7F0C5209E136}" type="parTrans" cxnId="{4F11D884-DE23-4439-A7D8-B7FD646CC47A}">
      <dgm:prSet/>
      <dgm:spPr/>
      <dgm:t>
        <a:bodyPr/>
        <a:lstStyle/>
        <a:p>
          <a:endParaRPr lang="en-US"/>
        </a:p>
      </dgm:t>
    </dgm:pt>
    <dgm:pt modelId="{1BA2688A-6688-487C-A862-B9FCD916B1F9}" type="sibTrans" cxnId="{4F11D884-DE23-4439-A7D8-B7FD646CC47A}">
      <dgm:prSet/>
      <dgm:spPr/>
      <dgm:t>
        <a:bodyPr/>
        <a:lstStyle/>
        <a:p>
          <a:endParaRPr lang="en-US"/>
        </a:p>
      </dgm:t>
    </dgm:pt>
    <dgm:pt modelId="{E3695387-5764-4658-B7F6-EE3F6BDC2858}">
      <dgm:prSet phldrT="[Text]"/>
      <dgm:spPr>
        <a:xfrm>
          <a:off x="1687434" y="802737"/>
          <a:ext cx="1263685" cy="631842"/>
        </a:xfrm>
        <a:prstGeom prst="roundRect">
          <a:avLst/>
        </a:prstGeom>
        <a:solidFill>
          <a:srgbClr val="44697D">
            <a:hueOff val="0"/>
            <a:satOff val="0"/>
            <a:lumOff val="0"/>
            <a:alphaOff val="0"/>
          </a:srgbClr>
        </a:solidFill>
        <a:ln w="12700" cap="flat" cmpd="sng" algn="ctr">
          <a:solidFill>
            <a:srgbClr val="FFFFFF">
              <a:hueOff val="0"/>
              <a:satOff val="0"/>
              <a:lumOff val="0"/>
              <a:alphaOff val="0"/>
            </a:srgbClr>
          </a:solidFill>
          <a:prstDash val="solid"/>
          <a:miter lim="800000"/>
        </a:ln>
        <a:effectLst/>
      </dgm:spPr>
      <dgm:t>
        <a:bodyPr/>
        <a:lstStyle/>
        <a:p>
          <a:pPr>
            <a:buNone/>
          </a:pPr>
          <a:r>
            <a:rPr lang="en-US" dirty="0">
              <a:solidFill>
                <a:srgbClr val="FFFFFF"/>
              </a:solidFill>
              <a:latin typeface="Arial"/>
              <a:ea typeface="+mn-ea"/>
              <a:cs typeface="+mn-cs"/>
            </a:rPr>
            <a:t>5. Management Business Review</a:t>
          </a:r>
        </a:p>
      </dgm:t>
    </dgm:pt>
    <dgm:pt modelId="{CC05C5FE-A326-49BD-8CE1-865B3D4DD91C}" type="parTrans" cxnId="{E0BADDE3-83FF-4CEC-A597-F9D9812BA385}">
      <dgm:prSet/>
      <dgm:spPr/>
      <dgm:t>
        <a:bodyPr/>
        <a:lstStyle/>
        <a:p>
          <a:endParaRPr lang="en-US"/>
        </a:p>
      </dgm:t>
    </dgm:pt>
    <dgm:pt modelId="{9FD93751-39FE-4BD0-A7F8-4E03EDDBC7B6}" type="sibTrans" cxnId="{E0BADDE3-83FF-4CEC-A597-F9D9812BA385}">
      <dgm:prSet/>
      <dgm:spPr/>
      <dgm:t>
        <a:bodyPr/>
        <a:lstStyle/>
        <a:p>
          <a:endParaRPr lang="en-US"/>
        </a:p>
      </dgm:t>
    </dgm:pt>
    <dgm:pt modelId="{9C046828-0502-49F4-A6A4-66DECED16FAF}" type="pres">
      <dgm:prSet presAssocID="{0D99611D-6EAE-4542-8D50-AB3C1AD9C396}" presName="Name0" presStyleCnt="0">
        <dgm:presLayoutVars>
          <dgm:dir/>
          <dgm:resizeHandles val="exact"/>
        </dgm:presLayoutVars>
      </dgm:prSet>
      <dgm:spPr/>
    </dgm:pt>
    <dgm:pt modelId="{B1039888-85BA-47AD-9EBD-2BCD3B7752AE}" type="pres">
      <dgm:prSet presAssocID="{0D99611D-6EAE-4542-8D50-AB3C1AD9C396}" presName="cycle" presStyleCnt="0"/>
      <dgm:spPr/>
    </dgm:pt>
    <dgm:pt modelId="{C01C2D81-29CF-410D-96AB-FB583110E397}" type="pres">
      <dgm:prSet presAssocID="{3D0C5D06-2764-497A-BE1B-4032BC7D921C}" presName="nodeFirstNode" presStyleLbl="node1" presStyleIdx="0" presStyleCnt="5">
        <dgm:presLayoutVars>
          <dgm:bulletEnabled val="1"/>
        </dgm:presLayoutVars>
      </dgm:prSet>
      <dgm:spPr/>
    </dgm:pt>
    <dgm:pt modelId="{5028E026-01C2-493D-89FD-731115107CFF}" type="pres">
      <dgm:prSet presAssocID="{6A1575B3-CAD8-43EA-B6EA-7132A12A8EAC}" presName="sibTransFirstNode" presStyleLbl="bgShp" presStyleIdx="0" presStyleCnt="1"/>
      <dgm:spPr/>
    </dgm:pt>
    <dgm:pt modelId="{177614BC-EF6D-499D-8209-08F6A31814BF}" type="pres">
      <dgm:prSet presAssocID="{1A0DF874-E1D3-4CDA-B6EF-B5D7078FAFCA}" presName="nodeFollowingNodes" presStyleLbl="node1" presStyleIdx="1" presStyleCnt="5" custRadScaleRad="95368" custRadScaleInc="14748">
        <dgm:presLayoutVars>
          <dgm:bulletEnabled val="1"/>
        </dgm:presLayoutVars>
      </dgm:prSet>
      <dgm:spPr/>
    </dgm:pt>
    <dgm:pt modelId="{97E1BD2F-D537-47B0-B975-DBCF4F34D8DB}" type="pres">
      <dgm:prSet presAssocID="{74E383D1-D72B-4B78-B0A8-86D69BCB72A9}" presName="nodeFollowingNodes" presStyleLbl="node1" presStyleIdx="2" presStyleCnt="5" custRadScaleRad="178564" custRadScaleInc="9870">
        <dgm:presLayoutVars>
          <dgm:bulletEnabled val="1"/>
        </dgm:presLayoutVars>
      </dgm:prSet>
      <dgm:spPr/>
    </dgm:pt>
    <dgm:pt modelId="{DBD3A6BF-22D4-4942-852B-B391E2470BA8}" type="pres">
      <dgm:prSet presAssocID="{8BAF9AA6-70CF-430E-868B-F8E5DBDBACA9}" presName="nodeFollowingNodes" presStyleLbl="node1" presStyleIdx="3" presStyleCnt="5">
        <dgm:presLayoutVars>
          <dgm:bulletEnabled val="1"/>
        </dgm:presLayoutVars>
      </dgm:prSet>
      <dgm:spPr/>
    </dgm:pt>
    <dgm:pt modelId="{B94FBFBC-0E69-4CB4-A9C8-718BCCBB7799}" type="pres">
      <dgm:prSet presAssocID="{E3695387-5764-4658-B7F6-EE3F6BDC2858}" presName="nodeFollowingNodes" presStyleLbl="node1" presStyleIdx="4" presStyleCnt="5" custRadScaleRad="100000" custRadScaleInc="-16622">
        <dgm:presLayoutVars>
          <dgm:bulletEnabled val="1"/>
        </dgm:presLayoutVars>
      </dgm:prSet>
      <dgm:spPr/>
    </dgm:pt>
  </dgm:ptLst>
  <dgm:cxnLst>
    <dgm:cxn modelId="{DB04B727-3070-4744-BC0F-E1F8D3EAEDC1}" srcId="{0D99611D-6EAE-4542-8D50-AB3C1AD9C396}" destId="{3D0C5D06-2764-497A-BE1B-4032BC7D921C}" srcOrd="0" destOrd="0" parTransId="{84004B5B-AB1B-439B-BDFF-FAA6B78A6031}" sibTransId="{6A1575B3-CAD8-43EA-B6EA-7132A12A8EAC}"/>
    <dgm:cxn modelId="{B27E522A-0C71-4AF6-83BA-A15874E4271B}" type="presOf" srcId="{74E383D1-D72B-4B78-B0A8-86D69BCB72A9}" destId="{97E1BD2F-D537-47B0-B975-DBCF4F34D8DB}" srcOrd="0" destOrd="0" presId="urn:microsoft.com/office/officeart/2005/8/layout/cycle3"/>
    <dgm:cxn modelId="{02880440-390F-442C-BCD7-632EA89A47C5}" type="presOf" srcId="{3D0C5D06-2764-497A-BE1B-4032BC7D921C}" destId="{C01C2D81-29CF-410D-96AB-FB583110E397}" srcOrd="0" destOrd="0" presId="urn:microsoft.com/office/officeart/2005/8/layout/cycle3"/>
    <dgm:cxn modelId="{ADBAEF51-693F-4DD9-A517-25B43F0F7D49}" type="presOf" srcId="{1A0DF874-E1D3-4CDA-B6EF-B5D7078FAFCA}" destId="{177614BC-EF6D-499D-8209-08F6A31814BF}" srcOrd="0" destOrd="0" presId="urn:microsoft.com/office/officeart/2005/8/layout/cycle3"/>
    <dgm:cxn modelId="{4F11D884-DE23-4439-A7D8-B7FD646CC47A}" srcId="{0D99611D-6EAE-4542-8D50-AB3C1AD9C396}" destId="{8BAF9AA6-70CF-430E-868B-F8E5DBDBACA9}" srcOrd="3" destOrd="0" parTransId="{DEF937A8-0BA9-4A81-9955-7F0C5209E136}" sibTransId="{1BA2688A-6688-487C-A862-B9FCD916B1F9}"/>
    <dgm:cxn modelId="{BDA81B97-E6A4-4000-9FB0-5653C5E66C8B}" type="presOf" srcId="{6A1575B3-CAD8-43EA-B6EA-7132A12A8EAC}" destId="{5028E026-01C2-493D-89FD-731115107CFF}" srcOrd="0" destOrd="0" presId="urn:microsoft.com/office/officeart/2005/8/layout/cycle3"/>
    <dgm:cxn modelId="{0B0881B2-AEEB-45FD-855C-27328E251224}" type="presOf" srcId="{0D99611D-6EAE-4542-8D50-AB3C1AD9C396}" destId="{9C046828-0502-49F4-A6A4-66DECED16FAF}" srcOrd="0" destOrd="0" presId="urn:microsoft.com/office/officeart/2005/8/layout/cycle3"/>
    <dgm:cxn modelId="{76AA60CC-7933-4BC6-B241-AF3D8E81C245}" srcId="{0D99611D-6EAE-4542-8D50-AB3C1AD9C396}" destId="{74E383D1-D72B-4B78-B0A8-86D69BCB72A9}" srcOrd="2" destOrd="0" parTransId="{35394669-19BD-4D61-9249-93048B119678}" sibTransId="{7FDB691F-5D4B-47DE-B4A4-5283235775C2}"/>
    <dgm:cxn modelId="{967E7BD8-3CEB-4EEF-B6BF-F168D0D6214D}" srcId="{0D99611D-6EAE-4542-8D50-AB3C1AD9C396}" destId="{1A0DF874-E1D3-4CDA-B6EF-B5D7078FAFCA}" srcOrd="1" destOrd="0" parTransId="{5086946F-F64F-4623-8E24-E5594784BB6B}" sibTransId="{64798533-9C87-45F0-BF5B-57E53AF55551}"/>
    <dgm:cxn modelId="{E43C13DC-92AD-4C8A-AE3E-55BB2F982CEA}" type="presOf" srcId="{E3695387-5764-4658-B7F6-EE3F6BDC2858}" destId="{B94FBFBC-0E69-4CB4-A9C8-718BCCBB7799}" srcOrd="0" destOrd="0" presId="urn:microsoft.com/office/officeart/2005/8/layout/cycle3"/>
    <dgm:cxn modelId="{E0BADDE3-83FF-4CEC-A597-F9D9812BA385}" srcId="{0D99611D-6EAE-4542-8D50-AB3C1AD9C396}" destId="{E3695387-5764-4658-B7F6-EE3F6BDC2858}" srcOrd="4" destOrd="0" parTransId="{CC05C5FE-A326-49BD-8CE1-865B3D4DD91C}" sibTransId="{9FD93751-39FE-4BD0-A7F8-4E03EDDBC7B6}"/>
    <dgm:cxn modelId="{22038AFA-3037-4D08-A666-15EE8F148561}" type="presOf" srcId="{8BAF9AA6-70CF-430E-868B-F8E5DBDBACA9}" destId="{DBD3A6BF-22D4-4942-852B-B391E2470BA8}" srcOrd="0" destOrd="0" presId="urn:microsoft.com/office/officeart/2005/8/layout/cycle3"/>
    <dgm:cxn modelId="{08E29AE0-9120-4CB9-A4FB-D1A7DBE4468A}" type="presParOf" srcId="{9C046828-0502-49F4-A6A4-66DECED16FAF}" destId="{B1039888-85BA-47AD-9EBD-2BCD3B7752AE}" srcOrd="0" destOrd="0" presId="urn:microsoft.com/office/officeart/2005/8/layout/cycle3"/>
    <dgm:cxn modelId="{4BACAA83-6F3C-49A3-A26A-D3A5CE877A38}" type="presParOf" srcId="{B1039888-85BA-47AD-9EBD-2BCD3B7752AE}" destId="{C01C2D81-29CF-410D-96AB-FB583110E397}" srcOrd="0" destOrd="0" presId="urn:microsoft.com/office/officeart/2005/8/layout/cycle3"/>
    <dgm:cxn modelId="{93E1C1E7-4A8A-40F7-9026-FD82B76F331D}" type="presParOf" srcId="{B1039888-85BA-47AD-9EBD-2BCD3B7752AE}" destId="{5028E026-01C2-493D-89FD-731115107CFF}" srcOrd="1" destOrd="0" presId="urn:microsoft.com/office/officeart/2005/8/layout/cycle3"/>
    <dgm:cxn modelId="{58959B3E-D755-41F8-9E1A-04D4DB595339}" type="presParOf" srcId="{B1039888-85BA-47AD-9EBD-2BCD3B7752AE}" destId="{177614BC-EF6D-499D-8209-08F6A31814BF}" srcOrd="2" destOrd="0" presId="urn:microsoft.com/office/officeart/2005/8/layout/cycle3"/>
    <dgm:cxn modelId="{2D0104ED-78D7-4A7C-A815-5BCAC06537BC}" type="presParOf" srcId="{B1039888-85BA-47AD-9EBD-2BCD3B7752AE}" destId="{97E1BD2F-D537-47B0-B975-DBCF4F34D8DB}" srcOrd="3" destOrd="0" presId="urn:microsoft.com/office/officeart/2005/8/layout/cycle3"/>
    <dgm:cxn modelId="{0D474F55-A9B7-483F-BD4E-E404DFB8EDB0}" type="presParOf" srcId="{B1039888-85BA-47AD-9EBD-2BCD3B7752AE}" destId="{DBD3A6BF-22D4-4942-852B-B391E2470BA8}" srcOrd="4" destOrd="0" presId="urn:microsoft.com/office/officeart/2005/8/layout/cycle3"/>
    <dgm:cxn modelId="{D11B51BC-F227-40EE-B5E0-E50A31BE4EE9}" type="presParOf" srcId="{B1039888-85BA-47AD-9EBD-2BCD3B7752AE}" destId="{B94FBFBC-0E69-4CB4-A9C8-718BCCBB7799}" srcOrd="5" destOrd="0" presId="urn:microsoft.com/office/officeart/2005/8/layout/cycle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C7DC38B-70B2-4744-BC7C-0E0D533AA037}" type="doc">
      <dgm:prSet loTypeId="urn:microsoft.com/office/officeart/2005/8/layout/hProcess11" loCatId="process" qsTypeId="urn:microsoft.com/office/officeart/2005/8/quickstyle/simple1" qsCatId="simple" csTypeId="urn:microsoft.com/office/officeart/2005/8/colors/accent1_2" csCatId="accent1" phldr="1"/>
      <dgm:spPr/>
      <dgm:t>
        <a:bodyPr/>
        <a:lstStyle/>
        <a:p>
          <a:endParaRPr lang="LID4096"/>
        </a:p>
      </dgm:t>
    </dgm:pt>
    <dgm:pt modelId="{0142A0EF-168F-443F-9A5C-10D0DA2669EC}">
      <dgm:prSet/>
      <dgm:spPr/>
      <dgm:t>
        <a:bodyPr/>
        <a:lstStyle/>
        <a:p>
          <a:r>
            <a:rPr lang="en-GB"/>
            <a:t>Forecast from customer</a:t>
          </a:r>
          <a:endParaRPr lang="en-NL"/>
        </a:p>
      </dgm:t>
    </dgm:pt>
    <dgm:pt modelId="{83AF450A-F097-49E5-A3A8-5D1B54F7E445}" type="parTrans" cxnId="{5F38C981-2E3F-4E0A-A007-57DE6249F2C6}">
      <dgm:prSet/>
      <dgm:spPr/>
      <dgm:t>
        <a:bodyPr/>
        <a:lstStyle/>
        <a:p>
          <a:endParaRPr lang="LID4096"/>
        </a:p>
      </dgm:t>
    </dgm:pt>
    <dgm:pt modelId="{7869D48D-2262-4F0D-AE2D-374AD73D9FD5}" type="sibTrans" cxnId="{5F38C981-2E3F-4E0A-A007-57DE6249F2C6}">
      <dgm:prSet/>
      <dgm:spPr/>
      <dgm:t>
        <a:bodyPr/>
        <a:lstStyle/>
        <a:p>
          <a:endParaRPr lang="LID4096"/>
        </a:p>
      </dgm:t>
    </dgm:pt>
    <dgm:pt modelId="{26D62AA2-B7C1-4F82-B0E6-747D439F0DBB}">
      <dgm:prSet/>
      <dgm:spPr/>
      <dgm:t>
        <a:bodyPr/>
        <a:lstStyle/>
        <a:p>
          <a:r>
            <a:rPr lang="en-GB"/>
            <a:t>Manufacturing sites consolidates forecast</a:t>
          </a:r>
          <a:endParaRPr lang="en-NL"/>
        </a:p>
      </dgm:t>
    </dgm:pt>
    <dgm:pt modelId="{4A999468-97FD-4F18-AC2F-1AD7A76F7200}" type="parTrans" cxnId="{341957BA-0DB5-478F-843A-5716D070C86D}">
      <dgm:prSet/>
      <dgm:spPr/>
      <dgm:t>
        <a:bodyPr/>
        <a:lstStyle/>
        <a:p>
          <a:endParaRPr lang="LID4096"/>
        </a:p>
      </dgm:t>
    </dgm:pt>
    <dgm:pt modelId="{5BF6A369-52EA-46B9-8C18-7FFFBA959AA2}" type="sibTrans" cxnId="{341957BA-0DB5-478F-843A-5716D070C86D}">
      <dgm:prSet/>
      <dgm:spPr/>
      <dgm:t>
        <a:bodyPr/>
        <a:lstStyle/>
        <a:p>
          <a:endParaRPr lang="LID4096"/>
        </a:p>
      </dgm:t>
    </dgm:pt>
    <dgm:pt modelId="{5970C1E8-D018-4DEE-A1F4-E1BC990D3BBE}">
      <dgm:prSet/>
      <dgm:spPr/>
      <dgm:t>
        <a:bodyPr/>
        <a:lstStyle/>
        <a:p>
          <a:r>
            <a:rPr lang="en-GB"/>
            <a:t>Demand Consolidation</a:t>
          </a:r>
          <a:endParaRPr lang="en-NL"/>
        </a:p>
      </dgm:t>
    </dgm:pt>
    <dgm:pt modelId="{A3751B25-AD1F-4BAB-BA5C-2856D9A4FCF3}" type="parTrans" cxnId="{C2462EE4-65D9-4C31-B973-A48FF08B67C6}">
      <dgm:prSet/>
      <dgm:spPr/>
      <dgm:t>
        <a:bodyPr/>
        <a:lstStyle/>
        <a:p>
          <a:endParaRPr lang="LID4096"/>
        </a:p>
      </dgm:t>
    </dgm:pt>
    <dgm:pt modelId="{C0645D69-A99D-49E9-8016-DB9D9C9BF2C3}" type="sibTrans" cxnId="{C2462EE4-65D9-4C31-B973-A48FF08B67C6}">
      <dgm:prSet/>
      <dgm:spPr/>
      <dgm:t>
        <a:bodyPr/>
        <a:lstStyle/>
        <a:p>
          <a:endParaRPr lang="LID4096"/>
        </a:p>
      </dgm:t>
    </dgm:pt>
    <dgm:pt modelId="{DC3EFED1-03EC-4B7A-A857-6B1908EB5C4A}">
      <dgm:prSet/>
      <dgm:spPr/>
      <dgm:t>
        <a:bodyPr/>
        <a:lstStyle/>
        <a:p>
          <a:r>
            <a:rPr lang="en-GB"/>
            <a:t>Sales Review consolidated plan – Value and Volume</a:t>
          </a:r>
          <a:endParaRPr lang="en-NL"/>
        </a:p>
      </dgm:t>
    </dgm:pt>
    <dgm:pt modelId="{F634F8C0-0A52-4F70-80F3-FECF9DDDCAA7}" type="parTrans" cxnId="{C129A775-8C3D-4C71-A2A8-20ED4D34AB54}">
      <dgm:prSet/>
      <dgm:spPr/>
      <dgm:t>
        <a:bodyPr/>
        <a:lstStyle/>
        <a:p>
          <a:endParaRPr lang="LID4096"/>
        </a:p>
      </dgm:t>
    </dgm:pt>
    <dgm:pt modelId="{B3DC0E2F-83C1-4AAA-B2DF-A1B498A4BFDA}" type="sibTrans" cxnId="{C129A775-8C3D-4C71-A2A8-20ED4D34AB54}">
      <dgm:prSet/>
      <dgm:spPr/>
      <dgm:t>
        <a:bodyPr/>
        <a:lstStyle/>
        <a:p>
          <a:endParaRPr lang="LID4096"/>
        </a:p>
      </dgm:t>
    </dgm:pt>
    <dgm:pt modelId="{D0C49B31-D534-4E6F-BB52-501F2EEDE0AF}">
      <dgm:prSet/>
      <dgm:spPr/>
      <dgm:t>
        <a:bodyPr/>
        <a:lstStyle/>
        <a:p>
          <a:r>
            <a:rPr lang="en-GB" dirty="0"/>
            <a:t>Internal consensus plan review</a:t>
          </a:r>
          <a:endParaRPr lang="en-NL" dirty="0"/>
        </a:p>
      </dgm:t>
    </dgm:pt>
    <dgm:pt modelId="{B8C77220-3BE4-482D-A66B-FBCB93D449F3}" type="parTrans" cxnId="{0950B159-242E-4429-971B-C6B3BB969766}">
      <dgm:prSet/>
      <dgm:spPr/>
      <dgm:t>
        <a:bodyPr/>
        <a:lstStyle/>
        <a:p>
          <a:endParaRPr lang="LID4096"/>
        </a:p>
      </dgm:t>
    </dgm:pt>
    <dgm:pt modelId="{7C082EA5-8489-4722-A245-A35212F46CD8}" type="sibTrans" cxnId="{0950B159-242E-4429-971B-C6B3BB969766}">
      <dgm:prSet/>
      <dgm:spPr/>
      <dgm:t>
        <a:bodyPr/>
        <a:lstStyle/>
        <a:p>
          <a:endParaRPr lang="LID4096"/>
        </a:p>
      </dgm:t>
    </dgm:pt>
    <dgm:pt modelId="{7D7F0545-F2FF-4E8B-B055-47269521609F}">
      <dgm:prSet/>
      <dgm:spPr/>
      <dgm:t>
        <a:bodyPr/>
        <a:lstStyle/>
        <a:p>
          <a:r>
            <a:rPr lang="en-GB" dirty="0"/>
            <a:t>Sign off on consensus plan</a:t>
          </a:r>
          <a:endParaRPr lang="en-NL" dirty="0"/>
        </a:p>
      </dgm:t>
    </dgm:pt>
    <dgm:pt modelId="{A04669FB-1C17-446C-9796-892468575128}" type="parTrans" cxnId="{E288AEED-96C7-4E8B-8BAC-1C6DBD589C43}">
      <dgm:prSet/>
      <dgm:spPr/>
      <dgm:t>
        <a:bodyPr/>
        <a:lstStyle/>
        <a:p>
          <a:endParaRPr lang="LID4096"/>
        </a:p>
      </dgm:t>
    </dgm:pt>
    <dgm:pt modelId="{98E81E83-AC2D-46CE-B17B-E3368E517315}" type="sibTrans" cxnId="{E288AEED-96C7-4E8B-8BAC-1C6DBD589C43}">
      <dgm:prSet/>
      <dgm:spPr/>
      <dgm:t>
        <a:bodyPr/>
        <a:lstStyle/>
        <a:p>
          <a:endParaRPr lang="LID4096"/>
        </a:p>
      </dgm:t>
    </dgm:pt>
    <dgm:pt modelId="{CE88EEA6-EE6E-490C-9A76-C897CD7DEE66}">
      <dgm:prSet/>
      <dgm:spPr/>
      <dgm:t>
        <a:bodyPr/>
        <a:lstStyle/>
        <a:p>
          <a:r>
            <a:rPr lang="en-GB" dirty="0"/>
            <a:t>Final adjustments</a:t>
          </a:r>
          <a:endParaRPr lang="en-NL" dirty="0"/>
        </a:p>
      </dgm:t>
    </dgm:pt>
    <dgm:pt modelId="{9A13ED8C-08D5-4100-906A-BF1343130481}" type="parTrans" cxnId="{80A16196-E909-4290-9996-6F2B4799BE40}">
      <dgm:prSet/>
      <dgm:spPr/>
      <dgm:t>
        <a:bodyPr/>
        <a:lstStyle/>
        <a:p>
          <a:endParaRPr lang="LID4096"/>
        </a:p>
      </dgm:t>
    </dgm:pt>
    <dgm:pt modelId="{94AB7C8B-20A1-4B44-9F00-BB58B728DF39}" type="sibTrans" cxnId="{80A16196-E909-4290-9996-6F2B4799BE40}">
      <dgm:prSet/>
      <dgm:spPr/>
      <dgm:t>
        <a:bodyPr/>
        <a:lstStyle/>
        <a:p>
          <a:endParaRPr lang="LID4096"/>
        </a:p>
      </dgm:t>
    </dgm:pt>
    <dgm:pt modelId="{0121A4D0-28E1-42AD-B0BD-AAFCBCE01C77}">
      <dgm:prSet/>
      <dgm:spPr/>
      <dgm:t>
        <a:bodyPr/>
        <a:lstStyle/>
        <a:p>
          <a:r>
            <a:rPr lang="en-GB" dirty="0"/>
            <a:t>Sites use ICP to produce WIP and order local RMs</a:t>
          </a:r>
          <a:endParaRPr lang="en-NL" dirty="0"/>
        </a:p>
      </dgm:t>
    </dgm:pt>
    <dgm:pt modelId="{BF1FA1DA-607D-45BD-BFA9-2EC14F655F5D}" type="parTrans" cxnId="{499BFDDF-E23C-4035-BC19-8C1C320F07A3}">
      <dgm:prSet/>
      <dgm:spPr/>
      <dgm:t>
        <a:bodyPr/>
        <a:lstStyle/>
        <a:p>
          <a:endParaRPr lang="LID4096"/>
        </a:p>
      </dgm:t>
    </dgm:pt>
    <dgm:pt modelId="{0EF7A51E-DC2B-4997-95E7-F10585EE473E}" type="sibTrans" cxnId="{499BFDDF-E23C-4035-BC19-8C1C320F07A3}">
      <dgm:prSet/>
      <dgm:spPr/>
      <dgm:t>
        <a:bodyPr/>
        <a:lstStyle/>
        <a:p>
          <a:endParaRPr lang="LID4096"/>
        </a:p>
      </dgm:t>
    </dgm:pt>
    <dgm:pt modelId="{BB9264DB-C014-408A-85B2-B54BB32F5D9F}">
      <dgm:prSet/>
      <dgm:spPr/>
      <dgm:t>
        <a:bodyPr/>
        <a:lstStyle/>
        <a:p>
          <a:r>
            <a:rPr lang="en-GB" dirty="0"/>
            <a:t>Weekly correction of replenishment based on actual run rate vs ICP</a:t>
          </a:r>
          <a:endParaRPr lang="en-NL" dirty="0"/>
        </a:p>
      </dgm:t>
    </dgm:pt>
    <dgm:pt modelId="{05B8FF91-4568-45FC-9BED-49B1837DDD86}" type="parTrans" cxnId="{7F3FC0E5-5FAC-4FAA-A1C1-14301F0875DD}">
      <dgm:prSet/>
      <dgm:spPr/>
      <dgm:t>
        <a:bodyPr/>
        <a:lstStyle/>
        <a:p>
          <a:endParaRPr lang="LID4096"/>
        </a:p>
      </dgm:t>
    </dgm:pt>
    <dgm:pt modelId="{02980B28-619F-4714-9523-0EB92E150717}" type="sibTrans" cxnId="{7F3FC0E5-5FAC-4FAA-A1C1-14301F0875DD}">
      <dgm:prSet/>
      <dgm:spPr/>
      <dgm:t>
        <a:bodyPr/>
        <a:lstStyle/>
        <a:p>
          <a:endParaRPr lang="LID4096"/>
        </a:p>
      </dgm:t>
    </dgm:pt>
    <dgm:pt modelId="{F1901F49-C78F-4A05-8F09-D75EFCF17BD2}" type="pres">
      <dgm:prSet presAssocID="{7C7DC38B-70B2-4744-BC7C-0E0D533AA037}" presName="Name0" presStyleCnt="0">
        <dgm:presLayoutVars>
          <dgm:dir/>
          <dgm:resizeHandles val="exact"/>
        </dgm:presLayoutVars>
      </dgm:prSet>
      <dgm:spPr/>
    </dgm:pt>
    <dgm:pt modelId="{BCAE3BC9-8F30-4759-87C9-1FB6268A12F9}" type="pres">
      <dgm:prSet presAssocID="{7C7DC38B-70B2-4744-BC7C-0E0D533AA037}" presName="arrow" presStyleLbl="bgShp" presStyleIdx="0" presStyleCnt="1"/>
      <dgm:spPr/>
    </dgm:pt>
    <dgm:pt modelId="{0A3A6AE9-6D1E-4A55-8637-D609D9CF33DE}" type="pres">
      <dgm:prSet presAssocID="{7C7DC38B-70B2-4744-BC7C-0E0D533AA037}" presName="points" presStyleCnt="0"/>
      <dgm:spPr/>
    </dgm:pt>
    <dgm:pt modelId="{54C6BD2B-A8A6-4853-971E-82DCAE77516F}" type="pres">
      <dgm:prSet presAssocID="{0142A0EF-168F-443F-9A5C-10D0DA2669EC}" presName="compositeA" presStyleCnt="0"/>
      <dgm:spPr/>
    </dgm:pt>
    <dgm:pt modelId="{D797846A-D1F2-4402-8A6B-7C897C173433}" type="pres">
      <dgm:prSet presAssocID="{0142A0EF-168F-443F-9A5C-10D0DA2669EC}" presName="textA" presStyleLbl="revTx" presStyleIdx="0" presStyleCnt="9">
        <dgm:presLayoutVars>
          <dgm:bulletEnabled val="1"/>
        </dgm:presLayoutVars>
      </dgm:prSet>
      <dgm:spPr/>
    </dgm:pt>
    <dgm:pt modelId="{39B7C475-4D9E-43CE-8ECF-6229E0B544DF}" type="pres">
      <dgm:prSet presAssocID="{0142A0EF-168F-443F-9A5C-10D0DA2669EC}" presName="circleA" presStyleLbl="node1" presStyleIdx="0" presStyleCnt="9"/>
      <dgm:spPr/>
    </dgm:pt>
    <dgm:pt modelId="{4946CFD7-091B-4E2A-8E28-F8888EA3C683}" type="pres">
      <dgm:prSet presAssocID="{0142A0EF-168F-443F-9A5C-10D0DA2669EC}" presName="spaceA" presStyleCnt="0"/>
      <dgm:spPr/>
    </dgm:pt>
    <dgm:pt modelId="{571D480C-848E-410A-A264-D418DDBE5360}" type="pres">
      <dgm:prSet presAssocID="{7869D48D-2262-4F0D-AE2D-374AD73D9FD5}" presName="space" presStyleCnt="0"/>
      <dgm:spPr/>
    </dgm:pt>
    <dgm:pt modelId="{67597B58-D9CE-472C-8D53-F78155AB6C6A}" type="pres">
      <dgm:prSet presAssocID="{26D62AA2-B7C1-4F82-B0E6-747D439F0DBB}" presName="compositeB" presStyleCnt="0"/>
      <dgm:spPr/>
    </dgm:pt>
    <dgm:pt modelId="{6010EA43-BAEA-4DA6-8C8A-58C539EC10E9}" type="pres">
      <dgm:prSet presAssocID="{26D62AA2-B7C1-4F82-B0E6-747D439F0DBB}" presName="textB" presStyleLbl="revTx" presStyleIdx="1" presStyleCnt="9">
        <dgm:presLayoutVars>
          <dgm:bulletEnabled val="1"/>
        </dgm:presLayoutVars>
      </dgm:prSet>
      <dgm:spPr/>
    </dgm:pt>
    <dgm:pt modelId="{93CA66C7-3408-42BF-B74F-E68FC97579F8}" type="pres">
      <dgm:prSet presAssocID="{26D62AA2-B7C1-4F82-B0E6-747D439F0DBB}" presName="circleB" presStyleLbl="node1" presStyleIdx="1" presStyleCnt="9"/>
      <dgm:spPr/>
    </dgm:pt>
    <dgm:pt modelId="{FE469684-C887-43F9-B9D4-C8C981707FFC}" type="pres">
      <dgm:prSet presAssocID="{26D62AA2-B7C1-4F82-B0E6-747D439F0DBB}" presName="spaceB" presStyleCnt="0"/>
      <dgm:spPr/>
    </dgm:pt>
    <dgm:pt modelId="{5140883A-7277-4B13-BF1C-FF43C0E98110}" type="pres">
      <dgm:prSet presAssocID="{5BF6A369-52EA-46B9-8C18-7FFFBA959AA2}" presName="space" presStyleCnt="0"/>
      <dgm:spPr/>
    </dgm:pt>
    <dgm:pt modelId="{14617B1A-C9B3-41AC-A9C8-96C80BAF92CE}" type="pres">
      <dgm:prSet presAssocID="{5970C1E8-D018-4DEE-A1F4-E1BC990D3BBE}" presName="compositeA" presStyleCnt="0"/>
      <dgm:spPr/>
    </dgm:pt>
    <dgm:pt modelId="{77ED0D02-B795-409D-94DC-FCB93976330F}" type="pres">
      <dgm:prSet presAssocID="{5970C1E8-D018-4DEE-A1F4-E1BC990D3BBE}" presName="textA" presStyleLbl="revTx" presStyleIdx="2" presStyleCnt="9">
        <dgm:presLayoutVars>
          <dgm:bulletEnabled val="1"/>
        </dgm:presLayoutVars>
      </dgm:prSet>
      <dgm:spPr/>
    </dgm:pt>
    <dgm:pt modelId="{4A3FEDA8-1741-4434-ABF5-A85BD982EE69}" type="pres">
      <dgm:prSet presAssocID="{5970C1E8-D018-4DEE-A1F4-E1BC990D3BBE}" presName="circleA" presStyleLbl="node1" presStyleIdx="2" presStyleCnt="9"/>
      <dgm:spPr/>
    </dgm:pt>
    <dgm:pt modelId="{4AF0B75C-3AB1-41BA-AF17-5520E0147884}" type="pres">
      <dgm:prSet presAssocID="{5970C1E8-D018-4DEE-A1F4-E1BC990D3BBE}" presName="spaceA" presStyleCnt="0"/>
      <dgm:spPr/>
    </dgm:pt>
    <dgm:pt modelId="{290B3200-8E30-4459-895B-59ED5DA1D6C6}" type="pres">
      <dgm:prSet presAssocID="{C0645D69-A99D-49E9-8016-DB9D9C9BF2C3}" presName="space" presStyleCnt="0"/>
      <dgm:spPr/>
    </dgm:pt>
    <dgm:pt modelId="{DBFD2284-564C-4992-A8B5-64A648AA331E}" type="pres">
      <dgm:prSet presAssocID="{DC3EFED1-03EC-4B7A-A857-6B1908EB5C4A}" presName="compositeB" presStyleCnt="0"/>
      <dgm:spPr/>
    </dgm:pt>
    <dgm:pt modelId="{4FCF4AE9-C98D-45D8-AF63-745FB1E6F713}" type="pres">
      <dgm:prSet presAssocID="{DC3EFED1-03EC-4B7A-A857-6B1908EB5C4A}" presName="textB" presStyleLbl="revTx" presStyleIdx="3" presStyleCnt="9">
        <dgm:presLayoutVars>
          <dgm:bulletEnabled val="1"/>
        </dgm:presLayoutVars>
      </dgm:prSet>
      <dgm:spPr/>
    </dgm:pt>
    <dgm:pt modelId="{03C6C7FF-6CA3-45C8-9B7C-F524E7146C00}" type="pres">
      <dgm:prSet presAssocID="{DC3EFED1-03EC-4B7A-A857-6B1908EB5C4A}" presName="circleB" presStyleLbl="node1" presStyleIdx="3" presStyleCnt="9"/>
      <dgm:spPr/>
    </dgm:pt>
    <dgm:pt modelId="{B9DD3F24-E07D-4012-BF6C-CDC40F660F9A}" type="pres">
      <dgm:prSet presAssocID="{DC3EFED1-03EC-4B7A-A857-6B1908EB5C4A}" presName="spaceB" presStyleCnt="0"/>
      <dgm:spPr/>
    </dgm:pt>
    <dgm:pt modelId="{E5F1EB68-C7A5-44F5-9CA9-07514C3E363E}" type="pres">
      <dgm:prSet presAssocID="{B3DC0E2F-83C1-4AAA-B2DF-A1B498A4BFDA}" presName="space" presStyleCnt="0"/>
      <dgm:spPr/>
    </dgm:pt>
    <dgm:pt modelId="{CDA850A1-EE52-429D-8ECC-97030C6EFFDA}" type="pres">
      <dgm:prSet presAssocID="{D0C49B31-D534-4E6F-BB52-501F2EEDE0AF}" presName="compositeA" presStyleCnt="0"/>
      <dgm:spPr/>
    </dgm:pt>
    <dgm:pt modelId="{256691DD-2C2B-4039-9394-3140AF403A5D}" type="pres">
      <dgm:prSet presAssocID="{D0C49B31-D534-4E6F-BB52-501F2EEDE0AF}" presName="textA" presStyleLbl="revTx" presStyleIdx="4" presStyleCnt="9">
        <dgm:presLayoutVars>
          <dgm:bulletEnabled val="1"/>
        </dgm:presLayoutVars>
      </dgm:prSet>
      <dgm:spPr/>
    </dgm:pt>
    <dgm:pt modelId="{7F350FF1-D49B-4AD4-97B9-82AB659ECC07}" type="pres">
      <dgm:prSet presAssocID="{D0C49B31-D534-4E6F-BB52-501F2EEDE0AF}" presName="circleA" presStyleLbl="node1" presStyleIdx="4" presStyleCnt="9"/>
      <dgm:spPr/>
    </dgm:pt>
    <dgm:pt modelId="{9D7775B6-00AA-4B5E-966A-825FBF11DB7D}" type="pres">
      <dgm:prSet presAssocID="{D0C49B31-D534-4E6F-BB52-501F2EEDE0AF}" presName="spaceA" presStyleCnt="0"/>
      <dgm:spPr/>
    </dgm:pt>
    <dgm:pt modelId="{D4B33AA5-9E03-4B32-B50D-037DEE789307}" type="pres">
      <dgm:prSet presAssocID="{7C082EA5-8489-4722-A245-A35212F46CD8}" presName="space" presStyleCnt="0"/>
      <dgm:spPr/>
    </dgm:pt>
    <dgm:pt modelId="{376F73DE-5ADF-4B4E-AF2A-91B1606C796E}" type="pres">
      <dgm:prSet presAssocID="{CE88EEA6-EE6E-490C-9A76-C897CD7DEE66}" presName="compositeB" presStyleCnt="0"/>
      <dgm:spPr/>
    </dgm:pt>
    <dgm:pt modelId="{5C6BFC6D-3E1B-426D-B9E0-C682F8EE78C8}" type="pres">
      <dgm:prSet presAssocID="{CE88EEA6-EE6E-490C-9A76-C897CD7DEE66}" presName="textB" presStyleLbl="revTx" presStyleIdx="5" presStyleCnt="9">
        <dgm:presLayoutVars>
          <dgm:bulletEnabled val="1"/>
        </dgm:presLayoutVars>
      </dgm:prSet>
      <dgm:spPr/>
    </dgm:pt>
    <dgm:pt modelId="{E43097A9-F4FD-44CB-A876-DC295AD94C5F}" type="pres">
      <dgm:prSet presAssocID="{CE88EEA6-EE6E-490C-9A76-C897CD7DEE66}" presName="circleB" presStyleLbl="node1" presStyleIdx="5" presStyleCnt="9"/>
      <dgm:spPr/>
    </dgm:pt>
    <dgm:pt modelId="{5D6BA5BF-2ECE-49A2-9FA7-0295862907D7}" type="pres">
      <dgm:prSet presAssocID="{CE88EEA6-EE6E-490C-9A76-C897CD7DEE66}" presName="spaceB" presStyleCnt="0"/>
      <dgm:spPr/>
    </dgm:pt>
    <dgm:pt modelId="{B96AD0A8-4871-41FC-8ABE-4E0339DAF646}" type="pres">
      <dgm:prSet presAssocID="{94AB7C8B-20A1-4B44-9F00-BB58B728DF39}" presName="space" presStyleCnt="0"/>
      <dgm:spPr/>
    </dgm:pt>
    <dgm:pt modelId="{5BC4CAA3-1C45-47EE-8760-38939A232175}" type="pres">
      <dgm:prSet presAssocID="{7D7F0545-F2FF-4E8B-B055-47269521609F}" presName="compositeA" presStyleCnt="0"/>
      <dgm:spPr/>
    </dgm:pt>
    <dgm:pt modelId="{CB61B7CF-52A6-41DD-9F5A-CAABA46DFB6D}" type="pres">
      <dgm:prSet presAssocID="{7D7F0545-F2FF-4E8B-B055-47269521609F}" presName="textA" presStyleLbl="revTx" presStyleIdx="6" presStyleCnt="9">
        <dgm:presLayoutVars>
          <dgm:bulletEnabled val="1"/>
        </dgm:presLayoutVars>
      </dgm:prSet>
      <dgm:spPr/>
    </dgm:pt>
    <dgm:pt modelId="{F72CB5F8-981E-4814-99D8-63FF9005A5BC}" type="pres">
      <dgm:prSet presAssocID="{7D7F0545-F2FF-4E8B-B055-47269521609F}" presName="circleA" presStyleLbl="node1" presStyleIdx="6" presStyleCnt="9"/>
      <dgm:spPr/>
    </dgm:pt>
    <dgm:pt modelId="{645C6F68-CDFA-4C17-8463-1C45BA8612B4}" type="pres">
      <dgm:prSet presAssocID="{7D7F0545-F2FF-4E8B-B055-47269521609F}" presName="spaceA" presStyleCnt="0"/>
      <dgm:spPr/>
    </dgm:pt>
    <dgm:pt modelId="{A566E269-E8AA-435C-9ACD-EF9AE3D83161}" type="pres">
      <dgm:prSet presAssocID="{98E81E83-AC2D-46CE-B17B-E3368E517315}" presName="space" presStyleCnt="0"/>
      <dgm:spPr/>
    </dgm:pt>
    <dgm:pt modelId="{15B04247-4995-4975-9C47-F306A6803015}" type="pres">
      <dgm:prSet presAssocID="{0121A4D0-28E1-42AD-B0BD-AAFCBCE01C77}" presName="compositeB" presStyleCnt="0"/>
      <dgm:spPr/>
    </dgm:pt>
    <dgm:pt modelId="{98B78863-19DB-41BE-9A50-733989D8EBB0}" type="pres">
      <dgm:prSet presAssocID="{0121A4D0-28E1-42AD-B0BD-AAFCBCE01C77}" presName="textB" presStyleLbl="revTx" presStyleIdx="7" presStyleCnt="9">
        <dgm:presLayoutVars>
          <dgm:bulletEnabled val="1"/>
        </dgm:presLayoutVars>
      </dgm:prSet>
      <dgm:spPr/>
    </dgm:pt>
    <dgm:pt modelId="{22660381-1787-44E4-A301-CD4128942D3A}" type="pres">
      <dgm:prSet presAssocID="{0121A4D0-28E1-42AD-B0BD-AAFCBCE01C77}" presName="circleB" presStyleLbl="node1" presStyleIdx="7" presStyleCnt="9"/>
      <dgm:spPr/>
    </dgm:pt>
    <dgm:pt modelId="{2FB702D9-BFE5-41D0-8961-2A72564D2187}" type="pres">
      <dgm:prSet presAssocID="{0121A4D0-28E1-42AD-B0BD-AAFCBCE01C77}" presName="spaceB" presStyleCnt="0"/>
      <dgm:spPr/>
    </dgm:pt>
    <dgm:pt modelId="{750BC463-AFA5-4CA6-8994-8401C1BD6687}" type="pres">
      <dgm:prSet presAssocID="{0EF7A51E-DC2B-4997-95E7-F10585EE473E}" presName="space" presStyleCnt="0"/>
      <dgm:spPr/>
    </dgm:pt>
    <dgm:pt modelId="{8B8230B3-3AC8-44FC-87BB-F5474DBB8700}" type="pres">
      <dgm:prSet presAssocID="{BB9264DB-C014-408A-85B2-B54BB32F5D9F}" presName="compositeA" presStyleCnt="0"/>
      <dgm:spPr/>
    </dgm:pt>
    <dgm:pt modelId="{EB01A673-2509-4E1B-BC9D-4F254429FEC0}" type="pres">
      <dgm:prSet presAssocID="{BB9264DB-C014-408A-85B2-B54BB32F5D9F}" presName="textA" presStyleLbl="revTx" presStyleIdx="8" presStyleCnt="9">
        <dgm:presLayoutVars>
          <dgm:bulletEnabled val="1"/>
        </dgm:presLayoutVars>
      </dgm:prSet>
      <dgm:spPr/>
    </dgm:pt>
    <dgm:pt modelId="{A4183A17-5854-4846-9B52-EDCB80582CD6}" type="pres">
      <dgm:prSet presAssocID="{BB9264DB-C014-408A-85B2-B54BB32F5D9F}" presName="circleA" presStyleLbl="node1" presStyleIdx="8" presStyleCnt="9"/>
      <dgm:spPr/>
    </dgm:pt>
    <dgm:pt modelId="{394B1026-96E1-4489-9007-BC60F37ECBFE}" type="pres">
      <dgm:prSet presAssocID="{BB9264DB-C014-408A-85B2-B54BB32F5D9F}" presName="spaceA" presStyleCnt="0"/>
      <dgm:spPr/>
    </dgm:pt>
  </dgm:ptLst>
  <dgm:cxnLst>
    <dgm:cxn modelId="{3AAB9A0B-E2E8-4C0E-89FC-AFD7F22B190F}" type="presOf" srcId="{7D7F0545-F2FF-4E8B-B055-47269521609F}" destId="{CB61B7CF-52A6-41DD-9F5A-CAABA46DFB6D}" srcOrd="0" destOrd="0" presId="urn:microsoft.com/office/officeart/2005/8/layout/hProcess11"/>
    <dgm:cxn modelId="{C9541F0C-5682-42F5-B944-E2A5158A7D91}" type="presOf" srcId="{0142A0EF-168F-443F-9A5C-10D0DA2669EC}" destId="{D797846A-D1F2-4402-8A6B-7C897C173433}" srcOrd="0" destOrd="0" presId="urn:microsoft.com/office/officeart/2005/8/layout/hProcess11"/>
    <dgm:cxn modelId="{73522128-FB3E-4E35-A51C-A9541359AFFA}" type="presOf" srcId="{D0C49B31-D534-4E6F-BB52-501F2EEDE0AF}" destId="{256691DD-2C2B-4039-9394-3140AF403A5D}" srcOrd="0" destOrd="0" presId="urn:microsoft.com/office/officeart/2005/8/layout/hProcess11"/>
    <dgm:cxn modelId="{6ACE9638-5E21-436B-9559-FED6CD9B5E03}" type="presOf" srcId="{5970C1E8-D018-4DEE-A1F4-E1BC990D3BBE}" destId="{77ED0D02-B795-409D-94DC-FCB93976330F}" srcOrd="0" destOrd="0" presId="urn:microsoft.com/office/officeart/2005/8/layout/hProcess11"/>
    <dgm:cxn modelId="{ECEA1747-224C-42A3-8ACD-51ADC65E5CB4}" type="presOf" srcId="{BB9264DB-C014-408A-85B2-B54BB32F5D9F}" destId="{EB01A673-2509-4E1B-BC9D-4F254429FEC0}" srcOrd="0" destOrd="0" presId="urn:microsoft.com/office/officeart/2005/8/layout/hProcess11"/>
    <dgm:cxn modelId="{B34F7152-52BD-4058-9959-78A72704F67B}" type="presOf" srcId="{DC3EFED1-03EC-4B7A-A857-6B1908EB5C4A}" destId="{4FCF4AE9-C98D-45D8-AF63-745FB1E6F713}" srcOrd="0" destOrd="0" presId="urn:microsoft.com/office/officeart/2005/8/layout/hProcess11"/>
    <dgm:cxn modelId="{C129A775-8C3D-4C71-A2A8-20ED4D34AB54}" srcId="{7C7DC38B-70B2-4744-BC7C-0E0D533AA037}" destId="{DC3EFED1-03EC-4B7A-A857-6B1908EB5C4A}" srcOrd="3" destOrd="0" parTransId="{F634F8C0-0A52-4F70-80F3-FECF9DDDCAA7}" sibTransId="{B3DC0E2F-83C1-4AAA-B2DF-A1B498A4BFDA}"/>
    <dgm:cxn modelId="{01762357-2255-4314-8EC6-56B02EC4180F}" type="presOf" srcId="{7C7DC38B-70B2-4744-BC7C-0E0D533AA037}" destId="{F1901F49-C78F-4A05-8F09-D75EFCF17BD2}" srcOrd="0" destOrd="0" presId="urn:microsoft.com/office/officeart/2005/8/layout/hProcess11"/>
    <dgm:cxn modelId="{0950B159-242E-4429-971B-C6B3BB969766}" srcId="{7C7DC38B-70B2-4744-BC7C-0E0D533AA037}" destId="{D0C49B31-D534-4E6F-BB52-501F2EEDE0AF}" srcOrd="4" destOrd="0" parTransId="{B8C77220-3BE4-482D-A66B-FBCB93D449F3}" sibTransId="{7C082EA5-8489-4722-A245-A35212F46CD8}"/>
    <dgm:cxn modelId="{5F38C981-2E3F-4E0A-A007-57DE6249F2C6}" srcId="{7C7DC38B-70B2-4744-BC7C-0E0D533AA037}" destId="{0142A0EF-168F-443F-9A5C-10D0DA2669EC}" srcOrd="0" destOrd="0" parTransId="{83AF450A-F097-49E5-A3A8-5D1B54F7E445}" sibTransId="{7869D48D-2262-4F0D-AE2D-374AD73D9FD5}"/>
    <dgm:cxn modelId="{3265EE87-E4CB-4FBE-B16A-C506A231F982}" type="presOf" srcId="{0121A4D0-28E1-42AD-B0BD-AAFCBCE01C77}" destId="{98B78863-19DB-41BE-9A50-733989D8EBB0}" srcOrd="0" destOrd="0" presId="urn:microsoft.com/office/officeart/2005/8/layout/hProcess11"/>
    <dgm:cxn modelId="{5B873995-2B83-4F2B-982E-3F9F4AD247FB}" type="presOf" srcId="{CE88EEA6-EE6E-490C-9A76-C897CD7DEE66}" destId="{5C6BFC6D-3E1B-426D-B9E0-C682F8EE78C8}" srcOrd="0" destOrd="0" presId="urn:microsoft.com/office/officeart/2005/8/layout/hProcess11"/>
    <dgm:cxn modelId="{80A16196-E909-4290-9996-6F2B4799BE40}" srcId="{7C7DC38B-70B2-4744-BC7C-0E0D533AA037}" destId="{CE88EEA6-EE6E-490C-9A76-C897CD7DEE66}" srcOrd="5" destOrd="0" parTransId="{9A13ED8C-08D5-4100-906A-BF1343130481}" sibTransId="{94AB7C8B-20A1-4B44-9F00-BB58B728DF39}"/>
    <dgm:cxn modelId="{96CD8BB1-E275-44BB-A7CE-23351CC9E7E3}" type="presOf" srcId="{26D62AA2-B7C1-4F82-B0E6-747D439F0DBB}" destId="{6010EA43-BAEA-4DA6-8C8A-58C539EC10E9}" srcOrd="0" destOrd="0" presId="urn:microsoft.com/office/officeart/2005/8/layout/hProcess11"/>
    <dgm:cxn modelId="{341957BA-0DB5-478F-843A-5716D070C86D}" srcId="{7C7DC38B-70B2-4744-BC7C-0E0D533AA037}" destId="{26D62AA2-B7C1-4F82-B0E6-747D439F0DBB}" srcOrd="1" destOrd="0" parTransId="{4A999468-97FD-4F18-AC2F-1AD7A76F7200}" sibTransId="{5BF6A369-52EA-46B9-8C18-7FFFBA959AA2}"/>
    <dgm:cxn modelId="{499BFDDF-E23C-4035-BC19-8C1C320F07A3}" srcId="{7C7DC38B-70B2-4744-BC7C-0E0D533AA037}" destId="{0121A4D0-28E1-42AD-B0BD-AAFCBCE01C77}" srcOrd="7" destOrd="0" parTransId="{BF1FA1DA-607D-45BD-BFA9-2EC14F655F5D}" sibTransId="{0EF7A51E-DC2B-4997-95E7-F10585EE473E}"/>
    <dgm:cxn modelId="{C2462EE4-65D9-4C31-B973-A48FF08B67C6}" srcId="{7C7DC38B-70B2-4744-BC7C-0E0D533AA037}" destId="{5970C1E8-D018-4DEE-A1F4-E1BC990D3BBE}" srcOrd="2" destOrd="0" parTransId="{A3751B25-AD1F-4BAB-BA5C-2856D9A4FCF3}" sibTransId="{C0645D69-A99D-49E9-8016-DB9D9C9BF2C3}"/>
    <dgm:cxn modelId="{7F3FC0E5-5FAC-4FAA-A1C1-14301F0875DD}" srcId="{7C7DC38B-70B2-4744-BC7C-0E0D533AA037}" destId="{BB9264DB-C014-408A-85B2-B54BB32F5D9F}" srcOrd="8" destOrd="0" parTransId="{05B8FF91-4568-45FC-9BED-49B1837DDD86}" sibTransId="{02980B28-619F-4714-9523-0EB92E150717}"/>
    <dgm:cxn modelId="{E288AEED-96C7-4E8B-8BAC-1C6DBD589C43}" srcId="{7C7DC38B-70B2-4744-BC7C-0E0D533AA037}" destId="{7D7F0545-F2FF-4E8B-B055-47269521609F}" srcOrd="6" destOrd="0" parTransId="{A04669FB-1C17-446C-9796-892468575128}" sibTransId="{98E81E83-AC2D-46CE-B17B-E3368E517315}"/>
    <dgm:cxn modelId="{9F9C0812-1E2A-4649-81D0-A3B1969765A8}" type="presParOf" srcId="{F1901F49-C78F-4A05-8F09-D75EFCF17BD2}" destId="{BCAE3BC9-8F30-4759-87C9-1FB6268A12F9}" srcOrd="0" destOrd="0" presId="urn:microsoft.com/office/officeart/2005/8/layout/hProcess11"/>
    <dgm:cxn modelId="{03040958-9292-45FD-8CD3-45FCAAF7DFF9}" type="presParOf" srcId="{F1901F49-C78F-4A05-8F09-D75EFCF17BD2}" destId="{0A3A6AE9-6D1E-4A55-8637-D609D9CF33DE}" srcOrd="1" destOrd="0" presId="urn:microsoft.com/office/officeart/2005/8/layout/hProcess11"/>
    <dgm:cxn modelId="{7F7492FF-BB24-45E7-A64E-60EDC4887D94}" type="presParOf" srcId="{0A3A6AE9-6D1E-4A55-8637-D609D9CF33DE}" destId="{54C6BD2B-A8A6-4853-971E-82DCAE77516F}" srcOrd="0" destOrd="0" presId="urn:microsoft.com/office/officeart/2005/8/layout/hProcess11"/>
    <dgm:cxn modelId="{C831CD09-BAAF-4344-B9CB-71F8672CB552}" type="presParOf" srcId="{54C6BD2B-A8A6-4853-971E-82DCAE77516F}" destId="{D797846A-D1F2-4402-8A6B-7C897C173433}" srcOrd="0" destOrd="0" presId="urn:microsoft.com/office/officeart/2005/8/layout/hProcess11"/>
    <dgm:cxn modelId="{E9181D51-5EA2-4487-9191-AA48743B5694}" type="presParOf" srcId="{54C6BD2B-A8A6-4853-971E-82DCAE77516F}" destId="{39B7C475-4D9E-43CE-8ECF-6229E0B544DF}" srcOrd="1" destOrd="0" presId="urn:microsoft.com/office/officeart/2005/8/layout/hProcess11"/>
    <dgm:cxn modelId="{4504D880-5E54-4297-8343-D1B1CCC8CDB6}" type="presParOf" srcId="{54C6BD2B-A8A6-4853-971E-82DCAE77516F}" destId="{4946CFD7-091B-4E2A-8E28-F8888EA3C683}" srcOrd="2" destOrd="0" presId="urn:microsoft.com/office/officeart/2005/8/layout/hProcess11"/>
    <dgm:cxn modelId="{2F24846B-0B89-4D4B-A1F5-0091E03BCF5F}" type="presParOf" srcId="{0A3A6AE9-6D1E-4A55-8637-D609D9CF33DE}" destId="{571D480C-848E-410A-A264-D418DDBE5360}" srcOrd="1" destOrd="0" presId="urn:microsoft.com/office/officeart/2005/8/layout/hProcess11"/>
    <dgm:cxn modelId="{6B025838-DDD5-4746-A41F-E265C5073CEB}" type="presParOf" srcId="{0A3A6AE9-6D1E-4A55-8637-D609D9CF33DE}" destId="{67597B58-D9CE-472C-8D53-F78155AB6C6A}" srcOrd="2" destOrd="0" presId="urn:microsoft.com/office/officeart/2005/8/layout/hProcess11"/>
    <dgm:cxn modelId="{404970AC-479D-43FB-BD96-8ECCD20D122A}" type="presParOf" srcId="{67597B58-D9CE-472C-8D53-F78155AB6C6A}" destId="{6010EA43-BAEA-4DA6-8C8A-58C539EC10E9}" srcOrd="0" destOrd="0" presId="urn:microsoft.com/office/officeart/2005/8/layout/hProcess11"/>
    <dgm:cxn modelId="{D5155E94-725E-48E2-AD97-F4911B562D8F}" type="presParOf" srcId="{67597B58-D9CE-472C-8D53-F78155AB6C6A}" destId="{93CA66C7-3408-42BF-B74F-E68FC97579F8}" srcOrd="1" destOrd="0" presId="urn:microsoft.com/office/officeart/2005/8/layout/hProcess11"/>
    <dgm:cxn modelId="{AD286129-81A4-48FE-B9DD-81B7DCC27BED}" type="presParOf" srcId="{67597B58-D9CE-472C-8D53-F78155AB6C6A}" destId="{FE469684-C887-43F9-B9D4-C8C981707FFC}" srcOrd="2" destOrd="0" presId="urn:microsoft.com/office/officeart/2005/8/layout/hProcess11"/>
    <dgm:cxn modelId="{AA8D215E-8A34-44F9-B0E3-FA772DF3DE82}" type="presParOf" srcId="{0A3A6AE9-6D1E-4A55-8637-D609D9CF33DE}" destId="{5140883A-7277-4B13-BF1C-FF43C0E98110}" srcOrd="3" destOrd="0" presId="urn:microsoft.com/office/officeart/2005/8/layout/hProcess11"/>
    <dgm:cxn modelId="{F47BAFC9-2593-4C0F-A2CF-4A5C43796639}" type="presParOf" srcId="{0A3A6AE9-6D1E-4A55-8637-D609D9CF33DE}" destId="{14617B1A-C9B3-41AC-A9C8-96C80BAF92CE}" srcOrd="4" destOrd="0" presId="urn:microsoft.com/office/officeart/2005/8/layout/hProcess11"/>
    <dgm:cxn modelId="{C998DC2C-B91B-4672-969A-30BA8FAC957D}" type="presParOf" srcId="{14617B1A-C9B3-41AC-A9C8-96C80BAF92CE}" destId="{77ED0D02-B795-409D-94DC-FCB93976330F}" srcOrd="0" destOrd="0" presId="urn:microsoft.com/office/officeart/2005/8/layout/hProcess11"/>
    <dgm:cxn modelId="{F4C5F1DE-E868-489A-9197-CE042D6391A7}" type="presParOf" srcId="{14617B1A-C9B3-41AC-A9C8-96C80BAF92CE}" destId="{4A3FEDA8-1741-4434-ABF5-A85BD982EE69}" srcOrd="1" destOrd="0" presId="urn:microsoft.com/office/officeart/2005/8/layout/hProcess11"/>
    <dgm:cxn modelId="{5020315E-5532-4D25-A42D-AB5F67B21DBE}" type="presParOf" srcId="{14617B1A-C9B3-41AC-A9C8-96C80BAF92CE}" destId="{4AF0B75C-3AB1-41BA-AF17-5520E0147884}" srcOrd="2" destOrd="0" presId="urn:microsoft.com/office/officeart/2005/8/layout/hProcess11"/>
    <dgm:cxn modelId="{92C6642B-45B4-42CE-A3C5-7C30E07C8648}" type="presParOf" srcId="{0A3A6AE9-6D1E-4A55-8637-D609D9CF33DE}" destId="{290B3200-8E30-4459-895B-59ED5DA1D6C6}" srcOrd="5" destOrd="0" presId="urn:microsoft.com/office/officeart/2005/8/layout/hProcess11"/>
    <dgm:cxn modelId="{302675AD-6C88-4D4E-BFA5-C42E10CA90E8}" type="presParOf" srcId="{0A3A6AE9-6D1E-4A55-8637-D609D9CF33DE}" destId="{DBFD2284-564C-4992-A8B5-64A648AA331E}" srcOrd="6" destOrd="0" presId="urn:microsoft.com/office/officeart/2005/8/layout/hProcess11"/>
    <dgm:cxn modelId="{82949DBA-A733-4CD8-B311-2CA39C0282C6}" type="presParOf" srcId="{DBFD2284-564C-4992-A8B5-64A648AA331E}" destId="{4FCF4AE9-C98D-45D8-AF63-745FB1E6F713}" srcOrd="0" destOrd="0" presId="urn:microsoft.com/office/officeart/2005/8/layout/hProcess11"/>
    <dgm:cxn modelId="{0FBE61A2-E22D-4EE9-80CD-FD3FFEF3DF48}" type="presParOf" srcId="{DBFD2284-564C-4992-A8B5-64A648AA331E}" destId="{03C6C7FF-6CA3-45C8-9B7C-F524E7146C00}" srcOrd="1" destOrd="0" presId="urn:microsoft.com/office/officeart/2005/8/layout/hProcess11"/>
    <dgm:cxn modelId="{39979B8A-E877-40DF-ADB9-5ECA4F97CDBC}" type="presParOf" srcId="{DBFD2284-564C-4992-A8B5-64A648AA331E}" destId="{B9DD3F24-E07D-4012-BF6C-CDC40F660F9A}" srcOrd="2" destOrd="0" presId="urn:microsoft.com/office/officeart/2005/8/layout/hProcess11"/>
    <dgm:cxn modelId="{166B7508-E805-46A1-B452-D21135FC6D36}" type="presParOf" srcId="{0A3A6AE9-6D1E-4A55-8637-D609D9CF33DE}" destId="{E5F1EB68-C7A5-44F5-9CA9-07514C3E363E}" srcOrd="7" destOrd="0" presId="urn:microsoft.com/office/officeart/2005/8/layout/hProcess11"/>
    <dgm:cxn modelId="{BAA1BB83-097A-4B6C-BA35-C7D624810D7A}" type="presParOf" srcId="{0A3A6AE9-6D1E-4A55-8637-D609D9CF33DE}" destId="{CDA850A1-EE52-429D-8ECC-97030C6EFFDA}" srcOrd="8" destOrd="0" presId="urn:microsoft.com/office/officeart/2005/8/layout/hProcess11"/>
    <dgm:cxn modelId="{32EF5417-87CA-48FB-9D80-7C39C14CCE5A}" type="presParOf" srcId="{CDA850A1-EE52-429D-8ECC-97030C6EFFDA}" destId="{256691DD-2C2B-4039-9394-3140AF403A5D}" srcOrd="0" destOrd="0" presId="urn:microsoft.com/office/officeart/2005/8/layout/hProcess11"/>
    <dgm:cxn modelId="{140DFC2E-7B10-46AE-BA01-AF02DBE51ACC}" type="presParOf" srcId="{CDA850A1-EE52-429D-8ECC-97030C6EFFDA}" destId="{7F350FF1-D49B-4AD4-97B9-82AB659ECC07}" srcOrd="1" destOrd="0" presId="urn:microsoft.com/office/officeart/2005/8/layout/hProcess11"/>
    <dgm:cxn modelId="{F33F5559-6EEA-4BB4-AE67-055ED4CA48E6}" type="presParOf" srcId="{CDA850A1-EE52-429D-8ECC-97030C6EFFDA}" destId="{9D7775B6-00AA-4B5E-966A-825FBF11DB7D}" srcOrd="2" destOrd="0" presId="urn:microsoft.com/office/officeart/2005/8/layout/hProcess11"/>
    <dgm:cxn modelId="{901EE208-D073-472B-B006-02361E301993}" type="presParOf" srcId="{0A3A6AE9-6D1E-4A55-8637-D609D9CF33DE}" destId="{D4B33AA5-9E03-4B32-B50D-037DEE789307}" srcOrd="9" destOrd="0" presId="urn:microsoft.com/office/officeart/2005/8/layout/hProcess11"/>
    <dgm:cxn modelId="{8250AA91-9D52-4752-AA06-530B4019F7E1}" type="presParOf" srcId="{0A3A6AE9-6D1E-4A55-8637-D609D9CF33DE}" destId="{376F73DE-5ADF-4B4E-AF2A-91B1606C796E}" srcOrd="10" destOrd="0" presId="urn:microsoft.com/office/officeart/2005/8/layout/hProcess11"/>
    <dgm:cxn modelId="{F28B410A-BD6E-4417-A471-CE8FDCB38629}" type="presParOf" srcId="{376F73DE-5ADF-4B4E-AF2A-91B1606C796E}" destId="{5C6BFC6D-3E1B-426D-B9E0-C682F8EE78C8}" srcOrd="0" destOrd="0" presId="urn:microsoft.com/office/officeart/2005/8/layout/hProcess11"/>
    <dgm:cxn modelId="{29B77EC9-0AEE-4C01-9631-39B72B3D0259}" type="presParOf" srcId="{376F73DE-5ADF-4B4E-AF2A-91B1606C796E}" destId="{E43097A9-F4FD-44CB-A876-DC295AD94C5F}" srcOrd="1" destOrd="0" presId="urn:microsoft.com/office/officeart/2005/8/layout/hProcess11"/>
    <dgm:cxn modelId="{0272242E-6C50-4EA4-99C5-6D3CFEBF3DC8}" type="presParOf" srcId="{376F73DE-5ADF-4B4E-AF2A-91B1606C796E}" destId="{5D6BA5BF-2ECE-49A2-9FA7-0295862907D7}" srcOrd="2" destOrd="0" presId="urn:microsoft.com/office/officeart/2005/8/layout/hProcess11"/>
    <dgm:cxn modelId="{638256BE-D2D7-4DD2-AA64-859526AA89E7}" type="presParOf" srcId="{0A3A6AE9-6D1E-4A55-8637-D609D9CF33DE}" destId="{B96AD0A8-4871-41FC-8ABE-4E0339DAF646}" srcOrd="11" destOrd="0" presId="urn:microsoft.com/office/officeart/2005/8/layout/hProcess11"/>
    <dgm:cxn modelId="{ADC8AF19-FEA4-4FD0-8F4E-165139CAB167}" type="presParOf" srcId="{0A3A6AE9-6D1E-4A55-8637-D609D9CF33DE}" destId="{5BC4CAA3-1C45-47EE-8760-38939A232175}" srcOrd="12" destOrd="0" presId="urn:microsoft.com/office/officeart/2005/8/layout/hProcess11"/>
    <dgm:cxn modelId="{A077853B-4667-4754-9276-80C5FDABF90A}" type="presParOf" srcId="{5BC4CAA3-1C45-47EE-8760-38939A232175}" destId="{CB61B7CF-52A6-41DD-9F5A-CAABA46DFB6D}" srcOrd="0" destOrd="0" presId="urn:microsoft.com/office/officeart/2005/8/layout/hProcess11"/>
    <dgm:cxn modelId="{F790A73B-03D2-4ED0-852A-1B28570396D0}" type="presParOf" srcId="{5BC4CAA3-1C45-47EE-8760-38939A232175}" destId="{F72CB5F8-981E-4814-99D8-63FF9005A5BC}" srcOrd="1" destOrd="0" presId="urn:microsoft.com/office/officeart/2005/8/layout/hProcess11"/>
    <dgm:cxn modelId="{64ED1D10-DAB6-41D4-8C66-77D11943611E}" type="presParOf" srcId="{5BC4CAA3-1C45-47EE-8760-38939A232175}" destId="{645C6F68-CDFA-4C17-8463-1C45BA8612B4}" srcOrd="2" destOrd="0" presId="urn:microsoft.com/office/officeart/2005/8/layout/hProcess11"/>
    <dgm:cxn modelId="{F2824A6C-F07F-43CA-980F-50356CA9CF86}" type="presParOf" srcId="{0A3A6AE9-6D1E-4A55-8637-D609D9CF33DE}" destId="{A566E269-E8AA-435C-9ACD-EF9AE3D83161}" srcOrd="13" destOrd="0" presId="urn:microsoft.com/office/officeart/2005/8/layout/hProcess11"/>
    <dgm:cxn modelId="{EC08FD69-1FA9-46B3-9369-C3F8E1155F11}" type="presParOf" srcId="{0A3A6AE9-6D1E-4A55-8637-D609D9CF33DE}" destId="{15B04247-4995-4975-9C47-F306A6803015}" srcOrd="14" destOrd="0" presId="urn:microsoft.com/office/officeart/2005/8/layout/hProcess11"/>
    <dgm:cxn modelId="{627D1278-E5C4-4BB3-85F5-74523B1BC74F}" type="presParOf" srcId="{15B04247-4995-4975-9C47-F306A6803015}" destId="{98B78863-19DB-41BE-9A50-733989D8EBB0}" srcOrd="0" destOrd="0" presId="urn:microsoft.com/office/officeart/2005/8/layout/hProcess11"/>
    <dgm:cxn modelId="{CA339465-02CF-47D3-8115-2F4CC2543A6C}" type="presParOf" srcId="{15B04247-4995-4975-9C47-F306A6803015}" destId="{22660381-1787-44E4-A301-CD4128942D3A}" srcOrd="1" destOrd="0" presId="urn:microsoft.com/office/officeart/2005/8/layout/hProcess11"/>
    <dgm:cxn modelId="{78BD8181-BB2E-4FEC-A4F8-5A0C07AECC62}" type="presParOf" srcId="{15B04247-4995-4975-9C47-F306A6803015}" destId="{2FB702D9-BFE5-41D0-8961-2A72564D2187}" srcOrd="2" destOrd="0" presId="urn:microsoft.com/office/officeart/2005/8/layout/hProcess11"/>
    <dgm:cxn modelId="{5AABEDC8-B343-4E77-BE5A-B464EC8858A2}" type="presParOf" srcId="{0A3A6AE9-6D1E-4A55-8637-D609D9CF33DE}" destId="{750BC463-AFA5-4CA6-8994-8401C1BD6687}" srcOrd="15" destOrd="0" presId="urn:microsoft.com/office/officeart/2005/8/layout/hProcess11"/>
    <dgm:cxn modelId="{F8201575-306E-4CA9-A4D9-FAB10CBF6502}" type="presParOf" srcId="{0A3A6AE9-6D1E-4A55-8637-D609D9CF33DE}" destId="{8B8230B3-3AC8-44FC-87BB-F5474DBB8700}" srcOrd="16" destOrd="0" presId="urn:microsoft.com/office/officeart/2005/8/layout/hProcess11"/>
    <dgm:cxn modelId="{B40C8FB6-B86B-4251-AF09-767AA8542752}" type="presParOf" srcId="{8B8230B3-3AC8-44FC-87BB-F5474DBB8700}" destId="{EB01A673-2509-4E1B-BC9D-4F254429FEC0}" srcOrd="0" destOrd="0" presId="urn:microsoft.com/office/officeart/2005/8/layout/hProcess11"/>
    <dgm:cxn modelId="{8D7CDE04-112D-48DC-BF82-B37736930E82}" type="presParOf" srcId="{8B8230B3-3AC8-44FC-87BB-F5474DBB8700}" destId="{A4183A17-5854-4846-9B52-EDCB80582CD6}" srcOrd="1" destOrd="0" presId="urn:microsoft.com/office/officeart/2005/8/layout/hProcess11"/>
    <dgm:cxn modelId="{2C55A45E-4E8F-45CF-AF82-7F6D125F97A0}" type="presParOf" srcId="{8B8230B3-3AC8-44FC-87BB-F5474DBB8700}" destId="{394B1026-96E1-4489-9007-BC60F37ECBFE}" srcOrd="2" destOrd="0" presId="urn:microsoft.com/office/officeart/2005/8/layout/hProcess1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C7DC38B-70B2-4744-BC7C-0E0D533AA037}" type="doc">
      <dgm:prSet loTypeId="urn:microsoft.com/office/officeart/2005/8/layout/hProcess11" loCatId="process" qsTypeId="urn:microsoft.com/office/officeart/2005/8/quickstyle/simple1" qsCatId="simple" csTypeId="urn:microsoft.com/office/officeart/2005/8/colors/accent1_2" csCatId="accent1" phldr="1"/>
      <dgm:spPr/>
      <dgm:t>
        <a:bodyPr/>
        <a:lstStyle/>
        <a:p>
          <a:endParaRPr lang="LID4096"/>
        </a:p>
      </dgm:t>
    </dgm:pt>
    <dgm:pt modelId="{0142A0EF-168F-443F-9A5C-10D0DA2669EC}">
      <dgm:prSet/>
      <dgm:spPr/>
      <dgm:t>
        <a:bodyPr/>
        <a:lstStyle/>
        <a:p>
          <a:r>
            <a:rPr lang="en-GB"/>
            <a:t>Forecast from customer</a:t>
          </a:r>
          <a:endParaRPr lang="en-NL"/>
        </a:p>
      </dgm:t>
    </dgm:pt>
    <dgm:pt modelId="{83AF450A-F097-49E5-A3A8-5D1B54F7E445}" type="parTrans" cxnId="{5F38C981-2E3F-4E0A-A007-57DE6249F2C6}">
      <dgm:prSet/>
      <dgm:spPr/>
      <dgm:t>
        <a:bodyPr/>
        <a:lstStyle/>
        <a:p>
          <a:endParaRPr lang="LID4096"/>
        </a:p>
      </dgm:t>
    </dgm:pt>
    <dgm:pt modelId="{7869D48D-2262-4F0D-AE2D-374AD73D9FD5}" type="sibTrans" cxnId="{5F38C981-2E3F-4E0A-A007-57DE6249F2C6}">
      <dgm:prSet/>
      <dgm:spPr/>
      <dgm:t>
        <a:bodyPr/>
        <a:lstStyle/>
        <a:p>
          <a:endParaRPr lang="LID4096"/>
        </a:p>
      </dgm:t>
    </dgm:pt>
    <dgm:pt modelId="{26D62AA2-B7C1-4F82-B0E6-747D439F0DBB}">
      <dgm:prSet/>
      <dgm:spPr/>
      <dgm:t>
        <a:bodyPr/>
        <a:lstStyle/>
        <a:p>
          <a:r>
            <a:rPr lang="en-GB"/>
            <a:t>Manufacturing sites consolidates forecast</a:t>
          </a:r>
          <a:endParaRPr lang="en-NL"/>
        </a:p>
      </dgm:t>
    </dgm:pt>
    <dgm:pt modelId="{4A999468-97FD-4F18-AC2F-1AD7A76F7200}" type="parTrans" cxnId="{341957BA-0DB5-478F-843A-5716D070C86D}">
      <dgm:prSet/>
      <dgm:spPr/>
      <dgm:t>
        <a:bodyPr/>
        <a:lstStyle/>
        <a:p>
          <a:endParaRPr lang="LID4096"/>
        </a:p>
      </dgm:t>
    </dgm:pt>
    <dgm:pt modelId="{5BF6A369-52EA-46B9-8C18-7FFFBA959AA2}" type="sibTrans" cxnId="{341957BA-0DB5-478F-843A-5716D070C86D}">
      <dgm:prSet/>
      <dgm:spPr/>
      <dgm:t>
        <a:bodyPr/>
        <a:lstStyle/>
        <a:p>
          <a:endParaRPr lang="LID4096"/>
        </a:p>
      </dgm:t>
    </dgm:pt>
    <dgm:pt modelId="{5970C1E8-D018-4DEE-A1F4-E1BC990D3BBE}">
      <dgm:prSet/>
      <dgm:spPr/>
      <dgm:t>
        <a:bodyPr/>
        <a:lstStyle/>
        <a:p>
          <a:r>
            <a:rPr lang="en-GB"/>
            <a:t>Demand Consolidation</a:t>
          </a:r>
          <a:endParaRPr lang="en-NL"/>
        </a:p>
      </dgm:t>
    </dgm:pt>
    <dgm:pt modelId="{A3751B25-AD1F-4BAB-BA5C-2856D9A4FCF3}" type="parTrans" cxnId="{C2462EE4-65D9-4C31-B973-A48FF08B67C6}">
      <dgm:prSet/>
      <dgm:spPr/>
      <dgm:t>
        <a:bodyPr/>
        <a:lstStyle/>
        <a:p>
          <a:endParaRPr lang="LID4096"/>
        </a:p>
      </dgm:t>
    </dgm:pt>
    <dgm:pt modelId="{C0645D69-A99D-49E9-8016-DB9D9C9BF2C3}" type="sibTrans" cxnId="{C2462EE4-65D9-4C31-B973-A48FF08B67C6}">
      <dgm:prSet/>
      <dgm:spPr/>
      <dgm:t>
        <a:bodyPr/>
        <a:lstStyle/>
        <a:p>
          <a:endParaRPr lang="LID4096"/>
        </a:p>
      </dgm:t>
    </dgm:pt>
    <dgm:pt modelId="{DC3EFED1-03EC-4B7A-A857-6B1908EB5C4A}">
      <dgm:prSet/>
      <dgm:spPr/>
      <dgm:t>
        <a:bodyPr/>
        <a:lstStyle/>
        <a:p>
          <a:r>
            <a:rPr lang="en-GB"/>
            <a:t>Sales Review consolidated plan – Value and Volume</a:t>
          </a:r>
          <a:endParaRPr lang="en-NL"/>
        </a:p>
      </dgm:t>
    </dgm:pt>
    <dgm:pt modelId="{F634F8C0-0A52-4F70-80F3-FECF9DDDCAA7}" type="parTrans" cxnId="{C129A775-8C3D-4C71-A2A8-20ED4D34AB54}">
      <dgm:prSet/>
      <dgm:spPr/>
      <dgm:t>
        <a:bodyPr/>
        <a:lstStyle/>
        <a:p>
          <a:endParaRPr lang="LID4096"/>
        </a:p>
      </dgm:t>
    </dgm:pt>
    <dgm:pt modelId="{B3DC0E2F-83C1-4AAA-B2DF-A1B498A4BFDA}" type="sibTrans" cxnId="{C129A775-8C3D-4C71-A2A8-20ED4D34AB54}">
      <dgm:prSet/>
      <dgm:spPr/>
      <dgm:t>
        <a:bodyPr/>
        <a:lstStyle/>
        <a:p>
          <a:endParaRPr lang="LID4096"/>
        </a:p>
      </dgm:t>
    </dgm:pt>
    <dgm:pt modelId="{D0C49B31-D534-4E6F-BB52-501F2EEDE0AF}">
      <dgm:prSet/>
      <dgm:spPr/>
      <dgm:t>
        <a:bodyPr/>
        <a:lstStyle/>
        <a:p>
          <a:r>
            <a:rPr lang="en-GB" dirty="0"/>
            <a:t>Internal consensus plan review</a:t>
          </a:r>
          <a:endParaRPr lang="en-NL" dirty="0"/>
        </a:p>
      </dgm:t>
    </dgm:pt>
    <dgm:pt modelId="{B8C77220-3BE4-482D-A66B-FBCB93D449F3}" type="parTrans" cxnId="{0950B159-242E-4429-971B-C6B3BB969766}">
      <dgm:prSet/>
      <dgm:spPr/>
      <dgm:t>
        <a:bodyPr/>
        <a:lstStyle/>
        <a:p>
          <a:endParaRPr lang="LID4096"/>
        </a:p>
      </dgm:t>
    </dgm:pt>
    <dgm:pt modelId="{7C082EA5-8489-4722-A245-A35212F46CD8}" type="sibTrans" cxnId="{0950B159-242E-4429-971B-C6B3BB969766}">
      <dgm:prSet/>
      <dgm:spPr/>
      <dgm:t>
        <a:bodyPr/>
        <a:lstStyle/>
        <a:p>
          <a:endParaRPr lang="LID4096"/>
        </a:p>
      </dgm:t>
    </dgm:pt>
    <dgm:pt modelId="{7D7F0545-F2FF-4E8B-B055-47269521609F}">
      <dgm:prSet/>
      <dgm:spPr/>
      <dgm:t>
        <a:bodyPr/>
        <a:lstStyle/>
        <a:p>
          <a:r>
            <a:rPr lang="en-GB"/>
            <a:t>Sign off on consensus plan</a:t>
          </a:r>
          <a:endParaRPr lang="en-NL"/>
        </a:p>
      </dgm:t>
    </dgm:pt>
    <dgm:pt modelId="{A04669FB-1C17-446C-9796-892468575128}" type="parTrans" cxnId="{E288AEED-96C7-4E8B-8BAC-1C6DBD589C43}">
      <dgm:prSet/>
      <dgm:spPr/>
      <dgm:t>
        <a:bodyPr/>
        <a:lstStyle/>
        <a:p>
          <a:endParaRPr lang="LID4096"/>
        </a:p>
      </dgm:t>
    </dgm:pt>
    <dgm:pt modelId="{98E81E83-AC2D-46CE-B17B-E3368E517315}" type="sibTrans" cxnId="{E288AEED-96C7-4E8B-8BAC-1C6DBD589C43}">
      <dgm:prSet/>
      <dgm:spPr/>
      <dgm:t>
        <a:bodyPr/>
        <a:lstStyle/>
        <a:p>
          <a:endParaRPr lang="LID4096"/>
        </a:p>
      </dgm:t>
    </dgm:pt>
    <dgm:pt modelId="{CE88EEA6-EE6E-490C-9A76-C897CD7DEE66}">
      <dgm:prSet/>
      <dgm:spPr/>
      <dgm:t>
        <a:bodyPr/>
        <a:lstStyle/>
        <a:p>
          <a:r>
            <a:rPr lang="en-GB" dirty="0"/>
            <a:t>Final adjustments</a:t>
          </a:r>
          <a:endParaRPr lang="en-NL" dirty="0"/>
        </a:p>
      </dgm:t>
    </dgm:pt>
    <dgm:pt modelId="{9A13ED8C-08D5-4100-906A-BF1343130481}" type="parTrans" cxnId="{80A16196-E909-4290-9996-6F2B4799BE40}">
      <dgm:prSet/>
      <dgm:spPr/>
      <dgm:t>
        <a:bodyPr/>
        <a:lstStyle/>
        <a:p>
          <a:endParaRPr lang="LID4096"/>
        </a:p>
      </dgm:t>
    </dgm:pt>
    <dgm:pt modelId="{94AB7C8B-20A1-4B44-9F00-BB58B728DF39}" type="sibTrans" cxnId="{80A16196-E909-4290-9996-6F2B4799BE40}">
      <dgm:prSet/>
      <dgm:spPr/>
      <dgm:t>
        <a:bodyPr/>
        <a:lstStyle/>
        <a:p>
          <a:endParaRPr lang="LID4096"/>
        </a:p>
      </dgm:t>
    </dgm:pt>
    <dgm:pt modelId="{F1901F49-C78F-4A05-8F09-D75EFCF17BD2}" type="pres">
      <dgm:prSet presAssocID="{7C7DC38B-70B2-4744-BC7C-0E0D533AA037}" presName="Name0" presStyleCnt="0">
        <dgm:presLayoutVars>
          <dgm:dir/>
          <dgm:resizeHandles val="exact"/>
        </dgm:presLayoutVars>
      </dgm:prSet>
      <dgm:spPr/>
    </dgm:pt>
    <dgm:pt modelId="{BCAE3BC9-8F30-4759-87C9-1FB6268A12F9}" type="pres">
      <dgm:prSet presAssocID="{7C7DC38B-70B2-4744-BC7C-0E0D533AA037}" presName="arrow" presStyleLbl="bgShp" presStyleIdx="0" presStyleCnt="1"/>
      <dgm:spPr/>
    </dgm:pt>
    <dgm:pt modelId="{0A3A6AE9-6D1E-4A55-8637-D609D9CF33DE}" type="pres">
      <dgm:prSet presAssocID="{7C7DC38B-70B2-4744-BC7C-0E0D533AA037}" presName="points" presStyleCnt="0"/>
      <dgm:spPr/>
    </dgm:pt>
    <dgm:pt modelId="{54C6BD2B-A8A6-4853-971E-82DCAE77516F}" type="pres">
      <dgm:prSet presAssocID="{0142A0EF-168F-443F-9A5C-10D0DA2669EC}" presName="compositeA" presStyleCnt="0"/>
      <dgm:spPr/>
    </dgm:pt>
    <dgm:pt modelId="{D797846A-D1F2-4402-8A6B-7C897C173433}" type="pres">
      <dgm:prSet presAssocID="{0142A0EF-168F-443F-9A5C-10D0DA2669EC}" presName="textA" presStyleLbl="revTx" presStyleIdx="0" presStyleCnt="7">
        <dgm:presLayoutVars>
          <dgm:bulletEnabled val="1"/>
        </dgm:presLayoutVars>
      </dgm:prSet>
      <dgm:spPr/>
    </dgm:pt>
    <dgm:pt modelId="{39B7C475-4D9E-43CE-8ECF-6229E0B544DF}" type="pres">
      <dgm:prSet presAssocID="{0142A0EF-168F-443F-9A5C-10D0DA2669EC}" presName="circleA" presStyleLbl="node1" presStyleIdx="0" presStyleCnt="7"/>
      <dgm:spPr/>
    </dgm:pt>
    <dgm:pt modelId="{4946CFD7-091B-4E2A-8E28-F8888EA3C683}" type="pres">
      <dgm:prSet presAssocID="{0142A0EF-168F-443F-9A5C-10D0DA2669EC}" presName="spaceA" presStyleCnt="0"/>
      <dgm:spPr/>
    </dgm:pt>
    <dgm:pt modelId="{571D480C-848E-410A-A264-D418DDBE5360}" type="pres">
      <dgm:prSet presAssocID="{7869D48D-2262-4F0D-AE2D-374AD73D9FD5}" presName="space" presStyleCnt="0"/>
      <dgm:spPr/>
    </dgm:pt>
    <dgm:pt modelId="{67597B58-D9CE-472C-8D53-F78155AB6C6A}" type="pres">
      <dgm:prSet presAssocID="{26D62AA2-B7C1-4F82-B0E6-747D439F0DBB}" presName="compositeB" presStyleCnt="0"/>
      <dgm:spPr/>
    </dgm:pt>
    <dgm:pt modelId="{6010EA43-BAEA-4DA6-8C8A-58C539EC10E9}" type="pres">
      <dgm:prSet presAssocID="{26D62AA2-B7C1-4F82-B0E6-747D439F0DBB}" presName="textB" presStyleLbl="revTx" presStyleIdx="1" presStyleCnt="7">
        <dgm:presLayoutVars>
          <dgm:bulletEnabled val="1"/>
        </dgm:presLayoutVars>
      </dgm:prSet>
      <dgm:spPr/>
    </dgm:pt>
    <dgm:pt modelId="{93CA66C7-3408-42BF-B74F-E68FC97579F8}" type="pres">
      <dgm:prSet presAssocID="{26D62AA2-B7C1-4F82-B0E6-747D439F0DBB}" presName="circleB" presStyleLbl="node1" presStyleIdx="1" presStyleCnt="7"/>
      <dgm:spPr/>
    </dgm:pt>
    <dgm:pt modelId="{FE469684-C887-43F9-B9D4-C8C981707FFC}" type="pres">
      <dgm:prSet presAssocID="{26D62AA2-B7C1-4F82-B0E6-747D439F0DBB}" presName="spaceB" presStyleCnt="0"/>
      <dgm:spPr/>
    </dgm:pt>
    <dgm:pt modelId="{5140883A-7277-4B13-BF1C-FF43C0E98110}" type="pres">
      <dgm:prSet presAssocID="{5BF6A369-52EA-46B9-8C18-7FFFBA959AA2}" presName="space" presStyleCnt="0"/>
      <dgm:spPr/>
    </dgm:pt>
    <dgm:pt modelId="{14617B1A-C9B3-41AC-A9C8-96C80BAF92CE}" type="pres">
      <dgm:prSet presAssocID="{5970C1E8-D018-4DEE-A1F4-E1BC990D3BBE}" presName="compositeA" presStyleCnt="0"/>
      <dgm:spPr/>
    </dgm:pt>
    <dgm:pt modelId="{77ED0D02-B795-409D-94DC-FCB93976330F}" type="pres">
      <dgm:prSet presAssocID="{5970C1E8-D018-4DEE-A1F4-E1BC990D3BBE}" presName="textA" presStyleLbl="revTx" presStyleIdx="2" presStyleCnt="7">
        <dgm:presLayoutVars>
          <dgm:bulletEnabled val="1"/>
        </dgm:presLayoutVars>
      </dgm:prSet>
      <dgm:spPr/>
    </dgm:pt>
    <dgm:pt modelId="{4A3FEDA8-1741-4434-ABF5-A85BD982EE69}" type="pres">
      <dgm:prSet presAssocID="{5970C1E8-D018-4DEE-A1F4-E1BC990D3BBE}" presName="circleA" presStyleLbl="node1" presStyleIdx="2" presStyleCnt="7"/>
      <dgm:spPr/>
    </dgm:pt>
    <dgm:pt modelId="{4AF0B75C-3AB1-41BA-AF17-5520E0147884}" type="pres">
      <dgm:prSet presAssocID="{5970C1E8-D018-4DEE-A1F4-E1BC990D3BBE}" presName="spaceA" presStyleCnt="0"/>
      <dgm:spPr/>
    </dgm:pt>
    <dgm:pt modelId="{290B3200-8E30-4459-895B-59ED5DA1D6C6}" type="pres">
      <dgm:prSet presAssocID="{C0645D69-A99D-49E9-8016-DB9D9C9BF2C3}" presName="space" presStyleCnt="0"/>
      <dgm:spPr/>
    </dgm:pt>
    <dgm:pt modelId="{DBFD2284-564C-4992-A8B5-64A648AA331E}" type="pres">
      <dgm:prSet presAssocID="{DC3EFED1-03EC-4B7A-A857-6B1908EB5C4A}" presName="compositeB" presStyleCnt="0"/>
      <dgm:spPr/>
    </dgm:pt>
    <dgm:pt modelId="{4FCF4AE9-C98D-45D8-AF63-745FB1E6F713}" type="pres">
      <dgm:prSet presAssocID="{DC3EFED1-03EC-4B7A-A857-6B1908EB5C4A}" presName="textB" presStyleLbl="revTx" presStyleIdx="3" presStyleCnt="7">
        <dgm:presLayoutVars>
          <dgm:bulletEnabled val="1"/>
        </dgm:presLayoutVars>
      </dgm:prSet>
      <dgm:spPr/>
    </dgm:pt>
    <dgm:pt modelId="{03C6C7FF-6CA3-45C8-9B7C-F524E7146C00}" type="pres">
      <dgm:prSet presAssocID="{DC3EFED1-03EC-4B7A-A857-6B1908EB5C4A}" presName="circleB" presStyleLbl="node1" presStyleIdx="3" presStyleCnt="7"/>
      <dgm:spPr/>
    </dgm:pt>
    <dgm:pt modelId="{B9DD3F24-E07D-4012-BF6C-CDC40F660F9A}" type="pres">
      <dgm:prSet presAssocID="{DC3EFED1-03EC-4B7A-A857-6B1908EB5C4A}" presName="spaceB" presStyleCnt="0"/>
      <dgm:spPr/>
    </dgm:pt>
    <dgm:pt modelId="{E5F1EB68-C7A5-44F5-9CA9-07514C3E363E}" type="pres">
      <dgm:prSet presAssocID="{B3DC0E2F-83C1-4AAA-B2DF-A1B498A4BFDA}" presName="space" presStyleCnt="0"/>
      <dgm:spPr/>
    </dgm:pt>
    <dgm:pt modelId="{CDA850A1-EE52-429D-8ECC-97030C6EFFDA}" type="pres">
      <dgm:prSet presAssocID="{D0C49B31-D534-4E6F-BB52-501F2EEDE0AF}" presName="compositeA" presStyleCnt="0"/>
      <dgm:spPr/>
    </dgm:pt>
    <dgm:pt modelId="{256691DD-2C2B-4039-9394-3140AF403A5D}" type="pres">
      <dgm:prSet presAssocID="{D0C49B31-D534-4E6F-BB52-501F2EEDE0AF}" presName="textA" presStyleLbl="revTx" presStyleIdx="4" presStyleCnt="7">
        <dgm:presLayoutVars>
          <dgm:bulletEnabled val="1"/>
        </dgm:presLayoutVars>
      </dgm:prSet>
      <dgm:spPr/>
    </dgm:pt>
    <dgm:pt modelId="{7F350FF1-D49B-4AD4-97B9-82AB659ECC07}" type="pres">
      <dgm:prSet presAssocID="{D0C49B31-D534-4E6F-BB52-501F2EEDE0AF}" presName="circleA" presStyleLbl="node1" presStyleIdx="4" presStyleCnt="7"/>
      <dgm:spPr/>
    </dgm:pt>
    <dgm:pt modelId="{9D7775B6-00AA-4B5E-966A-825FBF11DB7D}" type="pres">
      <dgm:prSet presAssocID="{D0C49B31-D534-4E6F-BB52-501F2EEDE0AF}" presName="spaceA" presStyleCnt="0"/>
      <dgm:spPr/>
    </dgm:pt>
    <dgm:pt modelId="{D4B33AA5-9E03-4B32-B50D-037DEE789307}" type="pres">
      <dgm:prSet presAssocID="{7C082EA5-8489-4722-A245-A35212F46CD8}" presName="space" presStyleCnt="0"/>
      <dgm:spPr/>
    </dgm:pt>
    <dgm:pt modelId="{376F73DE-5ADF-4B4E-AF2A-91B1606C796E}" type="pres">
      <dgm:prSet presAssocID="{CE88EEA6-EE6E-490C-9A76-C897CD7DEE66}" presName="compositeB" presStyleCnt="0"/>
      <dgm:spPr/>
    </dgm:pt>
    <dgm:pt modelId="{5C6BFC6D-3E1B-426D-B9E0-C682F8EE78C8}" type="pres">
      <dgm:prSet presAssocID="{CE88EEA6-EE6E-490C-9A76-C897CD7DEE66}" presName="textB" presStyleLbl="revTx" presStyleIdx="5" presStyleCnt="7">
        <dgm:presLayoutVars>
          <dgm:bulletEnabled val="1"/>
        </dgm:presLayoutVars>
      </dgm:prSet>
      <dgm:spPr/>
    </dgm:pt>
    <dgm:pt modelId="{E43097A9-F4FD-44CB-A876-DC295AD94C5F}" type="pres">
      <dgm:prSet presAssocID="{CE88EEA6-EE6E-490C-9A76-C897CD7DEE66}" presName="circleB" presStyleLbl="node1" presStyleIdx="5" presStyleCnt="7"/>
      <dgm:spPr/>
    </dgm:pt>
    <dgm:pt modelId="{5D6BA5BF-2ECE-49A2-9FA7-0295862907D7}" type="pres">
      <dgm:prSet presAssocID="{CE88EEA6-EE6E-490C-9A76-C897CD7DEE66}" presName="spaceB" presStyleCnt="0"/>
      <dgm:spPr/>
    </dgm:pt>
    <dgm:pt modelId="{B96AD0A8-4871-41FC-8ABE-4E0339DAF646}" type="pres">
      <dgm:prSet presAssocID="{94AB7C8B-20A1-4B44-9F00-BB58B728DF39}" presName="space" presStyleCnt="0"/>
      <dgm:spPr/>
    </dgm:pt>
    <dgm:pt modelId="{5BC4CAA3-1C45-47EE-8760-38939A232175}" type="pres">
      <dgm:prSet presAssocID="{7D7F0545-F2FF-4E8B-B055-47269521609F}" presName="compositeA" presStyleCnt="0"/>
      <dgm:spPr/>
    </dgm:pt>
    <dgm:pt modelId="{CB61B7CF-52A6-41DD-9F5A-CAABA46DFB6D}" type="pres">
      <dgm:prSet presAssocID="{7D7F0545-F2FF-4E8B-B055-47269521609F}" presName="textA" presStyleLbl="revTx" presStyleIdx="6" presStyleCnt="7">
        <dgm:presLayoutVars>
          <dgm:bulletEnabled val="1"/>
        </dgm:presLayoutVars>
      </dgm:prSet>
      <dgm:spPr/>
    </dgm:pt>
    <dgm:pt modelId="{F72CB5F8-981E-4814-99D8-63FF9005A5BC}" type="pres">
      <dgm:prSet presAssocID="{7D7F0545-F2FF-4E8B-B055-47269521609F}" presName="circleA" presStyleLbl="node1" presStyleIdx="6" presStyleCnt="7"/>
      <dgm:spPr/>
    </dgm:pt>
    <dgm:pt modelId="{645C6F68-CDFA-4C17-8463-1C45BA8612B4}" type="pres">
      <dgm:prSet presAssocID="{7D7F0545-F2FF-4E8B-B055-47269521609F}" presName="spaceA" presStyleCnt="0"/>
      <dgm:spPr/>
    </dgm:pt>
  </dgm:ptLst>
  <dgm:cxnLst>
    <dgm:cxn modelId="{3AAB9A0B-E2E8-4C0E-89FC-AFD7F22B190F}" type="presOf" srcId="{7D7F0545-F2FF-4E8B-B055-47269521609F}" destId="{CB61B7CF-52A6-41DD-9F5A-CAABA46DFB6D}" srcOrd="0" destOrd="0" presId="urn:microsoft.com/office/officeart/2005/8/layout/hProcess11"/>
    <dgm:cxn modelId="{C9541F0C-5682-42F5-B944-E2A5158A7D91}" type="presOf" srcId="{0142A0EF-168F-443F-9A5C-10D0DA2669EC}" destId="{D797846A-D1F2-4402-8A6B-7C897C173433}" srcOrd="0" destOrd="0" presId="urn:microsoft.com/office/officeart/2005/8/layout/hProcess11"/>
    <dgm:cxn modelId="{73522128-FB3E-4E35-A51C-A9541359AFFA}" type="presOf" srcId="{D0C49B31-D534-4E6F-BB52-501F2EEDE0AF}" destId="{256691DD-2C2B-4039-9394-3140AF403A5D}" srcOrd="0" destOrd="0" presId="urn:microsoft.com/office/officeart/2005/8/layout/hProcess11"/>
    <dgm:cxn modelId="{6ACE9638-5E21-436B-9559-FED6CD9B5E03}" type="presOf" srcId="{5970C1E8-D018-4DEE-A1F4-E1BC990D3BBE}" destId="{77ED0D02-B795-409D-94DC-FCB93976330F}" srcOrd="0" destOrd="0" presId="urn:microsoft.com/office/officeart/2005/8/layout/hProcess11"/>
    <dgm:cxn modelId="{B34F7152-52BD-4058-9959-78A72704F67B}" type="presOf" srcId="{DC3EFED1-03EC-4B7A-A857-6B1908EB5C4A}" destId="{4FCF4AE9-C98D-45D8-AF63-745FB1E6F713}" srcOrd="0" destOrd="0" presId="urn:microsoft.com/office/officeart/2005/8/layout/hProcess11"/>
    <dgm:cxn modelId="{C129A775-8C3D-4C71-A2A8-20ED4D34AB54}" srcId="{7C7DC38B-70B2-4744-BC7C-0E0D533AA037}" destId="{DC3EFED1-03EC-4B7A-A857-6B1908EB5C4A}" srcOrd="3" destOrd="0" parTransId="{F634F8C0-0A52-4F70-80F3-FECF9DDDCAA7}" sibTransId="{B3DC0E2F-83C1-4AAA-B2DF-A1B498A4BFDA}"/>
    <dgm:cxn modelId="{01762357-2255-4314-8EC6-56B02EC4180F}" type="presOf" srcId="{7C7DC38B-70B2-4744-BC7C-0E0D533AA037}" destId="{F1901F49-C78F-4A05-8F09-D75EFCF17BD2}" srcOrd="0" destOrd="0" presId="urn:microsoft.com/office/officeart/2005/8/layout/hProcess11"/>
    <dgm:cxn modelId="{0950B159-242E-4429-971B-C6B3BB969766}" srcId="{7C7DC38B-70B2-4744-BC7C-0E0D533AA037}" destId="{D0C49B31-D534-4E6F-BB52-501F2EEDE0AF}" srcOrd="4" destOrd="0" parTransId="{B8C77220-3BE4-482D-A66B-FBCB93D449F3}" sibTransId="{7C082EA5-8489-4722-A245-A35212F46CD8}"/>
    <dgm:cxn modelId="{5F38C981-2E3F-4E0A-A007-57DE6249F2C6}" srcId="{7C7DC38B-70B2-4744-BC7C-0E0D533AA037}" destId="{0142A0EF-168F-443F-9A5C-10D0DA2669EC}" srcOrd="0" destOrd="0" parTransId="{83AF450A-F097-49E5-A3A8-5D1B54F7E445}" sibTransId="{7869D48D-2262-4F0D-AE2D-374AD73D9FD5}"/>
    <dgm:cxn modelId="{5B873995-2B83-4F2B-982E-3F9F4AD247FB}" type="presOf" srcId="{CE88EEA6-EE6E-490C-9A76-C897CD7DEE66}" destId="{5C6BFC6D-3E1B-426D-B9E0-C682F8EE78C8}" srcOrd="0" destOrd="0" presId="urn:microsoft.com/office/officeart/2005/8/layout/hProcess11"/>
    <dgm:cxn modelId="{80A16196-E909-4290-9996-6F2B4799BE40}" srcId="{7C7DC38B-70B2-4744-BC7C-0E0D533AA037}" destId="{CE88EEA6-EE6E-490C-9A76-C897CD7DEE66}" srcOrd="5" destOrd="0" parTransId="{9A13ED8C-08D5-4100-906A-BF1343130481}" sibTransId="{94AB7C8B-20A1-4B44-9F00-BB58B728DF39}"/>
    <dgm:cxn modelId="{96CD8BB1-E275-44BB-A7CE-23351CC9E7E3}" type="presOf" srcId="{26D62AA2-B7C1-4F82-B0E6-747D439F0DBB}" destId="{6010EA43-BAEA-4DA6-8C8A-58C539EC10E9}" srcOrd="0" destOrd="0" presId="urn:microsoft.com/office/officeart/2005/8/layout/hProcess11"/>
    <dgm:cxn modelId="{341957BA-0DB5-478F-843A-5716D070C86D}" srcId="{7C7DC38B-70B2-4744-BC7C-0E0D533AA037}" destId="{26D62AA2-B7C1-4F82-B0E6-747D439F0DBB}" srcOrd="1" destOrd="0" parTransId="{4A999468-97FD-4F18-AC2F-1AD7A76F7200}" sibTransId="{5BF6A369-52EA-46B9-8C18-7FFFBA959AA2}"/>
    <dgm:cxn modelId="{C2462EE4-65D9-4C31-B973-A48FF08B67C6}" srcId="{7C7DC38B-70B2-4744-BC7C-0E0D533AA037}" destId="{5970C1E8-D018-4DEE-A1F4-E1BC990D3BBE}" srcOrd="2" destOrd="0" parTransId="{A3751B25-AD1F-4BAB-BA5C-2856D9A4FCF3}" sibTransId="{C0645D69-A99D-49E9-8016-DB9D9C9BF2C3}"/>
    <dgm:cxn modelId="{E288AEED-96C7-4E8B-8BAC-1C6DBD589C43}" srcId="{7C7DC38B-70B2-4744-BC7C-0E0D533AA037}" destId="{7D7F0545-F2FF-4E8B-B055-47269521609F}" srcOrd="6" destOrd="0" parTransId="{A04669FB-1C17-446C-9796-892468575128}" sibTransId="{98E81E83-AC2D-46CE-B17B-E3368E517315}"/>
    <dgm:cxn modelId="{9F9C0812-1E2A-4649-81D0-A3B1969765A8}" type="presParOf" srcId="{F1901F49-C78F-4A05-8F09-D75EFCF17BD2}" destId="{BCAE3BC9-8F30-4759-87C9-1FB6268A12F9}" srcOrd="0" destOrd="0" presId="urn:microsoft.com/office/officeart/2005/8/layout/hProcess11"/>
    <dgm:cxn modelId="{03040958-9292-45FD-8CD3-45FCAAF7DFF9}" type="presParOf" srcId="{F1901F49-C78F-4A05-8F09-D75EFCF17BD2}" destId="{0A3A6AE9-6D1E-4A55-8637-D609D9CF33DE}" srcOrd="1" destOrd="0" presId="urn:microsoft.com/office/officeart/2005/8/layout/hProcess11"/>
    <dgm:cxn modelId="{7F7492FF-BB24-45E7-A64E-60EDC4887D94}" type="presParOf" srcId="{0A3A6AE9-6D1E-4A55-8637-D609D9CF33DE}" destId="{54C6BD2B-A8A6-4853-971E-82DCAE77516F}" srcOrd="0" destOrd="0" presId="urn:microsoft.com/office/officeart/2005/8/layout/hProcess11"/>
    <dgm:cxn modelId="{C831CD09-BAAF-4344-B9CB-71F8672CB552}" type="presParOf" srcId="{54C6BD2B-A8A6-4853-971E-82DCAE77516F}" destId="{D797846A-D1F2-4402-8A6B-7C897C173433}" srcOrd="0" destOrd="0" presId="urn:microsoft.com/office/officeart/2005/8/layout/hProcess11"/>
    <dgm:cxn modelId="{E9181D51-5EA2-4487-9191-AA48743B5694}" type="presParOf" srcId="{54C6BD2B-A8A6-4853-971E-82DCAE77516F}" destId="{39B7C475-4D9E-43CE-8ECF-6229E0B544DF}" srcOrd="1" destOrd="0" presId="urn:microsoft.com/office/officeart/2005/8/layout/hProcess11"/>
    <dgm:cxn modelId="{4504D880-5E54-4297-8343-D1B1CCC8CDB6}" type="presParOf" srcId="{54C6BD2B-A8A6-4853-971E-82DCAE77516F}" destId="{4946CFD7-091B-4E2A-8E28-F8888EA3C683}" srcOrd="2" destOrd="0" presId="urn:microsoft.com/office/officeart/2005/8/layout/hProcess11"/>
    <dgm:cxn modelId="{2F24846B-0B89-4D4B-A1F5-0091E03BCF5F}" type="presParOf" srcId="{0A3A6AE9-6D1E-4A55-8637-D609D9CF33DE}" destId="{571D480C-848E-410A-A264-D418DDBE5360}" srcOrd="1" destOrd="0" presId="urn:microsoft.com/office/officeart/2005/8/layout/hProcess11"/>
    <dgm:cxn modelId="{6B025838-DDD5-4746-A41F-E265C5073CEB}" type="presParOf" srcId="{0A3A6AE9-6D1E-4A55-8637-D609D9CF33DE}" destId="{67597B58-D9CE-472C-8D53-F78155AB6C6A}" srcOrd="2" destOrd="0" presId="urn:microsoft.com/office/officeart/2005/8/layout/hProcess11"/>
    <dgm:cxn modelId="{404970AC-479D-43FB-BD96-8ECCD20D122A}" type="presParOf" srcId="{67597B58-D9CE-472C-8D53-F78155AB6C6A}" destId="{6010EA43-BAEA-4DA6-8C8A-58C539EC10E9}" srcOrd="0" destOrd="0" presId="urn:microsoft.com/office/officeart/2005/8/layout/hProcess11"/>
    <dgm:cxn modelId="{D5155E94-725E-48E2-AD97-F4911B562D8F}" type="presParOf" srcId="{67597B58-D9CE-472C-8D53-F78155AB6C6A}" destId="{93CA66C7-3408-42BF-B74F-E68FC97579F8}" srcOrd="1" destOrd="0" presId="urn:microsoft.com/office/officeart/2005/8/layout/hProcess11"/>
    <dgm:cxn modelId="{AD286129-81A4-48FE-B9DD-81B7DCC27BED}" type="presParOf" srcId="{67597B58-D9CE-472C-8D53-F78155AB6C6A}" destId="{FE469684-C887-43F9-B9D4-C8C981707FFC}" srcOrd="2" destOrd="0" presId="urn:microsoft.com/office/officeart/2005/8/layout/hProcess11"/>
    <dgm:cxn modelId="{AA8D215E-8A34-44F9-B0E3-FA772DF3DE82}" type="presParOf" srcId="{0A3A6AE9-6D1E-4A55-8637-D609D9CF33DE}" destId="{5140883A-7277-4B13-BF1C-FF43C0E98110}" srcOrd="3" destOrd="0" presId="urn:microsoft.com/office/officeart/2005/8/layout/hProcess11"/>
    <dgm:cxn modelId="{F47BAFC9-2593-4C0F-A2CF-4A5C43796639}" type="presParOf" srcId="{0A3A6AE9-6D1E-4A55-8637-D609D9CF33DE}" destId="{14617B1A-C9B3-41AC-A9C8-96C80BAF92CE}" srcOrd="4" destOrd="0" presId="urn:microsoft.com/office/officeart/2005/8/layout/hProcess11"/>
    <dgm:cxn modelId="{C998DC2C-B91B-4672-969A-30BA8FAC957D}" type="presParOf" srcId="{14617B1A-C9B3-41AC-A9C8-96C80BAF92CE}" destId="{77ED0D02-B795-409D-94DC-FCB93976330F}" srcOrd="0" destOrd="0" presId="urn:microsoft.com/office/officeart/2005/8/layout/hProcess11"/>
    <dgm:cxn modelId="{F4C5F1DE-E868-489A-9197-CE042D6391A7}" type="presParOf" srcId="{14617B1A-C9B3-41AC-A9C8-96C80BAF92CE}" destId="{4A3FEDA8-1741-4434-ABF5-A85BD982EE69}" srcOrd="1" destOrd="0" presId="urn:microsoft.com/office/officeart/2005/8/layout/hProcess11"/>
    <dgm:cxn modelId="{5020315E-5532-4D25-A42D-AB5F67B21DBE}" type="presParOf" srcId="{14617B1A-C9B3-41AC-A9C8-96C80BAF92CE}" destId="{4AF0B75C-3AB1-41BA-AF17-5520E0147884}" srcOrd="2" destOrd="0" presId="urn:microsoft.com/office/officeart/2005/8/layout/hProcess11"/>
    <dgm:cxn modelId="{92C6642B-45B4-42CE-A3C5-7C30E07C8648}" type="presParOf" srcId="{0A3A6AE9-6D1E-4A55-8637-D609D9CF33DE}" destId="{290B3200-8E30-4459-895B-59ED5DA1D6C6}" srcOrd="5" destOrd="0" presId="urn:microsoft.com/office/officeart/2005/8/layout/hProcess11"/>
    <dgm:cxn modelId="{302675AD-6C88-4D4E-BFA5-C42E10CA90E8}" type="presParOf" srcId="{0A3A6AE9-6D1E-4A55-8637-D609D9CF33DE}" destId="{DBFD2284-564C-4992-A8B5-64A648AA331E}" srcOrd="6" destOrd="0" presId="urn:microsoft.com/office/officeart/2005/8/layout/hProcess11"/>
    <dgm:cxn modelId="{82949DBA-A733-4CD8-B311-2CA39C0282C6}" type="presParOf" srcId="{DBFD2284-564C-4992-A8B5-64A648AA331E}" destId="{4FCF4AE9-C98D-45D8-AF63-745FB1E6F713}" srcOrd="0" destOrd="0" presId="urn:microsoft.com/office/officeart/2005/8/layout/hProcess11"/>
    <dgm:cxn modelId="{0FBE61A2-E22D-4EE9-80CD-FD3FFEF3DF48}" type="presParOf" srcId="{DBFD2284-564C-4992-A8B5-64A648AA331E}" destId="{03C6C7FF-6CA3-45C8-9B7C-F524E7146C00}" srcOrd="1" destOrd="0" presId="urn:microsoft.com/office/officeart/2005/8/layout/hProcess11"/>
    <dgm:cxn modelId="{39979B8A-E877-40DF-ADB9-5ECA4F97CDBC}" type="presParOf" srcId="{DBFD2284-564C-4992-A8B5-64A648AA331E}" destId="{B9DD3F24-E07D-4012-BF6C-CDC40F660F9A}" srcOrd="2" destOrd="0" presId="urn:microsoft.com/office/officeart/2005/8/layout/hProcess11"/>
    <dgm:cxn modelId="{166B7508-E805-46A1-B452-D21135FC6D36}" type="presParOf" srcId="{0A3A6AE9-6D1E-4A55-8637-D609D9CF33DE}" destId="{E5F1EB68-C7A5-44F5-9CA9-07514C3E363E}" srcOrd="7" destOrd="0" presId="urn:microsoft.com/office/officeart/2005/8/layout/hProcess11"/>
    <dgm:cxn modelId="{BAA1BB83-097A-4B6C-BA35-C7D624810D7A}" type="presParOf" srcId="{0A3A6AE9-6D1E-4A55-8637-D609D9CF33DE}" destId="{CDA850A1-EE52-429D-8ECC-97030C6EFFDA}" srcOrd="8" destOrd="0" presId="urn:microsoft.com/office/officeart/2005/8/layout/hProcess11"/>
    <dgm:cxn modelId="{32EF5417-87CA-48FB-9D80-7C39C14CCE5A}" type="presParOf" srcId="{CDA850A1-EE52-429D-8ECC-97030C6EFFDA}" destId="{256691DD-2C2B-4039-9394-3140AF403A5D}" srcOrd="0" destOrd="0" presId="urn:microsoft.com/office/officeart/2005/8/layout/hProcess11"/>
    <dgm:cxn modelId="{140DFC2E-7B10-46AE-BA01-AF02DBE51ACC}" type="presParOf" srcId="{CDA850A1-EE52-429D-8ECC-97030C6EFFDA}" destId="{7F350FF1-D49B-4AD4-97B9-82AB659ECC07}" srcOrd="1" destOrd="0" presId="urn:microsoft.com/office/officeart/2005/8/layout/hProcess11"/>
    <dgm:cxn modelId="{F33F5559-6EEA-4BB4-AE67-055ED4CA48E6}" type="presParOf" srcId="{CDA850A1-EE52-429D-8ECC-97030C6EFFDA}" destId="{9D7775B6-00AA-4B5E-966A-825FBF11DB7D}" srcOrd="2" destOrd="0" presId="urn:microsoft.com/office/officeart/2005/8/layout/hProcess11"/>
    <dgm:cxn modelId="{901EE208-D073-472B-B006-02361E301993}" type="presParOf" srcId="{0A3A6AE9-6D1E-4A55-8637-D609D9CF33DE}" destId="{D4B33AA5-9E03-4B32-B50D-037DEE789307}" srcOrd="9" destOrd="0" presId="urn:microsoft.com/office/officeart/2005/8/layout/hProcess11"/>
    <dgm:cxn modelId="{8250AA91-9D52-4752-AA06-530B4019F7E1}" type="presParOf" srcId="{0A3A6AE9-6D1E-4A55-8637-D609D9CF33DE}" destId="{376F73DE-5ADF-4B4E-AF2A-91B1606C796E}" srcOrd="10" destOrd="0" presId="urn:microsoft.com/office/officeart/2005/8/layout/hProcess11"/>
    <dgm:cxn modelId="{F28B410A-BD6E-4417-A471-CE8FDCB38629}" type="presParOf" srcId="{376F73DE-5ADF-4B4E-AF2A-91B1606C796E}" destId="{5C6BFC6D-3E1B-426D-B9E0-C682F8EE78C8}" srcOrd="0" destOrd="0" presId="urn:microsoft.com/office/officeart/2005/8/layout/hProcess11"/>
    <dgm:cxn modelId="{29B77EC9-0AEE-4C01-9631-39B72B3D0259}" type="presParOf" srcId="{376F73DE-5ADF-4B4E-AF2A-91B1606C796E}" destId="{E43097A9-F4FD-44CB-A876-DC295AD94C5F}" srcOrd="1" destOrd="0" presId="urn:microsoft.com/office/officeart/2005/8/layout/hProcess11"/>
    <dgm:cxn modelId="{0272242E-6C50-4EA4-99C5-6D3CFEBF3DC8}" type="presParOf" srcId="{376F73DE-5ADF-4B4E-AF2A-91B1606C796E}" destId="{5D6BA5BF-2ECE-49A2-9FA7-0295862907D7}" srcOrd="2" destOrd="0" presId="urn:microsoft.com/office/officeart/2005/8/layout/hProcess11"/>
    <dgm:cxn modelId="{638256BE-D2D7-4DD2-AA64-859526AA89E7}" type="presParOf" srcId="{0A3A6AE9-6D1E-4A55-8637-D609D9CF33DE}" destId="{B96AD0A8-4871-41FC-8ABE-4E0339DAF646}" srcOrd="11" destOrd="0" presId="urn:microsoft.com/office/officeart/2005/8/layout/hProcess11"/>
    <dgm:cxn modelId="{ADC8AF19-FEA4-4FD0-8F4E-165139CAB167}" type="presParOf" srcId="{0A3A6AE9-6D1E-4A55-8637-D609D9CF33DE}" destId="{5BC4CAA3-1C45-47EE-8760-38939A232175}" srcOrd="12" destOrd="0" presId="urn:microsoft.com/office/officeart/2005/8/layout/hProcess11"/>
    <dgm:cxn modelId="{A077853B-4667-4754-9276-80C5FDABF90A}" type="presParOf" srcId="{5BC4CAA3-1C45-47EE-8760-38939A232175}" destId="{CB61B7CF-52A6-41DD-9F5A-CAABA46DFB6D}" srcOrd="0" destOrd="0" presId="urn:microsoft.com/office/officeart/2005/8/layout/hProcess11"/>
    <dgm:cxn modelId="{F790A73B-03D2-4ED0-852A-1B28570396D0}" type="presParOf" srcId="{5BC4CAA3-1C45-47EE-8760-38939A232175}" destId="{F72CB5F8-981E-4814-99D8-63FF9005A5BC}" srcOrd="1" destOrd="0" presId="urn:microsoft.com/office/officeart/2005/8/layout/hProcess11"/>
    <dgm:cxn modelId="{64ED1D10-DAB6-41D4-8C66-77D11943611E}" type="presParOf" srcId="{5BC4CAA3-1C45-47EE-8760-38939A232175}" destId="{645C6F68-CDFA-4C17-8463-1C45BA8612B4}" srcOrd="2" destOrd="0" presId="urn:microsoft.com/office/officeart/2005/8/layout/hProcess1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28E026-01C2-493D-89FD-731115107CFF}">
      <dsp:nvSpPr>
        <dsp:cNvPr id="0" name=""/>
        <dsp:cNvSpPr/>
      </dsp:nvSpPr>
      <dsp:spPr>
        <a:xfrm>
          <a:off x="2074644" y="-29768"/>
          <a:ext cx="4799978" cy="4799978"/>
        </a:xfrm>
        <a:prstGeom prst="circularArrow">
          <a:avLst>
            <a:gd name="adj1" fmla="val 5544"/>
            <a:gd name="adj2" fmla="val 330680"/>
            <a:gd name="adj3" fmla="val 13795944"/>
            <a:gd name="adj4" fmla="val 17373793"/>
            <a:gd name="adj5" fmla="val 5757"/>
          </a:avLst>
        </a:prstGeom>
        <a:solidFill>
          <a:srgbClr val="56378A">
            <a:tint val="40000"/>
            <a:hueOff val="0"/>
            <a:satOff val="0"/>
            <a:lumOff val="0"/>
            <a:alphaOff val="0"/>
          </a:srgbClr>
        </a:solidFill>
        <a:ln>
          <a:noFill/>
        </a:ln>
        <a:effectLst/>
      </dsp:spPr>
      <dsp:style>
        <a:lnRef idx="0">
          <a:scrgbClr r="0" g="0" b="0"/>
        </a:lnRef>
        <a:fillRef idx="1">
          <a:scrgbClr r="0" g="0" b="0"/>
        </a:fillRef>
        <a:effectRef idx="0">
          <a:scrgbClr r="0" g="0" b="0"/>
        </a:effectRef>
        <a:fontRef idx="minor"/>
      </dsp:style>
    </dsp:sp>
    <dsp:sp modelId="{C01C2D81-29CF-410D-96AB-FB583110E397}">
      <dsp:nvSpPr>
        <dsp:cNvPr id="0" name=""/>
        <dsp:cNvSpPr/>
      </dsp:nvSpPr>
      <dsp:spPr>
        <a:xfrm>
          <a:off x="3342865" y="1343"/>
          <a:ext cx="2263535" cy="1131767"/>
        </a:xfrm>
        <a:prstGeom prst="roundRect">
          <a:avLst/>
        </a:prstGeom>
        <a:solidFill>
          <a:srgbClr val="56378A">
            <a:hueOff val="0"/>
            <a:satOff val="0"/>
            <a:lumOff val="0"/>
            <a:alphaOff val="0"/>
          </a:srgbClr>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solidFill>
                <a:srgbClr val="FFFFFF"/>
              </a:solidFill>
              <a:latin typeface="Arial"/>
              <a:ea typeface="+mn-ea"/>
              <a:cs typeface="+mn-cs"/>
            </a:rPr>
            <a:t>1. Portfolio Management Review</a:t>
          </a:r>
        </a:p>
      </dsp:txBody>
      <dsp:txXfrm>
        <a:off x="3398113" y="56591"/>
        <a:ext cx="2153039" cy="1021271"/>
      </dsp:txXfrm>
    </dsp:sp>
    <dsp:sp modelId="{177614BC-EF6D-499D-8209-08F6A31814BF}">
      <dsp:nvSpPr>
        <dsp:cNvPr id="0" name=""/>
        <dsp:cNvSpPr/>
      </dsp:nvSpPr>
      <dsp:spPr>
        <a:xfrm>
          <a:off x="5270106" y="1737782"/>
          <a:ext cx="2263535" cy="1131767"/>
        </a:xfrm>
        <a:prstGeom prst="roundRect">
          <a:avLst/>
        </a:prstGeom>
        <a:solidFill>
          <a:srgbClr val="952D98">
            <a:hueOff val="0"/>
            <a:satOff val="0"/>
            <a:lumOff val="0"/>
            <a:alphaOff val="0"/>
          </a:srgbClr>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solidFill>
                <a:srgbClr val="FFFFFF"/>
              </a:solidFill>
              <a:latin typeface="Arial"/>
              <a:ea typeface="+mn-ea"/>
              <a:cs typeface="+mn-cs"/>
            </a:rPr>
            <a:t>2. Demand Management Review</a:t>
          </a:r>
        </a:p>
      </dsp:txBody>
      <dsp:txXfrm>
        <a:off x="5325354" y="1793030"/>
        <a:ext cx="2153039" cy="1021271"/>
      </dsp:txXfrm>
    </dsp:sp>
    <dsp:sp modelId="{97E1BD2F-D537-47B0-B975-DBCF4F34D8DB}">
      <dsp:nvSpPr>
        <dsp:cNvPr id="0" name=""/>
        <dsp:cNvSpPr/>
      </dsp:nvSpPr>
      <dsp:spPr>
        <a:xfrm>
          <a:off x="5174685" y="3705562"/>
          <a:ext cx="2263535" cy="1131767"/>
        </a:xfrm>
        <a:prstGeom prst="roundRect">
          <a:avLst/>
        </a:prstGeom>
        <a:solidFill>
          <a:srgbClr val="C3004A">
            <a:hueOff val="0"/>
            <a:satOff val="0"/>
            <a:lumOff val="0"/>
            <a:alphaOff val="0"/>
          </a:srgbClr>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solidFill>
                <a:srgbClr val="FFFFFF"/>
              </a:solidFill>
              <a:latin typeface="Arial"/>
              <a:ea typeface="+mn-ea"/>
              <a:cs typeface="+mn-cs"/>
            </a:rPr>
            <a:t>3. Supply Management Review</a:t>
          </a:r>
        </a:p>
      </dsp:txBody>
      <dsp:txXfrm>
        <a:off x="5229933" y="3760810"/>
        <a:ext cx="2153039" cy="1021271"/>
      </dsp:txXfrm>
    </dsp:sp>
    <dsp:sp modelId="{DBD3A6BF-22D4-4942-852B-B391E2470BA8}">
      <dsp:nvSpPr>
        <dsp:cNvPr id="0" name=""/>
        <dsp:cNvSpPr/>
      </dsp:nvSpPr>
      <dsp:spPr>
        <a:xfrm>
          <a:off x="2139728" y="3704218"/>
          <a:ext cx="2263535" cy="1131767"/>
        </a:xfrm>
        <a:prstGeom prst="roundRect">
          <a:avLst/>
        </a:prstGeom>
        <a:solidFill>
          <a:srgbClr val="0092BB">
            <a:hueOff val="0"/>
            <a:satOff val="0"/>
            <a:lumOff val="0"/>
            <a:alphaOff val="0"/>
          </a:srgbClr>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solidFill>
                <a:srgbClr val="FFFFFF"/>
              </a:solidFill>
              <a:latin typeface="Arial"/>
              <a:ea typeface="+mn-ea"/>
              <a:cs typeface="+mn-cs"/>
            </a:rPr>
            <a:t>4. Integrated Reconciliation</a:t>
          </a:r>
        </a:p>
      </dsp:txBody>
      <dsp:txXfrm>
        <a:off x="2194976" y="3759466"/>
        <a:ext cx="2153039" cy="1021271"/>
      </dsp:txXfrm>
    </dsp:sp>
    <dsp:sp modelId="{B94FBFBC-0E69-4CB4-A9C8-718BCCBB7799}">
      <dsp:nvSpPr>
        <dsp:cNvPr id="0" name=""/>
        <dsp:cNvSpPr/>
      </dsp:nvSpPr>
      <dsp:spPr>
        <a:xfrm>
          <a:off x="1316020" y="1762421"/>
          <a:ext cx="2263535" cy="1131767"/>
        </a:xfrm>
        <a:prstGeom prst="roundRect">
          <a:avLst/>
        </a:prstGeom>
        <a:solidFill>
          <a:srgbClr val="44697D">
            <a:hueOff val="0"/>
            <a:satOff val="0"/>
            <a:lumOff val="0"/>
            <a:alphaOff val="0"/>
          </a:srgbClr>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solidFill>
                <a:srgbClr val="FFFFFF"/>
              </a:solidFill>
              <a:latin typeface="Arial"/>
              <a:ea typeface="+mn-ea"/>
              <a:cs typeface="+mn-cs"/>
            </a:rPr>
            <a:t>5. Management Business Review</a:t>
          </a:r>
        </a:p>
      </dsp:txBody>
      <dsp:txXfrm>
        <a:off x="1371268" y="1817669"/>
        <a:ext cx="2153039" cy="102127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AE3BC9-8F30-4759-87C9-1FB6268A12F9}">
      <dsp:nvSpPr>
        <dsp:cNvPr id="0" name=""/>
        <dsp:cNvSpPr/>
      </dsp:nvSpPr>
      <dsp:spPr>
        <a:xfrm>
          <a:off x="0" y="1385888"/>
          <a:ext cx="11337704" cy="1847850"/>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97846A-D1F2-4402-8A6B-7C897C173433}">
      <dsp:nvSpPr>
        <dsp:cNvPr id="0" name=""/>
        <dsp:cNvSpPr/>
      </dsp:nvSpPr>
      <dsp:spPr>
        <a:xfrm>
          <a:off x="2864" y="0"/>
          <a:ext cx="1084915" cy="18478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b" anchorCtr="0">
          <a:noAutofit/>
        </a:bodyPr>
        <a:lstStyle/>
        <a:p>
          <a:pPr marL="0" lvl="0" indent="0" algn="ctr" defTabSz="488950">
            <a:lnSpc>
              <a:spcPct val="90000"/>
            </a:lnSpc>
            <a:spcBef>
              <a:spcPct val="0"/>
            </a:spcBef>
            <a:spcAft>
              <a:spcPct val="35000"/>
            </a:spcAft>
            <a:buNone/>
          </a:pPr>
          <a:r>
            <a:rPr lang="en-GB" sz="1100" kern="1200"/>
            <a:t>Forecast from customer</a:t>
          </a:r>
          <a:endParaRPr lang="en-NL" sz="1100" kern="1200"/>
        </a:p>
      </dsp:txBody>
      <dsp:txXfrm>
        <a:off x="2864" y="0"/>
        <a:ext cx="1084915" cy="1847850"/>
      </dsp:txXfrm>
    </dsp:sp>
    <dsp:sp modelId="{39B7C475-4D9E-43CE-8ECF-6229E0B544DF}">
      <dsp:nvSpPr>
        <dsp:cNvPr id="0" name=""/>
        <dsp:cNvSpPr/>
      </dsp:nvSpPr>
      <dsp:spPr>
        <a:xfrm>
          <a:off x="314341" y="2078832"/>
          <a:ext cx="461962" cy="46196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010EA43-BAEA-4DA6-8C8A-58C539EC10E9}">
      <dsp:nvSpPr>
        <dsp:cNvPr id="0" name=""/>
        <dsp:cNvSpPr/>
      </dsp:nvSpPr>
      <dsp:spPr>
        <a:xfrm>
          <a:off x="1142025" y="2771776"/>
          <a:ext cx="1084915" cy="18478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t" anchorCtr="0">
          <a:noAutofit/>
        </a:bodyPr>
        <a:lstStyle/>
        <a:p>
          <a:pPr marL="0" lvl="0" indent="0" algn="ctr" defTabSz="488950">
            <a:lnSpc>
              <a:spcPct val="90000"/>
            </a:lnSpc>
            <a:spcBef>
              <a:spcPct val="0"/>
            </a:spcBef>
            <a:spcAft>
              <a:spcPct val="35000"/>
            </a:spcAft>
            <a:buNone/>
          </a:pPr>
          <a:r>
            <a:rPr lang="en-GB" sz="1100" kern="1200"/>
            <a:t>Manufacturing sites consolidates forecast</a:t>
          </a:r>
          <a:endParaRPr lang="en-NL" sz="1100" kern="1200"/>
        </a:p>
      </dsp:txBody>
      <dsp:txXfrm>
        <a:off x="1142025" y="2771776"/>
        <a:ext cx="1084915" cy="1847850"/>
      </dsp:txXfrm>
    </dsp:sp>
    <dsp:sp modelId="{93CA66C7-3408-42BF-B74F-E68FC97579F8}">
      <dsp:nvSpPr>
        <dsp:cNvPr id="0" name=""/>
        <dsp:cNvSpPr/>
      </dsp:nvSpPr>
      <dsp:spPr>
        <a:xfrm>
          <a:off x="1453502" y="2078832"/>
          <a:ext cx="461962" cy="46196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7ED0D02-B795-409D-94DC-FCB93976330F}">
      <dsp:nvSpPr>
        <dsp:cNvPr id="0" name=""/>
        <dsp:cNvSpPr/>
      </dsp:nvSpPr>
      <dsp:spPr>
        <a:xfrm>
          <a:off x="2281187" y="0"/>
          <a:ext cx="1084915" cy="18478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b" anchorCtr="0">
          <a:noAutofit/>
        </a:bodyPr>
        <a:lstStyle/>
        <a:p>
          <a:pPr marL="0" lvl="0" indent="0" algn="ctr" defTabSz="488950">
            <a:lnSpc>
              <a:spcPct val="90000"/>
            </a:lnSpc>
            <a:spcBef>
              <a:spcPct val="0"/>
            </a:spcBef>
            <a:spcAft>
              <a:spcPct val="35000"/>
            </a:spcAft>
            <a:buNone/>
          </a:pPr>
          <a:r>
            <a:rPr lang="en-GB" sz="1100" kern="1200"/>
            <a:t>Demand Consolidation</a:t>
          </a:r>
          <a:endParaRPr lang="en-NL" sz="1100" kern="1200"/>
        </a:p>
      </dsp:txBody>
      <dsp:txXfrm>
        <a:off x="2281187" y="0"/>
        <a:ext cx="1084915" cy="1847850"/>
      </dsp:txXfrm>
    </dsp:sp>
    <dsp:sp modelId="{4A3FEDA8-1741-4434-ABF5-A85BD982EE69}">
      <dsp:nvSpPr>
        <dsp:cNvPr id="0" name=""/>
        <dsp:cNvSpPr/>
      </dsp:nvSpPr>
      <dsp:spPr>
        <a:xfrm>
          <a:off x="2592663" y="2078832"/>
          <a:ext cx="461962" cy="46196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FCF4AE9-C98D-45D8-AF63-745FB1E6F713}">
      <dsp:nvSpPr>
        <dsp:cNvPr id="0" name=""/>
        <dsp:cNvSpPr/>
      </dsp:nvSpPr>
      <dsp:spPr>
        <a:xfrm>
          <a:off x="3420348" y="2771776"/>
          <a:ext cx="1084915" cy="18478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t" anchorCtr="0">
          <a:noAutofit/>
        </a:bodyPr>
        <a:lstStyle/>
        <a:p>
          <a:pPr marL="0" lvl="0" indent="0" algn="ctr" defTabSz="488950">
            <a:lnSpc>
              <a:spcPct val="90000"/>
            </a:lnSpc>
            <a:spcBef>
              <a:spcPct val="0"/>
            </a:spcBef>
            <a:spcAft>
              <a:spcPct val="35000"/>
            </a:spcAft>
            <a:buNone/>
          </a:pPr>
          <a:r>
            <a:rPr lang="en-GB" sz="1100" kern="1200"/>
            <a:t>Sales Review consolidated plan – Value and Volume</a:t>
          </a:r>
          <a:endParaRPr lang="en-NL" sz="1100" kern="1200"/>
        </a:p>
      </dsp:txBody>
      <dsp:txXfrm>
        <a:off x="3420348" y="2771776"/>
        <a:ext cx="1084915" cy="1847850"/>
      </dsp:txXfrm>
    </dsp:sp>
    <dsp:sp modelId="{03C6C7FF-6CA3-45C8-9B7C-F524E7146C00}">
      <dsp:nvSpPr>
        <dsp:cNvPr id="0" name=""/>
        <dsp:cNvSpPr/>
      </dsp:nvSpPr>
      <dsp:spPr>
        <a:xfrm>
          <a:off x="3731824" y="2078832"/>
          <a:ext cx="461962" cy="46196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56691DD-2C2B-4039-9394-3140AF403A5D}">
      <dsp:nvSpPr>
        <dsp:cNvPr id="0" name=""/>
        <dsp:cNvSpPr/>
      </dsp:nvSpPr>
      <dsp:spPr>
        <a:xfrm>
          <a:off x="4559509" y="0"/>
          <a:ext cx="1084915" cy="18478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b" anchorCtr="0">
          <a:noAutofit/>
        </a:bodyPr>
        <a:lstStyle/>
        <a:p>
          <a:pPr marL="0" lvl="0" indent="0" algn="ctr" defTabSz="488950">
            <a:lnSpc>
              <a:spcPct val="90000"/>
            </a:lnSpc>
            <a:spcBef>
              <a:spcPct val="0"/>
            </a:spcBef>
            <a:spcAft>
              <a:spcPct val="35000"/>
            </a:spcAft>
            <a:buNone/>
          </a:pPr>
          <a:r>
            <a:rPr lang="en-GB" sz="1100" kern="1200" dirty="0"/>
            <a:t>Internal consensus plan review</a:t>
          </a:r>
          <a:endParaRPr lang="en-NL" sz="1100" kern="1200" dirty="0"/>
        </a:p>
      </dsp:txBody>
      <dsp:txXfrm>
        <a:off x="4559509" y="0"/>
        <a:ext cx="1084915" cy="1847850"/>
      </dsp:txXfrm>
    </dsp:sp>
    <dsp:sp modelId="{7F350FF1-D49B-4AD4-97B9-82AB659ECC07}">
      <dsp:nvSpPr>
        <dsp:cNvPr id="0" name=""/>
        <dsp:cNvSpPr/>
      </dsp:nvSpPr>
      <dsp:spPr>
        <a:xfrm>
          <a:off x="4870985" y="2078832"/>
          <a:ext cx="461962" cy="46196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C6BFC6D-3E1B-426D-B9E0-C682F8EE78C8}">
      <dsp:nvSpPr>
        <dsp:cNvPr id="0" name=""/>
        <dsp:cNvSpPr/>
      </dsp:nvSpPr>
      <dsp:spPr>
        <a:xfrm>
          <a:off x="5698670" y="2771776"/>
          <a:ext cx="1084915" cy="18478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t" anchorCtr="0">
          <a:noAutofit/>
        </a:bodyPr>
        <a:lstStyle/>
        <a:p>
          <a:pPr marL="0" lvl="0" indent="0" algn="ctr" defTabSz="488950">
            <a:lnSpc>
              <a:spcPct val="90000"/>
            </a:lnSpc>
            <a:spcBef>
              <a:spcPct val="0"/>
            </a:spcBef>
            <a:spcAft>
              <a:spcPct val="35000"/>
            </a:spcAft>
            <a:buNone/>
          </a:pPr>
          <a:r>
            <a:rPr lang="en-GB" sz="1100" kern="1200" dirty="0"/>
            <a:t>Final adjustments</a:t>
          </a:r>
          <a:endParaRPr lang="en-NL" sz="1100" kern="1200" dirty="0"/>
        </a:p>
      </dsp:txBody>
      <dsp:txXfrm>
        <a:off x="5698670" y="2771776"/>
        <a:ext cx="1084915" cy="1847850"/>
      </dsp:txXfrm>
    </dsp:sp>
    <dsp:sp modelId="{E43097A9-F4FD-44CB-A876-DC295AD94C5F}">
      <dsp:nvSpPr>
        <dsp:cNvPr id="0" name=""/>
        <dsp:cNvSpPr/>
      </dsp:nvSpPr>
      <dsp:spPr>
        <a:xfrm>
          <a:off x="6010146" y="2078832"/>
          <a:ext cx="461962" cy="46196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B61B7CF-52A6-41DD-9F5A-CAABA46DFB6D}">
      <dsp:nvSpPr>
        <dsp:cNvPr id="0" name=""/>
        <dsp:cNvSpPr/>
      </dsp:nvSpPr>
      <dsp:spPr>
        <a:xfrm>
          <a:off x="6837831" y="0"/>
          <a:ext cx="1084915" cy="18478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b" anchorCtr="0">
          <a:noAutofit/>
        </a:bodyPr>
        <a:lstStyle/>
        <a:p>
          <a:pPr marL="0" lvl="0" indent="0" algn="ctr" defTabSz="488950">
            <a:lnSpc>
              <a:spcPct val="90000"/>
            </a:lnSpc>
            <a:spcBef>
              <a:spcPct val="0"/>
            </a:spcBef>
            <a:spcAft>
              <a:spcPct val="35000"/>
            </a:spcAft>
            <a:buNone/>
          </a:pPr>
          <a:r>
            <a:rPr lang="en-GB" sz="1100" kern="1200" dirty="0"/>
            <a:t>Sign off on consensus plan</a:t>
          </a:r>
          <a:endParaRPr lang="en-NL" sz="1100" kern="1200" dirty="0"/>
        </a:p>
      </dsp:txBody>
      <dsp:txXfrm>
        <a:off x="6837831" y="0"/>
        <a:ext cx="1084915" cy="1847850"/>
      </dsp:txXfrm>
    </dsp:sp>
    <dsp:sp modelId="{F72CB5F8-981E-4814-99D8-63FF9005A5BC}">
      <dsp:nvSpPr>
        <dsp:cNvPr id="0" name=""/>
        <dsp:cNvSpPr/>
      </dsp:nvSpPr>
      <dsp:spPr>
        <a:xfrm>
          <a:off x="7149307" y="2078832"/>
          <a:ext cx="461962" cy="46196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8B78863-19DB-41BE-9A50-733989D8EBB0}">
      <dsp:nvSpPr>
        <dsp:cNvPr id="0" name=""/>
        <dsp:cNvSpPr/>
      </dsp:nvSpPr>
      <dsp:spPr>
        <a:xfrm>
          <a:off x="7976992" y="2771776"/>
          <a:ext cx="1084915" cy="18478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t" anchorCtr="0">
          <a:noAutofit/>
        </a:bodyPr>
        <a:lstStyle/>
        <a:p>
          <a:pPr marL="0" lvl="0" indent="0" algn="ctr" defTabSz="488950">
            <a:lnSpc>
              <a:spcPct val="90000"/>
            </a:lnSpc>
            <a:spcBef>
              <a:spcPct val="0"/>
            </a:spcBef>
            <a:spcAft>
              <a:spcPct val="35000"/>
            </a:spcAft>
            <a:buNone/>
          </a:pPr>
          <a:r>
            <a:rPr lang="en-GB" sz="1100" kern="1200" dirty="0"/>
            <a:t>Sites use ICP to produce WIP and order local RMs</a:t>
          </a:r>
          <a:endParaRPr lang="en-NL" sz="1100" kern="1200" dirty="0"/>
        </a:p>
      </dsp:txBody>
      <dsp:txXfrm>
        <a:off x="7976992" y="2771776"/>
        <a:ext cx="1084915" cy="1847850"/>
      </dsp:txXfrm>
    </dsp:sp>
    <dsp:sp modelId="{22660381-1787-44E4-A301-CD4128942D3A}">
      <dsp:nvSpPr>
        <dsp:cNvPr id="0" name=""/>
        <dsp:cNvSpPr/>
      </dsp:nvSpPr>
      <dsp:spPr>
        <a:xfrm>
          <a:off x="8288468" y="2078832"/>
          <a:ext cx="461962" cy="46196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B01A673-2509-4E1B-BC9D-4F254429FEC0}">
      <dsp:nvSpPr>
        <dsp:cNvPr id="0" name=""/>
        <dsp:cNvSpPr/>
      </dsp:nvSpPr>
      <dsp:spPr>
        <a:xfrm>
          <a:off x="9116153" y="0"/>
          <a:ext cx="1084915" cy="18478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b" anchorCtr="0">
          <a:noAutofit/>
        </a:bodyPr>
        <a:lstStyle/>
        <a:p>
          <a:pPr marL="0" lvl="0" indent="0" algn="ctr" defTabSz="488950">
            <a:lnSpc>
              <a:spcPct val="90000"/>
            </a:lnSpc>
            <a:spcBef>
              <a:spcPct val="0"/>
            </a:spcBef>
            <a:spcAft>
              <a:spcPct val="35000"/>
            </a:spcAft>
            <a:buNone/>
          </a:pPr>
          <a:r>
            <a:rPr lang="en-GB" sz="1100" kern="1200" dirty="0"/>
            <a:t>Weekly correction of replenishment based on actual run rate vs ICP</a:t>
          </a:r>
          <a:endParaRPr lang="en-NL" sz="1100" kern="1200" dirty="0"/>
        </a:p>
      </dsp:txBody>
      <dsp:txXfrm>
        <a:off x="9116153" y="0"/>
        <a:ext cx="1084915" cy="1847850"/>
      </dsp:txXfrm>
    </dsp:sp>
    <dsp:sp modelId="{A4183A17-5854-4846-9B52-EDCB80582CD6}">
      <dsp:nvSpPr>
        <dsp:cNvPr id="0" name=""/>
        <dsp:cNvSpPr/>
      </dsp:nvSpPr>
      <dsp:spPr>
        <a:xfrm>
          <a:off x="9427629" y="2078832"/>
          <a:ext cx="461962" cy="46196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AE3BC9-8F30-4759-87C9-1FB6268A12F9}">
      <dsp:nvSpPr>
        <dsp:cNvPr id="0" name=""/>
        <dsp:cNvSpPr/>
      </dsp:nvSpPr>
      <dsp:spPr>
        <a:xfrm>
          <a:off x="0" y="1385888"/>
          <a:ext cx="11337704" cy="1847850"/>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97846A-D1F2-4402-8A6B-7C897C173433}">
      <dsp:nvSpPr>
        <dsp:cNvPr id="0" name=""/>
        <dsp:cNvSpPr/>
      </dsp:nvSpPr>
      <dsp:spPr>
        <a:xfrm>
          <a:off x="871" y="0"/>
          <a:ext cx="1397560" cy="18478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0" lvl="0" indent="0" algn="ctr" defTabSz="622300">
            <a:lnSpc>
              <a:spcPct val="90000"/>
            </a:lnSpc>
            <a:spcBef>
              <a:spcPct val="0"/>
            </a:spcBef>
            <a:spcAft>
              <a:spcPct val="35000"/>
            </a:spcAft>
            <a:buNone/>
          </a:pPr>
          <a:r>
            <a:rPr lang="en-GB" sz="1400" kern="1200"/>
            <a:t>Forecast from customer</a:t>
          </a:r>
          <a:endParaRPr lang="en-NL" sz="1400" kern="1200"/>
        </a:p>
      </dsp:txBody>
      <dsp:txXfrm>
        <a:off x="871" y="0"/>
        <a:ext cx="1397560" cy="1847850"/>
      </dsp:txXfrm>
    </dsp:sp>
    <dsp:sp modelId="{39B7C475-4D9E-43CE-8ECF-6229E0B544DF}">
      <dsp:nvSpPr>
        <dsp:cNvPr id="0" name=""/>
        <dsp:cNvSpPr/>
      </dsp:nvSpPr>
      <dsp:spPr>
        <a:xfrm>
          <a:off x="468670" y="2078832"/>
          <a:ext cx="461962" cy="46196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010EA43-BAEA-4DA6-8C8A-58C539EC10E9}">
      <dsp:nvSpPr>
        <dsp:cNvPr id="0" name=""/>
        <dsp:cNvSpPr/>
      </dsp:nvSpPr>
      <dsp:spPr>
        <a:xfrm>
          <a:off x="1468310" y="2771776"/>
          <a:ext cx="1397560" cy="18478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r>
            <a:rPr lang="en-GB" sz="1400" kern="1200"/>
            <a:t>Manufacturing sites consolidates forecast</a:t>
          </a:r>
          <a:endParaRPr lang="en-NL" sz="1400" kern="1200"/>
        </a:p>
      </dsp:txBody>
      <dsp:txXfrm>
        <a:off x="1468310" y="2771776"/>
        <a:ext cx="1397560" cy="1847850"/>
      </dsp:txXfrm>
    </dsp:sp>
    <dsp:sp modelId="{93CA66C7-3408-42BF-B74F-E68FC97579F8}">
      <dsp:nvSpPr>
        <dsp:cNvPr id="0" name=""/>
        <dsp:cNvSpPr/>
      </dsp:nvSpPr>
      <dsp:spPr>
        <a:xfrm>
          <a:off x="1936108" y="2078832"/>
          <a:ext cx="461962" cy="46196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7ED0D02-B795-409D-94DC-FCB93976330F}">
      <dsp:nvSpPr>
        <dsp:cNvPr id="0" name=""/>
        <dsp:cNvSpPr/>
      </dsp:nvSpPr>
      <dsp:spPr>
        <a:xfrm>
          <a:off x="2935748" y="0"/>
          <a:ext cx="1397560" cy="18478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0" lvl="0" indent="0" algn="ctr" defTabSz="622300">
            <a:lnSpc>
              <a:spcPct val="90000"/>
            </a:lnSpc>
            <a:spcBef>
              <a:spcPct val="0"/>
            </a:spcBef>
            <a:spcAft>
              <a:spcPct val="35000"/>
            </a:spcAft>
            <a:buNone/>
          </a:pPr>
          <a:r>
            <a:rPr lang="en-GB" sz="1400" kern="1200"/>
            <a:t>Demand Consolidation</a:t>
          </a:r>
          <a:endParaRPr lang="en-NL" sz="1400" kern="1200"/>
        </a:p>
      </dsp:txBody>
      <dsp:txXfrm>
        <a:off x="2935748" y="0"/>
        <a:ext cx="1397560" cy="1847850"/>
      </dsp:txXfrm>
    </dsp:sp>
    <dsp:sp modelId="{4A3FEDA8-1741-4434-ABF5-A85BD982EE69}">
      <dsp:nvSpPr>
        <dsp:cNvPr id="0" name=""/>
        <dsp:cNvSpPr/>
      </dsp:nvSpPr>
      <dsp:spPr>
        <a:xfrm>
          <a:off x="3403547" y="2078832"/>
          <a:ext cx="461962" cy="46196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FCF4AE9-C98D-45D8-AF63-745FB1E6F713}">
      <dsp:nvSpPr>
        <dsp:cNvPr id="0" name=""/>
        <dsp:cNvSpPr/>
      </dsp:nvSpPr>
      <dsp:spPr>
        <a:xfrm>
          <a:off x="4403186" y="2771776"/>
          <a:ext cx="1397560" cy="18478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r>
            <a:rPr lang="en-GB" sz="1400" kern="1200"/>
            <a:t>Sales Review consolidated plan – Value and Volume</a:t>
          </a:r>
          <a:endParaRPr lang="en-NL" sz="1400" kern="1200"/>
        </a:p>
      </dsp:txBody>
      <dsp:txXfrm>
        <a:off x="4403186" y="2771776"/>
        <a:ext cx="1397560" cy="1847850"/>
      </dsp:txXfrm>
    </dsp:sp>
    <dsp:sp modelId="{03C6C7FF-6CA3-45C8-9B7C-F524E7146C00}">
      <dsp:nvSpPr>
        <dsp:cNvPr id="0" name=""/>
        <dsp:cNvSpPr/>
      </dsp:nvSpPr>
      <dsp:spPr>
        <a:xfrm>
          <a:off x="4870985" y="2078832"/>
          <a:ext cx="461962" cy="46196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56691DD-2C2B-4039-9394-3140AF403A5D}">
      <dsp:nvSpPr>
        <dsp:cNvPr id="0" name=""/>
        <dsp:cNvSpPr/>
      </dsp:nvSpPr>
      <dsp:spPr>
        <a:xfrm>
          <a:off x="5870624" y="0"/>
          <a:ext cx="1397560" cy="18478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0" lvl="0" indent="0" algn="ctr" defTabSz="622300">
            <a:lnSpc>
              <a:spcPct val="90000"/>
            </a:lnSpc>
            <a:spcBef>
              <a:spcPct val="0"/>
            </a:spcBef>
            <a:spcAft>
              <a:spcPct val="35000"/>
            </a:spcAft>
            <a:buNone/>
          </a:pPr>
          <a:r>
            <a:rPr lang="en-GB" sz="1400" kern="1200" dirty="0"/>
            <a:t>Internal consensus plan review</a:t>
          </a:r>
          <a:endParaRPr lang="en-NL" sz="1400" kern="1200" dirty="0"/>
        </a:p>
      </dsp:txBody>
      <dsp:txXfrm>
        <a:off x="5870624" y="0"/>
        <a:ext cx="1397560" cy="1847850"/>
      </dsp:txXfrm>
    </dsp:sp>
    <dsp:sp modelId="{7F350FF1-D49B-4AD4-97B9-82AB659ECC07}">
      <dsp:nvSpPr>
        <dsp:cNvPr id="0" name=""/>
        <dsp:cNvSpPr/>
      </dsp:nvSpPr>
      <dsp:spPr>
        <a:xfrm>
          <a:off x="6338423" y="2078832"/>
          <a:ext cx="461962" cy="46196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C6BFC6D-3E1B-426D-B9E0-C682F8EE78C8}">
      <dsp:nvSpPr>
        <dsp:cNvPr id="0" name=""/>
        <dsp:cNvSpPr/>
      </dsp:nvSpPr>
      <dsp:spPr>
        <a:xfrm>
          <a:off x="7338063" y="2771776"/>
          <a:ext cx="1397560" cy="18478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r>
            <a:rPr lang="en-GB" sz="1400" kern="1200" dirty="0"/>
            <a:t>Final adjustments</a:t>
          </a:r>
          <a:endParaRPr lang="en-NL" sz="1400" kern="1200" dirty="0"/>
        </a:p>
      </dsp:txBody>
      <dsp:txXfrm>
        <a:off x="7338063" y="2771776"/>
        <a:ext cx="1397560" cy="1847850"/>
      </dsp:txXfrm>
    </dsp:sp>
    <dsp:sp modelId="{E43097A9-F4FD-44CB-A876-DC295AD94C5F}">
      <dsp:nvSpPr>
        <dsp:cNvPr id="0" name=""/>
        <dsp:cNvSpPr/>
      </dsp:nvSpPr>
      <dsp:spPr>
        <a:xfrm>
          <a:off x="7805861" y="2078832"/>
          <a:ext cx="461962" cy="46196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B61B7CF-52A6-41DD-9F5A-CAABA46DFB6D}">
      <dsp:nvSpPr>
        <dsp:cNvPr id="0" name=""/>
        <dsp:cNvSpPr/>
      </dsp:nvSpPr>
      <dsp:spPr>
        <a:xfrm>
          <a:off x="8805501" y="0"/>
          <a:ext cx="1397560" cy="18478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0" lvl="0" indent="0" algn="ctr" defTabSz="622300">
            <a:lnSpc>
              <a:spcPct val="90000"/>
            </a:lnSpc>
            <a:spcBef>
              <a:spcPct val="0"/>
            </a:spcBef>
            <a:spcAft>
              <a:spcPct val="35000"/>
            </a:spcAft>
            <a:buNone/>
          </a:pPr>
          <a:r>
            <a:rPr lang="en-GB" sz="1400" kern="1200"/>
            <a:t>Sign off on consensus plan</a:t>
          </a:r>
          <a:endParaRPr lang="en-NL" sz="1400" kern="1200"/>
        </a:p>
      </dsp:txBody>
      <dsp:txXfrm>
        <a:off x="8805501" y="0"/>
        <a:ext cx="1397560" cy="1847850"/>
      </dsp:txXfrm>
    </dsp:sp>
    <dsp:sp modelId="{F72CB5F8-981E-4814-99D8-63FF9005A5BC}">
      <dsp:nvSpPr>
        <dsp:cNvPr id="0" name=""/>
        <dsp:cNvSpPr/>
      </dsp:nvSpPr>
      <dsp:spPr>
        <a:xfrm>
          <a:off x="9273300" y="2078832"/>
          <a:ext cx="461962" cy="46196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DB88A6-6C8C-4F83-97D1-76B61FC6EB4B}" type="datetimeFigureOut">
              <a:rPr lang="LID4096" smtClean="0"/>
              <a:t>11/17/2022</a:t>
            </a:fld>
            <a:endParaRPr lang="LID4096"/>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45930C-8FB1-48A8-9C61-8FE3EA3E49A8}" type="slidenum">
              <a:rPr lang="LID4096" smtClean="0"/>
              <a:t>‹#›</a:t>
            </a:fld>
            <a:endParaRPr lang="LID4096"/>
          </a:p>
        </p:txBody>
      </p:sp>
    </p:spTree>
    <p:extLst>
      <p:ext uri="{BB962C8B-B14F-4D97-AF65-F5344CB8AC3E}">
        <p14:creationId xmlns:p14="http://schemas.microsoft.com/office/powerpoint/2010/main" val="7670712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31800" y="1000125"/>
            <a:ext cx="5994400" cy="3371850"/>
          </a:xfrm>
        </p:spPr>
      </p:sp>
      <p:sp>
        <p:nvSpPr>
          <p:cNvPr id="3" name="Espace réservé des notes 2"/>
          <p:cNvSpPr>
            <a:spLocks noGrp="1"/>
          </p:cNvSpPr>
          <p:nvPr>
            <p:ph type="body" idx="1"/>
          </p:nvPr>
        </p:nvSpPr>
        <p:spPr/>
        <p:txBody>
          <a:bodyPr/>
          <a:lstStyle/>
          <a:p>
            <a:endParaRPr lang="de-DE"/>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FCBCE5-C350-437A-89CF-B0445391B4C9}" type="slidenum">
              <a:rPr kumimoji="0" lang="en-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794812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45930C-8FB1-48A8-9C61-8FE3EA3E49A8}" type="slidenum">
              <a:rPr lang="LID4096" smtClean="0"/>
              <a:t>8</a:t>
            </a:fld>
            <a:endParaRPr lang="LID4096"/>
          </a:p>
        </p:txBody>
      </p:sp>
    </p:spTree>
    <p:extLst>
      <p:ext uri="{BB962C8B-B14F-4D97-AF65-F5344CB8AC3E}">
        <p14:creationId xmlns:p14="http://schemas.microsoft.com/office/powerpoint/2010/main" val="17521302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45930C-8FB1-48A8-9C61-8FE3EA3E49A8}" type="slidenum">
              <a:rPr kumimoji="0" lang="LID4096"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LID4096"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200048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45930C-8FB1-48A8-9C61-8FE3EA3E49A8}" type="slidenum">
              <a:rPr lang="LID4096" smtClean="0"/>
              <a:t>16</a:t>
            </a:fld>
            <a:endParaRPr lang="LID4096"/>
          </a:p>
        </p:txBody>
      </p:sp>
    </p:spTree>
    <p:extLst>
      <p:ext uri="{BB962C8B-B14F-4D97-AF65-F5344CB8AC3E}">
        <p14:creationId xmlns:p14="http://schemas.microsoft.com/office/powerpoint/2010/main" val="15160427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45930C-8FB1-48A8-9C61-8FE3EA3E49A8}" type="slidenum">
              <a:rPr lang="LID4096" smtClean="0"/>
              <a:t>19</a:t>
            </a:fld>
            <a:endParaRPr lang="LID4096"/>
          </a:p>
        </p:txBody>
      </p:sp>
    </p:spTree>
    <p:extLst>
      <p:ext uri="{BB962C8B-B14F-4D97-AF65-F5344CB8AC3E}">
        <p14:creationId xmlns:p14="http://schemas.microsoft.com/office/powerpoint/2010/main" val="4231658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08097" y="4823619"/>
            <a:ext cx="8921212" cy="414338"/>
          </a:xfrm>
        </p:spPr>
        <p:txBody>
          <a:bodyPr anchor="t"/>
          <a:lstStyle>
            <a:lvl1pPr algn="l">
              <a:defRPr sz="2800">
                <a:latin typeface="Calibri" panose="020F0502020204030204" pitchFamily="34" charset="0"/>
                <a:cs typeface="Calibri" panose="020F0502020204030204" pitchFamily="34" charset="0"/>
              </a:defRPr>
            </a:lvl1pPr>
          </a:lstStyle>
          <a:p>
            <a:r>
              <a:rPr lang="de-DE" dirty="0"/>
              <a:t>Mastertitelformat bearbeiten</a:t>
            </a:r>
            <a:endParaRPr lang="en-US" dirty="0"/>
          </a:p>
        </p:txBody>
      </p:sp>
      <p:sp>
        <p:nvSpPr>
          <p:cNvPr id="3" name="Subtitle 2"/>
          <p:cNvSpPr>
            <a:spLocks noGrp="1"/>
          </p:cNvSpPr>
          <p:nvPr>
            <p:ph type="subTitle" idx="1"/>
          </p:nvPr>
        </p:nvSpPr>
        <p:spPr bwMode="gray">
          <a:xfrm>
            <a:off x="405715" y="5272087"/>
            <a:ext cx="8921212" cy="414338"/>
          </a:xfrm>
        </p:spPr>
        <p:txBody>
          <a:bodyPr/>
          <a:lstStyle>
            <a:lvl1pPr marL="0" indent="0" algn="l">
              <a:spcBef>
                <a:spcPts val="0"/>
              </a:spcBef>
              <a:buNone/>
              <a:defRPr sz="2800">
                <a:latin typeface="Calibri" panose="020F0502020204030204" pitchFamily="34" charset="0"/>
                <a:cs typeface="Calibri" panose="020F0502020204030204" pitchFamily="34" charset="0"/>
              </a:defRPr>
            </a:lvl1pPr>
            <a:lvl2pPr marL="0" indent="0" algn="l">
              <a:spcBef>
                <a:spcPts val="0"/>
              </a:spcBef>
              <a:buNone/>
              <a:defRPr sz="2800"/>
            </a:lvl2pPr>
            <a:lvl3pPr marL="0" indent="0" algn="l">
              <a:spcBef>
                <a:spcPts val="0"/>
              </a:spcBef>
              <a:buNone/>
              <a:defRPr sz="2800"/>
            </a:lvl3pPr>
            <a:lvl4pPr marL="0" indent="0" algn="l">
              <a:spcBef>
                <a:spcPts val="0"/>
              </a:spcBef>
              <a:buNone/>
              <a:defRPr sz="2800"/>
            </a:lvl4pPr>
            <a:lvl5pPr marL="0" indent="0" algn="l">
              <a:spcBef>
                <a:spcPts val="0"/>
              </a:spcBef>
              <a:buNone/>
              <a:defRPr sz="2800"/>
            </a:lvl5pPr>
            <a:lvl6pPr marL="0" indent="0" algn="l">
              <a:spcBef>
                <a:spcPts val="0"/>
              </a:spcBef>
              <a:buNone/>
              <a:defRPr sz="2800"/>
            </a:lvl6pPr>
            <a:lvl7pPr marL="0" indent="0" algn="l">
              <a:spcBef>
                <a:spcPts val="0"/>
              </a:spcBef>
              <a:buNone/>
              <a:defRPr sz="2800"/>
            </a:lvl7pPr>
            <a:lvl8pPr marL="0" indent="0" algn="l">
              <a:spcBef>
                <a:spcPts val="0"/>
              </a:spcBef>
              <a:buNone/>
              <a:defRPr sz="2800"/>
            </a:lvl8pPr>
            <a:lvl9pPr marL="0" indent="0" algn="l">
              <a:spcBef>
                <a:spcPts val="0"/>
              </a:spcBef>
              <a:buNone/>
              <a:defRPr sz="2800"/>
            </a:lvl9pPr>
          </a:lstStyle>
          <a:p>
            <a:pPr lvl="0"/>
            <a:r>
              <a:rPr lang="de-DE"/>
              <a:t>Master-Untertitelformat bearbeiten</a:t>
            </a:r>
            <a:endParaRPr lang="en-US" dirty="0"/>
          </a:p>
        </p:txBody>
      </p:sp>
      <p:sp>
        <p:nvSpPr>
          <p:cNvPr id="4" name="Date Placeholder 3"/>
          <p:cNvSpPr>
            <a:spLocks noGrp="1"/>
          </p:cNvSpPr>
          <p:nvPr>
            <p:ph type="dt" sz="half" idx="10"/>
          </p:nvPr>
        </p:nvSpPr>
        <p:spPr bwMode="gray"/>
        <p:txBody>
          <a:bodyPr/>
          <a:lstStyle/>
          <a:p>
            <a:fld id="{B5BB544D-367E-4EB9-B594-12E2948A8C6F}" type="datetime1">
              <a:rPr lang="en-US" smtClean="0"/>
              <a:t>11/17/2022</a:t>
            </a:fld>
            <a:endParaRPr lang="en-US" dirty="0"/>
          </a:p>
        </p:txBody>
      </p:sp>
      <p:sp>
        <p:nvSpPr>
          <p:cNvPr id="5" name="Footer Placeholder 4"/>
          <p:cNvSpPr>
            <a:spLocks noGrp="1"/>
          </p:cNvSpPr>
          <p:nvPr>
            <p:ph type="ftr" sz="quarter" idx="11"/>
          </p:nvPr>
        </p:nvSpPr>
        <p:spPr bwMode="gray"/>
        <p:txBody>
          <a:bodyPr/>
          <a:lstStyle/>
          <a:p>
            <a:endParaRPr lang="en-US" dirty="0"/>
          </a:p>
        </p:txBody>
      </p:sp>
      <p:sp>
        <p:nvSpPr>
          <p:cNvPr id="6" name="Slide Number Placeholder 5"/>
          <p:cNvSpPr>
            <a:spLocks noGrp="1"/>
          </p:cNvSpPr>
          <p:nvPr>
            <p:ph type="sldNum" sz="quarter" idx="12"/>
          </p:nvPr>
        </p:nvSpPr>
        <p:spPr bwMode="gray"/>
        <p:txBody>
          <a:bodyPr/>
          <a:lstStyle>
            <a:lvl1pPr>
              <a:defRPr>
                <a:noFill/>
              </a:defRPr>
            </a:lvl1pPr>
            <a:lvl2pPr>
              <a:defRPr>
                <a:noFill/>
              </a:defRPr>
            </a:lvl2pPr>
            <a:lvl3pPr>
              <a:defRPr>
                <a:noFill/>
              </a:defRPr>
            </a:lvl3pPr>
            <a:lvl4pPr>
              <a:defRPr>
                <a:noFill/>
              </a:defRPr>
            </a:lvl4pPr>
            <a:lvl5pPr>
              <a:defRPr>
                <a:noFill/>
              </a:defRPr>
            </a:lvl5pPr>
            <a:lvl6pPr>
              <a:defRPr>
                <a:noFill/>
              </a:defRPr>
            </a:lvl6pPr>
            <a:lvl7pPr>
              <a:defRPr>
                <a:noFill/>
              </a:defRPr>
            </a:lvl7pPr>
            <a:lvl8pPr>
              <a:defRPr>
                <a:noFill/>
              </a:defRPr>
            </a:lvl8pPr>
            <a:lvl9pPr>
              <a:defRPr>
                <a:noFill/>
              </a:defRPr>
            </a:lvl9pPr>
          </a:lstStyle>
          <a:p>
            <a:fld id="{66AA3846-8976-4D24-8224-CEE1235CE9F4}" type="slidenum">
              <a:rPr lang="en-US" smtClean="0"/>
              <a:pPr/>
              <a:t>‹#›</a:t>
            </a:fld>
            <a:endParaRPr lang="en-US" dirty="0"/>
          </a:p>
        </p:txBody>
      </p:sp>
      <p:sp>
        <p:nvSpPr>
          <p:cNvPr id="79" name="Text Placeholder 78">
            <a:extLst>
              <a:ext uri="{FF2B5EF4-FFF2-40B4-BE49-F238E27FC236}">
                <a16:creationId xmlns:a16="http://schemas.microsoft.com/office/drawing/2014/main" id="{D478C85D-0D76-47CB-8C7A-2CFA61ADBA85}"/>
              </a:ext>
            </a:extLst>
          </p:cNvPr>
          <p:cNvSpPr>
            <a:spLocks noGrp="1"/>
          </p:cNvSpPr>
          <p:nvPr>
            <p:ph type="body" sz="quarter" idx="14"/>
          </p:nvPr>
        </p:nvSpPr>
        <p:spPr bwMode="gray">
          <a:xfrm>
            <a:off x="416828" y="5946776"/>
            <a:ext cx="5321099" cy="238124"/>
          </a:xfrm>
        </p:spPr>
        <p:txBody>
          <a:bodyPr/>
          <a:lstStyle>
            <a:lvl1pPr marL="0" indent="0">
              <a:spcBef>
                <a:spcPts val="0"/>
              </a:spcBef>
              <a:buFont typeface="Arial" panose="020B0604020202020204" pitchFamily="34" charset="0"/>
              <a:buNone/>
              <a:defRPr sz="1600">
                <a:solidFill>
                  <a:schemeClr val="tx1"/>
                </a:solidFill>
                <a:latin typeface="Calibri" panose="020F0502020204030204" pitchFamily="34" charset="0"/>
                <a:cs typeface="Calibri" panose="020F0502020204030204" pitchFamily="34" charset="0"/>
              </a:defRPr>
            </a:lvl1pPr>
            <a:lvl2pPr marL="0" indent="0">
              <a:spcBef>
                <a:spcPts val="0"/>
              </a:spcBef>
              <a:buFont typeface="Arial" panose="020B0604020202020204" pitchFamily="34" charset="0"/>
              <a:buNone/>
              <a:defRPr sz="1600">
                <a:solidFill>
                  <a:schemeClr val="tx1"/>
                </a:solidFill>
                <a:latin typeface="Calibri" panose="020F0502020204030204" pitchFamily="34" charset="0"/>
                <a:cs typeface="Calibri" panose="020F0502020204030204" pitchFamily="34" charset="0"/>
              </a:defRPr>
            </a:lvl2pPr>
            <a:lvl3pPr marL="0" indent="0">
              <a:spcBef>
                <a:spcPts val="0"/>
              </a:spcBef>
              <a:buFont typeface="Arial" panose="020B0604020202020204" pitchFamily="34" charset="0"/>
              <a:buNone/>
              <a:defRPr sz="1600">
                <a:solidFill>
                  <a:schemeClr val="tx1"/>
                </a:solidFill>
                <a:latin typeface="Calibri" panose="020F0502020204030204" pitchFamily="34" charset="0"/>
                <a:cs typeface="Calibri" panose="020F0502020204030204" pitchFamily="34" charset="0"/>
              </a:defRPr>
            </a:lvl3pPr>
            <a:lvl4pPr marL="0" indent="0">
              <a:spcBef>
                <a:spcPts val="0"/>
              </a:spcBef>
              <a:buFont typeface="Arial" panose="020B0604020202020204" pitchFamily="34" charset="0"/>
              <a:buNone/>
              <a:defRPr sz="1600">
                <a:solidFill>
                  <a:schemeClr val="tx1"/>
                </a:solidFill>
                <a:latin typeface="Calibri" panose="020F0502020204030204" pitchFamily="34" charset="0"/>
                <a:cs typeface="Calibri" panose="020F0502020204030204" pitchFamily="34" charset="0"/>
              </a:defRPr>
            </a:lvl4pPr>
            <a:lvl5pPr marL="0" indent="0">
              <a:spcBef>
                <a:spcPts val="0"/>
              </a:spcBef>
              <a:buFont typeface="Arial" panose="020B0604020202020204" pitchFamily="34" charset="0"/>
              <a:buNone/>
              <a:defRPr sz="1600">
                <a:solidFill>
                  <a:schemeClr val="tx1"/>
                </a:solidFill>
                <a:latin typeface="Calibri" panose="020F0502020204030204" pitchFamily="34" charset="0"/>
                <a:cs typeface="Calibri" panose="020F0502020204030204" pitchFamily="34" charset="0"/>
              </a:defRPr>
            </a:lvl5pPr>
            <a:lvl6pPr marL="0" indent="0">
              <a:spcBef>
                <a:spcPts val="0"/>
              </a:spcBef>
              <a:buFont typeface="Arial" panose="020B0604020202020204" pitchFamily="34" charset="0"/>
              <a:buNone/>
              <a:defRPr sz="1600">
                <a:solidFill>
                  <a:schemeClr val="tx1"/>
                </a:solidFill>
              </a:defRPr>
            </a:lvl6pPr>
            <a:lvl7pPr marL="0" indent="0">
              <a:spcBef>
                <a:spcPts val="0"/>
              </a:spcBef>
              <a:buFont typeface="Arial" panose="020B0604020202020204" pitchFamily="34" charset="0"/>
              <a:buNone/>
              <a:defRPr sz="1600">
                <a:solidFill>
                  <a:schemeClr val="tx1"/>
                </a:solidFill>
              </a:defRPr>
            </a:lvl7pPr>
            <a:lvl8pPr marL="0" indent="0">
              <a:spcBef>
                <a:spcPts val="0"/>
              </a:spcBef>
              <a:buFont typeface="Arial" panose="020B0604020202020204" pitchFamily="34" charset="0"/>
              <a:buNone/>
              <a:defRPr sz="1600">
                <a:solidFill>
                  <a:schemeClr val="tx1"/>
                </a:solidFill>
              </a:defRPr>
            </a:lvl8pPr>
            <a:lvl9pPr marL="0" indent="0">
              <a:spcBef>
                <a:spcPts val="0"/>
              </a:spcBef>
              <a:buFont typeface="Arial" panose="020B0604020202020204" pitchFamily="34" charset="0"/>
              <a:buNone/>
              <a:defRPr sz="1600">
                <a:solidFill>
                  <a:schemeClr val="tx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grpSp>
        <p:nvGrpSpPr>
          <p:cNvPr id="81" name="Group 80">
            <a:extLst>
              <a:ext uri="{FF2B5EF4-FFF2-40B4-BE49-F238E27FC236}">
                <a16:creationId xmlns:a16="http://schemas.microsoft.com/office/drawing/2014/main" id="{F6981068-6445-4488-BBE2-B96D48D0CB9E}"/>
              </a:ext>
            </a:extLst>
          </p:cNvPr>
          <p:cNvGrpSpPr/>
          <p:nvPr/>
        </p:nvGrpSpPr>
        <p:grpSpPr bwMode="gray">
          <a:xfrm>
            <a:off x="431912" y="-137594"/>
            <a:ext cx="11660843" cy="116162"/>
            <a:chOff x="431800" y="-137594"/>
            <a:chExt cx="11657806" cy="116162"/>
          </a:xfrm>
        </p:grpSpPr>
        <p:grpSp>
          <p:nvGrpSpPr>
            <p:cNvPr id="82" name="Group 81">
              <a:extLst>
                <a:ext uri="{FF2B5EF4-FFF2-40B4-BE49-F238E27FC236}">
                  <a16:creationId xmlns:a16="http://schemas.microsoft.com/office/drawing/2014/main" id="{413E4756-0ADA-40B4-BEBB-470B003B931F}"/>
                </a:ext>
              </a:extLst>
            </p:cNvPr>
            <p:cNvGrpSpPr/>
            <p:nvPr/>
          </p:nvGrpSpPr>
          <p:grpSpPr bwMode="gray">
            <a:xfrm>
              <a:off x="431800" y="-137594"/>
              <a:ext cx="332581" cy="116162"/>
              <a:chOff x="431800" y="-137594"/>
              <a:chExt cx="332581" cy="116162"/>
            </a:xfrm>
          </p:grpSpPr>
          <p:cxnSp>
            <p:nvCxnSpPr>
              <p:cNvPr id="92" name="Straight Connector 91">
                <a:extLst>
                  <a:ext uri="{FF2B5EF4-FFF2-40B4-BE49-F238E27FC236}">
                    <a16:creationId xmlns:a16="http://schemas.microsoft.com/office/drawing/2014/main" id="{2A0E65C9-4FCD-4DBC-B322-FEB5BE9023C7}"/>
                  </a:ext>
                </a:extLst>
              </p:cNvPr>
              <p:cNvCxnSpPr>
                <a:cxnSpLocks/>
              </p:cNvCxnSpPr>
              <p:nvPr/>
            </p:nvCxnSpPr>
            <p:spPr bwMode="gray">
              <a:xfrm flipV="1">
                <a:off x="431800" y="-137594"/>
                <a:ext cx="0" cy="104257"/>
              </a:xfrm>
              <a:prstGeom prst="line">
                <a:avLst/>
              </a:prstGeom>
              <a:ln w="6350">
                <a:solidFill>
                  <a:schemeClr val="accent2"/>
                </a:solidFill>
                <a:tailEnd type="oval" w="sm" len="sm"/>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FF78E6E0-A11E-4FB9-AAEE-4661D191105C}"/>
                  </a:ext>
                </a:extLst>
              </p:cNvPr>
              <p:cNvSpPr txBox="1"/>
              <p:nvPr/>
            </p:nvSpPr>
            <p:spPr bwMode="gray">
              <a:xfrm>
                <a:off x="452437" y="-119063"/>
                <a:ext cx="311944" cy="97631"/>
              </a:xfrm>
              <a:prstGeom prst="rect">
                <a:avLst/>
              </a:prstGeom>
              <a:noFill/>
            </p:spPr>
            <p:txBody>
              <a:bodyPr wrap="square" lIns="0" tIns="0" rIns="0" bIns="0" rtlCol="0">
                <a:noAutofit/>
              </a:bodyPr>
              <a:lstStyle/>
              <a:p>
                <a:pPr algn="l"/>
                <a:r>
                  <a:rPr lang="en-US" sz="600" dirty="0">
                    <a:solidFill>
                      <a:schemeClr val="accent2"/>
                    </a:solidFill>
                  </a:rPr>
                  <a:t>15,73</a:t>
                </a:r>
              </a:p>
            </p:txBody>
          </p:sp>
        </p:grpSp>
        <p:grpSp>
          <p:nvGrpSpPr>
            <p:cNvPr id="83" name="Group 82">
              <a:extLst>
                <a:ext uri="{FF2B5EF4-FFF2-40B4-BE49-F238E27FC236}">
                  <a16:creationId xmlns:a16="http://schemas.microsoft.com/office/drawing/2014/main" id="{07F3BE9F-7822-4420-B780-927F1DC4153C}"/>
                </a:ext>
              </a:extLst>
            </p:cNvPr>
            <p:cNvGrpSpPr/>
            <p:nvPr/>
          </p:nvGrpSpPr>
          <p:grpSpPr bwMode="gray">
            <a:xfrm>
              <a:off x="11757025" y="-137594"/>
              <a:ext cx="332581" cy="116162"/>
              <a:chOff x="431800" y="-137594"/>
              <a:chExt cx="332581" cy="116162"/>
            </a:xfrm>
          </p:grpSpPr>
          <p:cxnSp>
            <p:nvCxnSpPr>
              <p:cNvPr id="90" name="Straight Connector 89">
                <a:extLst>
                  <a:ext uri="{FF2B5EF4-FFF2-40B4-BE49-F238E27FC236}">
                    <a16:creationId xmlns:a16="http://schemas.microsoft.com/office/drawing/2014/main" id="{10B67863-4397-4773-B7BC-4453C6D11222}"/>
                  </a:ext>
                </a:extLst>
              </p:cNvPr>
              <p:cNvCxnSpPr>
                <a:cxnSpLocks/>
              </p:cNvCxnSpPr>
              <p:nvPr/>
            </p:nvCxnSpPr>
            <p:spPr bwMode="gray">
              <a:xfrm flipV="1">
                <a:off x="431800" y="-137594"/>
                <a:ext cx="0" cy="104257"/>
              </a:xfrm>
              <a:prstGeom prst="line">
                <a:avLst/>
              </a:prstGeom>
              <a:ln w="6350">
                <a:solidFill>
                  <a:schemeClr val="accent2"/>
                </a:solidFill>
                <a:tailEnd type="oval" w="sm" len="sm"/>
              </a:ln>
            </p:spPr>
            <p:style>
              <a:lnRef idx="1">
                <a:schemeClr val="accent1"/>
              </a:lnRef>
              <a:fillRef idx="0">
                <a:schemeClr val="accent1"/>
              </a:fillRef>
              <a:effectRef idx="0">
                <a:schemeClr val="accent1"/>
              </a:effectRef>
              <a:fontRef idx="minor">
                <a:schemeClr val="tx1"/>
              </a:fontRef>
            </p:style>
          </p:cxnSp>
          <p:sp>
            <p:nvSpPr>
              <p:cNvPr id="91" name="TextBox 90">
                <a:extLst>
                  <a:ext uri="{FF2B5EF4-FFF2-40B4-BE49-F238E27FC236}">
                    <a16:creationId xmlns:a16="http://schemas.microsoft.com/office/drawing/2014/main" id="{1FAF1407-D87E-488B-A3E6-6B230F555C55}"/>
                  </a:ext>
                </a:extLst>
              </p:cNvPr>
              <p:cNvSpPr txBox="1"/>
              <p:nvPr/>
            </p:nvSpPr>
            <p:spPr bwMode="gray">
              <a:xfrm>
                <a:off x="452437" y="-119063"/>
                <a:ext cx="311944" cy="97631"/>
              </a:xfrm>
              <a:prstGeom prst="rect">
                <a:avLst/>
              </a:prstGeom>
              <a:noFill/>
            </p:spPr>
            <p:txBody>
              <a:bodyPr wrap="square" lIns="0" tIns="0" rIns="0" bIns="0" rtlCol="0">
                <a:noAutofit/>
              </a:bodyPr>
              <a:lstStyle/>
              <a:p>
                <a:pPr algn="l"/>
                <a:r>
                  <a:rPr lang="en-US" sz="600" dirty="0">
                    <a:solidFill>
                      <a:schemeClr val="accent2"/>
                    </a:solidFill>
                  </a:rPr>
                  <a:t>15,73</a:t>
                </a:r>
              </a:p>
            </p:txBody>
          </p:sp>
        </p:grpSp>
        <p:grpSp>
          <p:nvGrpSpPr>
            <p:cNvPr id="84" name="Group 83">
              <a:extLst>
                <a:ext uri="{FF2B5EF4-FFF2-40B4-BE49-F238E27FC236}">
                  <a16:creationId xmlns:a16="http://schemas.microsoft.com/office/drawing/2014/main" id="{64176752-F0B2-4AFE-A58A-BBE3990372BC}"/>
                </a:ext>
              </a:extLst>
            </p:cNvPr>
            <p:cNvGrpSpPr/>
            <p:nvPr/>
          </p:nvGrpSpPr>
          <p:grpSpPr bwMode="gray">
            <a:xfrm>
              <a:off x="6451600" y="-137594"/>
              <a:ext cx="332581" cy="116162"/>
              <a:chOff x="431800" y="-137594"/>
              <a:chExt cx="332581" cy="116162"/>
            </a:xfrm>
          </p:grpSpPr>
          <p:cxnSp>
            <p:nvCxnSpPr>
              <p:cNvPr id="88" name="Straight Connector 87">
                <a:extLst>
                  <a:ext uri="{FF2B5EF4-FFF2-40B4-BE49-F238E27FC236}">
                    <a16:creationId xmlns:a16="http://schemas.microsoft.com/office/drawing/2014/main" id="{84FCAC45-CF9B-4259-BB07-9A634D7287C9}"/>
                  </a:ext>
                </a:extLst>
              </p:cNvPr>
              <p:cNvCxnSpPr>
                <a:cxnSpLocks/>
              </p:cNvCxnSpPr>
              <p:nvPr/>
            </p:nvCxnSpPr>
            <p:spPr bwMode="gray">
              <a:xfrm flipV="1">
                <a:off x="431800" y="-137594"/>
                <a:ext cx="0" cy="104257"/>
              </a:xfrm>
              <a:prstGeom prst="line">
                <a:avLst/>
              </a:prstGeom>
              <a:ln w="6350">
                <a:solidFill>
                  <a:schemeClr val="accent2"/>
                </a:solidFill>
                <a:tailEnd type="oval" w="sm" len="sm"/>
              </a:ln>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703D4E4E-1843-4E32-867F-B7AFF6DF6C89}"/>
                  </a:ext>
                </a:extLst>
              </p:cNvPr>
              <p:cNvSpPr txBox="1"/>
              <p:nvPr/>
            </p:nvSpPr>
            <p:spPr bwMode="gray">
              <a:xfrm>
                <a:off x="452437" y="-119063"/>
                <a:ext cx="311944" cy="97631"/>
              </a:xfrm>
              <a:prstGeom prst="rect">
                <a:avLst/>
              </a:prstGeom>
              <a:noFill/>
            </p:spPr>
            <p:txBody>
              <a:bodyPr wrap="square" lIns="0" tIns="0" rIns="0" bIns="0" rtlCol="0">
                <a:noAutofit/>
              </a:bodyPr>
              <a:lstStyle/>
              <a:p>
                <a:pPr algn="l"/>
                <a:r>
                  <a:rPr lang="en-US" sz="600" dirty="0">
                    <a:solidFill>
                      <a:schemeClr val="accent2"/>
                    </a:solidFill>
                  </a:rPr>
                  <a:t>0,99</a:t>
                </a:r>
              </a:p>
            </p:txBody>
          </p:sp>
        </p:grpSp>
        <p:grpSp>
          <p:nvGrpSpPr>
            <p:cNvPr id="85" name="Group 84">
              <a:extLst>
                <a:ext uri="{FF2B5EF4-FFF2-40B4-BE49-F238E27FC236}">
                  <a16:creationId xmlns:a16="http://schemas.microsoft.com/office/drawing/2014/main" id="{AD293070-1C40-48AB-B804-FF2E0ABCEF21}"/>
                </a:ext>
              </a:extLst>
            </p:cNvPr>
            <p:cNvGrpSpPr/>
            <p:nvPr/>
          </p:nvGrpSpPr>
          <p:grpSpPr bwMode="gray">
            <a:xfrm>
              <a:off x="5738813" y="-137594"/>
              <a:ext cx="332581" cy="116162"/>
              <a:chOff x="431800" y="-137594"/>
              <a:chExt cx="332581" cy="116162"/>
            </a:xfrm>
          </p:grpSpPr>
          <p:cxnSp>
            <p:nvCxnSpPr>
              <p:cNvPr id="86" name="Straight Connector 85">
                <a:extLst>
                  <a:ext uri="{FF2B5EF4-FFF2-40B4-BE49-F238E27FC236}">
                    <a16:creationId xmlns:a16="http://schemas.microsoft.com/office/drawing/2014/main" id="{2A693FAF-B077-4418-9799-264DA5789E1B}"/>
                  </a:ext>
                </a:extLst>
              </p:cNvPr>
              <p:cNvCxnSpPr>
                <a:cxnSpLocks/>
              </p:cNvCxnSpPr>
              <p:nvPr/>
            </p:nvCxnSpPr>
            <p:spPr bwMode="gray">
              <a:xfrm flipV="1">
                <a:off x="431800" y="-137594"/>
                <a:ext cx="0" cy="104257"/>
              </a:xfrm>
              <a:prstGeom prst="line">
                <a:avLst/>
              </a:prstGeom>
              <a:ln w="6350">
                <a:solidFill>
                  <a:schemeClr val="accent2"/>
                </a:solidFill>
                <a:tailEnd type="oval" w="sm" len="sm"/>
              </a:ln>
            </p:spPr>
            <p:style>
              <a:lnRef idx="1">
                <a:schemeClr val="accent1"/>
              </a:lnRef>
              <a:fillRef idx="0">
                <a:schemeClr val="accent1"/>
              </a:fillRef>
              <a:effectRef idx="0">
                <a:schemeClr val="accent1"/>
              </a:effectRef>
              <a:fontRef idx="minor">
                <a:schemeClr val="tx1"/>
              </a:fontRef>
            </p:style>
          </p:cxnSp>
          <p:sp>
            <p:nvSpPr>
              <p:cNvPr id="87" name="TextBox 86">
                <a:extLst>
                  <a:ext uri="{FF2B5EF4-FFF2-40B4-BE49-F238E27FC236}">
                    <a16:creationId xmlns:a16="http://schemas.microsoft.com/office/drawing/2014/main" id="{A3F51940-E5C8-488D-93D6-9709024BC1D7}"/>
                  </a:ext>
                </a:extLst>
              </p:cNvPr>
              <p:cNvSpPr txBox="1"/>
              <p:nvPr/>
            </p:nvSpPr>
            <p:spPr bwMode="gray">
              <a:xfrm>
                <a:off x="452437" y="-119063"/>
                <a:ext cx="311944" cy="97631"/>
              </a:xfrm>
              <a:prstGeom prst="rect">
                <a:avLst/>
              </a:prstGeom>
              <a:noFill/>
            </p:spPr>
            <p:txBody>
              <a:bodyPr wrap="square" lIns="0" tIns="0" rIns="0" bIns="0" rtlCol="0">
                <a:noAutofit/>
              </a:bodyPr>
              <a:lstStyle/>
              <a:p>
                <a:pPr algn="l"/>
                <a:r>
                  <a:rPr lang="en-US" sz="600" dirty="0">
                    <a:solidFill>
                      <a:schemeClr val="accent2"/>
                    </a:solidFill>
                  </a:rPr>
                  <a:t>0,99</a:t>
                </a:r>
              </a:p>
            </p:txBody>
          </p:sp>
        </p:grpSp>
      </p:grpSp>
      <p:sp>
        <p:nvSpPr>
          <p:cNvPr id="41" name="Rectangle 40">
            <a:extLst>
              <a:ext uri="{FF2B5EF4-FFF2-40B4-BE49-F238E27FC236}">
                <a16:creationId xmlns:a16="http://schemas.microsoft.com/office/drawing/2014/main" id="{75790976-4CFB-4E69-A1A1-1AD5ADDFB4D9}"/>
              </a:ext>
            </a:extLst>
          </p:cNvPr>
          <p:cNvSpPr/>
          <p:nvPr/>
        </p:nvSpPr>
        <p:spPr bwMode="gray">
          <a:xfrm>
            <a:off x="-624160" y="0"/>
            <a:ext cx="457171" cy="457052"/>
          </a:xfrm>
          <a:prstGeom prst="rect">
            <a:avLst/>
          </a:prstGeom>
          <a:solidFill>
            <a:schemeClr val="bg1">
              <a:alpha val="0"/>
            </a:schemeClr>
          </a:solidFill>
          <a:ln w="63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tx1"/>
                </a:solidFill>
              </a:rPr>
              <a:t>255</a:t>
            </a:r>
          </a:p>
          <a:p>
            <a:pPr algn="ctr"/>
            <a:r>
              <a:rPr lang="de-DE" sz="800" dirty="0">
                <a:solidFill>
                  <a:schemeClr val="tx1"/>
                </a:solidFill>
              </a:rPr>
              <a:t>255</a:t>
            </a:r>
          </a:p>
          <a:p>
            <a:pPr algn="ctr"/>
            <a:r>
              <a:rPr lang="de-DE" sz="800" dirty="0">
                <a:solidFill>
                  <a:schemeClr val="tx1"/>
                </a:solidFill>
              </a:rPr>
              <a:t>255</a:t>
            </a:r>
            <a:endParaRPr lang="en-US" sz="800" dirty="0">
              <a:solidFill>
                <a:schemeClr val="tx1"/>
              </a:solidFill>
            </a:endParaRPr>
          </a:p>
        </p:txBody>
      </p:sp>
      <p:sp>
        <p:nvSpPr>
          <p:cNvPr id="42" name="Rectangle 41">
            <a:extLst>
              <a:ext uri="{FF2B5EF4-FFF2-40B4-BE49-F238E27FC236}">
                <a16:creationId xmlns:a16="http://schemas.microsoft.com/office/drawing/2014/main" id="{6A41C8F3-0D32-417D-9938-56FB4251857D}"/>
              </a:ext>
            </a:extLst>
          </p:cNvPr>
          <p:cNvSpPr/>
          <p:nvPr/>
        </p:nvSpPr>
        <p:spPr bwMode="gray">
          <a:xfrm>
            <a:off x="-624160" y="590269"/>
            <a:ext cx="457171" cy="457052"/>
          </a:xfrm>
          <a:prstGeom prst="rect">
            <a:avLst/>
          </a:prstGeom>
          <a:solidFill>
            <a:srgbClr val="262F3C"/>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38</a:t>
            </a:r>
          </a:p>
          <a:p>
            <a:pPr algn="ctr"/>
            <a:r>
              <a:rPr lang="de-DE" sz="800" dirty="0">
                <a:solidFill>
                  <a:schemeClr val="bg1"/>
                </a:solidFill>
              </a:rPr>
              <a:t>47</a:t>
            </a:r>
          </a:p>
          <a:p>
            <a:pPr algn="ctr"/>
            <a:r>
              <a:rPr lang="de-DE" sz="800" dirty="0">
                <a:solidFill>
                  <a:schemeClr val="bg1"/>
                </a:solidFill>
              </a:rPr>
              <a:t>60</a:t>
            </a:r>
            <a:endParaRPr lang="en-US" sz="800" dirty="0">
              <a:solidFill>
                <a:schemeClr val="bg1"/>
              </a:solidFill>
            </a:endParaRPr>
          </a:p>
        </p:txBody>
      </p:sp>
      <p:sp>
        <p:nvSpPr>
          <p:cNvPr id="43" name="Rectangle 42">
            <a:extLst>
              <a:ext uri="{FF2B5EF4-FFF2-40B4-BE49-F238E27FC236}">
                <a16:creationId xmlns:a16="http://schemas.microsoft.com/office/drawing/2014/main" id="{537D71B4-D577-418A-B4B0-775491198353}"/>
              </a:ext>
            </a:extLst>
          </p:cNvPr>
          <p:cNvSpPr/>
          <p:nvPr/>
        </p:nvSpPr>
        <p:spPr bwMode="gray">
          <a:xfrm>
            <a:off x="-624160" y="1180538"/>
            <a:ext cx="457171" cy="457052"/>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175</a:t>
            </a:r>
          </a:p>
          <a:p>
            <a:pPr algn="ctr"/>
            <a:r>
              <a:rPr lang="de-DE" sz="800" dirty="0">
                <a:solidFill>
                  <a:schemeClr val="bg1"/>
                </a:solidFill>
              </a:rPr>
              <a:t>171</a:t>
            </a:r>
          </a:p>
          <a:p>
            <a:pPr algn="ctr"/>
            <a:r>
              <a:rPr lang="de-DE" sz="800" dirty="0">
                <a:solidFill>
                  <a:schemeClr val="bg1"/>
                </a:solidFill>
              </a:rPr>
              <a:t>171</a:t>
            </a:r>
            <a:endParaRPr lang="en-US" sz="800" dirty="0">
              <a:solidFill>
                <a:schemeClr val="bg1"/>
              </a:solidFill>
            </a:endParaRPr>
          </a:p>
        </p:txBody>
      </p:sp>
      <p:sp>
        <p:nvSpPr>
          <p:cNvPr id="44" name="Rectangle 43">
            <a:extLst>
              <a:ext uri="{FF2B5EF4-FFF2-40B4-BE49-F238E27FC236}">
                <a16:creationId xmlns:a16="http://schemas.microsoft.com/office/drawing/2014/main" id="{60CBAFA1-5D3C-43E1-9E4F-623534082290}"/>
              </a:ext>
            </a:extLst>
          </p:cNvPr>
          <p:cNvSpPr/>
          <p:nvPr/>
        </p:nvSpPr>
        <p:spPr bwMode="gray">
          <a:xfrm>
            <a:off x="-624160" y="1770807"/>
            <a:ext cx="457171" cy="457052"/>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173</a:t>
            </a:r>
          </a:p>
          <a:p>
            <a:pPr algn="ctr"/>
            <a:r>
              <a:rPr lang="de-DE" sz="800" dirty="0">
                <a:solidFill>
                  <a:schemeClr val="bg1"/>
                </a:solidFill>
              </a:rPr>
              <a:t>185</a:t>
            </a:r>
          </a:p>
          <a:p>
            <a:pPr algn="ctr"/>
            <a:r>
              <a:rPr lang="de-DE" sz="800" dirty="0">
                <a:solidFill>
                  <a:schemeClr val="bg1"/>
                </a:solidFill>
              </a:rPr>
              <a:t>202</a:t>
            </a:r>
            <a:endParaRPr lang="en-US" sz="800" dirty="0">
              <a:solidFill>
                <a:schemeClr val="bg1"/>
              </a:solidFill>
            </a:endParaRPr>
          </a:p>
        </p:txBody>
      </p:sp>
      <p:sp>
        <p:nvSpPr>
          <p:cNvPr id="45" name="Rectangle 44">
            <a:extLst>
              <a:ext uri="{FF2B5EF4-FFF2-40B4-BE49-F238E27FC236}">
                <a16:creationId xmlns:a16="http://schemas.microsoft.com/office/drawing/2014/main" id="{096D1BBF-FE7A-42ED-B200-3333F1C60BAE}"/>
              </a:ext>
            </a:extLst>
          </p:cNvPr>
          <p:cNvSpPr/>
          <p:nvPr/>
        </p:nvSpPr>
        <p:spPr bwMode="gray">
          <a:xfrm>
            <a:off x="-624160" y="2361076"/>
            <a:ext cx="457171" cy="457052"/>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51</a:t>
            </a:r>
          </a:p>
          <a:p>
            <a:pPr algn="ctr"/>
            <a:r>
              <a:rPr lang="de-DE" sz="800" dirty="0">
                <a:solidFill>
                  <a:schemeClr val="bg1"/>
                </a:solidFill>
              </a:rPr>
              <a:t>63</a:t>
            </a:r>
          </a:p>
          <a:p>
            <a:pPr algn="ctr"/>
            <a:r>
              <a:rPr lang="de-DE" sz="800" dirty="0">
                <a:solidFill>
                  <a:schemeClr val="bg1"/>
                </a:solidFill>
              </a:rPr>
              <a:t>80</a:t>
            </a:r>
            <a:endParaRPr lang="en-US" sz="800" dirty="0">
              <a:solidFill>
                <a:schemeClr val="bg1"/>
              </a:solidFill>
            </a:endParaRPr>
          </a:p>
        </p:txBody>
      </p:sp>
      <p:sp>
        <p:nvSpPr>
          <p:cNvPr id="46" name="Rectangle 45">
            <a:extLst>
              <a:ext uri="{FF2B5EF4-FFF2-40B4-BE49-F238E27FC236}">
                <a16:creationId xmlns:a16="http://schemas.microsoft.com/office/drawing/2014/main" id="{5DD60B4B-676B-4179-BBCE-00C78BD383EE}"/>
              </a:ext>
            </a:extLst>
          </p:cNvPr>
          <p:cNvSpPr/>
          <p:nvPr/>
        </p:nvSpPr>
        <p:spPr bwMode="gray">
          <a:xfrm>
            <a:off x="-624160" y="2951345"/>
            <a:ext cx="457171" cy="457052"/>
          </a:xfrm>
          <a:prstGeom prst="rect">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237</a:t>
            </a:r>
          </a:p>
          <a:p>
            <a:pPr algn="ctr"/>
            <a:r>
              <a:rPr lang="de-DE" sz="800" dirty="0">
                <a:solidFill>
                  <a:schemeClr val="bg1"/>
                </a:solidFill>
              </a:rPr>
              <a:t>125</a:t>
            </a:r>
          </a:p>
          <a:p>
            <a:pPr algn="ctr"/>
            <a:r>
              <a:rPr lang="de-DE" sz="800" dirty="0">
                <a:solidFill>
                  <a:schemeClr val="bg1"/>
                </a:solidFill>
              </a:rPr>
              <a:t>49</a:t>
            </a:r>
            <a:endParaRPr lang="en-US" sz="800" dirty="0">
              <a:solidFill>
                <a:schemeClr val="bg1"/>
              </a:solidFill>
            </a:endParaRPr>
          </a:p>
        </p:txBody>
      </p:sp>
      <p:sp>
        <p:nvSpPr>
          <p:cNvPr id="47" name="Rectangle 46">
            <a:extLst>
              <a:ext uri="{FF2B5EF4-FFF2-40B4-BE49-F238E27FC236}">
                <a16:creationId xmlns:a16="http://schemas.microsoft.com/office/drawing/2014/main" id="{90C3B9D2-8103-4BC5-A251-B3ABA10D41F4}"/>
              </a:ext>
            </a:extLst>
          </p:cNvPr>
          <p:cNvSpPr/>
          <p:nvPr/>
        </p:nvSpPr>
        <p:spPr bwMode="gray">
          <a:xfrm>
            <a:off x="-624160" y="3541614"/>
            <a:ext cx="457171" cy="457052"/>
          </a:xfrm>
          <a:prstGeom prst="rect">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tx1"/>
                </a:solidFill>
              </a:rPr>
              <a:t>214</a:t>
            </a:r>
          </a:p>
          <a:p>
            <a:pPr algn="ctr"/>
            <a:r>
              <a:rPr lang="de-DE" sz="800" dirty="0">
                <a:solidFill>
                  <a:schemeClr val="tx1"/>
                </a:solidFill>
              </a:rPr>
              <a:t>220</a:t>
            </a:r>
          </a:p>
          <a:p>
            <a:pPr algn="ctr"/>
            <a:r>
              <a:rPr lang="de-DE" sz="800" dirty="0">
                <a:solidFill>
                  <a:schemeClr val="tx1"/>
                </a:solidFill>
              </a:rPr>
              <a:t>229</a:t>
            </a:r>
            <a:endParaRPr lang="en-US" sz="800" dirty="0">
              <a:solidFill>
                <a:schemeClr val="tx1"/>
              </a:solidFill>
            </a:endParaRPr>
          </a:p>
        </p:txBody>
      </p:sp>
      <p:sp>
        <p:nvSpPr>
          <p:cNvPr id="48" name="Rectangle 47">
            <a:extLst>
              <a:ext uri="{FF2B5EF4-FFF2-40B4-BE49-F238E27FC236}">
                <a16:creationId xmlns:a16="http://schemas.microsoft.com/office/drawing/2014/main" id="{6F0AF73A-B048-47B7-BEEC-A145391EA1A0}"/>
              </a:ext>
            </a:extLst>
          </p:cNvPr>
          <p:cNvSpPr/>
          <p:nvPr/>
        </p:nvSpPr>
        <p:spPr bwMode="gray">
          <a:xfrm>
            <a:off x="-624160" y="4131883"/>
            <a:ext cx="457171" cy="457052"/>
          </a:xfrm>
          <a:prstGeom prst="rect">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68</a:t>
            </a:r>
          </a:p>
          <a:p>
            <a:pPr algn="ctr"/>
            <a:r>
              <a:rPr lang="de-DE" sz="800" dirty="0">
                <a:solidFill>
                  <a:schemeClr val="bg1"/>
                </a:solidFill>
              </a:rPr>
              <a:t>84</a:t>
            </a:r>
          </a:p>
          <a:p>
            <a:pPr algn="ctr"/>
            <a:r>
              <a:rPr lang="de-DE" sz="800" dirty="0">
                <a:solidFill>
                  <a:schemeClr val="bg1"/>
                </a:solidFill>
              </a:rPr>
              <a:t>106</a:t>
            </a:r>
            <a:endParaRPr lang="en-US" sz="800" dirty="0">
              <a:solidFill>
                <a:schemeClr val="bg1"/>
              </a:solidFill>
            </a:endParaRPr>
          </a:p>
        </p:txBody>
      </p:sp>
      <p:sp>
        <p:nvSpPr>
          <p:cNvPr id="49" name="Rectangle 48">
            <a:extLst>
              <a:ext uri="{FF2B5EF4-FFF2-40B4-BE49-F238E27FC236}">
                <a16:creationId xmlns:a16="http://schemas.microsoft.com/office/drawing/2014/main" id="{6C54A74B-20E3-482A-9FD4-56C26A063038}"/>
              </a:ext>
            </a:extLst>
          </p:cNvPr>
          <p:cNvSpPr/>
          <p:nvPr/>
        </p:nvSpPr>
        <p:spPr bwMode="gray">
          <a:xfrm>
            <a:off x="-624160" y="4722152"/>
            <a:ext cx="457171" cy="457052"/>
          </a:xfrm>
          <a:prstGeom prst="rect">
            <a:avLst/>
          </a:prstGeom>
          <a:solidFill>
            <a:schemeClr val="accent5"/>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tx1"/>
                </a:solidFill>
              </a:rPr>
              <a:t>255</a:t>
            </a:r>
          </a:p>
          <a:p>
            <a:pPr algn="ctr"/>
            <a:r>
              <a:rPr lang="de-DE" sz="800" dirty="0">
                <a:solidFill>
                  <a:schemeClr val="tx1"/>
                </a:solidFill>
              </a:rPr>
              <a:t>192</a:t>
            </a:r>
          </a:p>
          <a:p>
            <a:pPr algn="ctr"/>
            <a:r>
              <a:rPr lang="de-DE" sz="800" dirty="0">
                <a:solidFill>
                  <a:schemeClr val="tx1"/>
                </a:solidFill>
              </a:rPr>
              <a:t>0</a:t>
            </a:r>
            <a:endParaRPr lang="en-US" sz="800" dirty="0">
              <a:solidFill>
                <a:schemeClr val="tx1"/>
              </a:solidFill>
            </a:endParaRPr>
          </a:p>
        </p:txBody>
      </p:sp>
      <p:sp>
        <p:nvSpPr>
          <p:cNvPr id="50" name="Rectangle 49">
            <a:extLst>
              <a:ext uri="{FF2B5EF4-FFF2-40B4-BE49-F238E27FC236}">
                <a16:creationId xmlns:a16="http://schemas.microsoft.com/office/drawing/2014/main" id="{DBDBD4CD-FA3A-4B0C-A1DB-4DB8B71959F7}"/>
              </a:ext>
            </a:extLst>
          </p:cNvPr>
          <p:cNvSpPr/>
          <p:nvPr/>
        </p:nvSpPr>
        <p:spPr bwMode="gray">
          <a:xfrm>
            <a:off x="-624160" y="5312420"/>
            <a:ext cx="457171" cy="457052"/>
          </a:xfrm>
          <a:prstGeom prst="rect">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tx1"/>
                </a:solidFill>
              </a:rPr>
              <a:t>231</a:t>
            </a:r>
          </a:p>
          <a:p>
            <a:pPr algn="ctr"/>
            <a:r>
              <a:rPr lang="de-DE" sz="800" dirty="0">
                <a:solidFill>
                  <a:schemeClr val="tx1"/>
                </a:solidFill>
              </a:rPr>
              <a:t>230</a:t>
            </a:r>
          </a:p>
          <a:p>
            <a:pPr algn="ctr"/>
            <a:r>
              <a:rPr lang="de-DE" sz="800" dirty="0">
                <a:solidFill>
                  <a:schemeClr val="tx1"/>
                </a:solidFill>
              </a:rPr>
              <a:t>230</a:t>
            </a:r>
            <a:endParaRPr lang="en-US" sz="800" dirty="0">
              <a:solidFill>
                <a:schemeClr val="tx1"/>
              </a:solidFill>
            </a:endParaRPr>
          </a:p>
        </p:txBody>
      </p:sp>
      <p:grpSp>
        <p:nvGrpSpPr>
          <p:cNvPr id="33" name="Group 32">
            <a:extLst>
              <a:ext uri="{FF2B5EF4-FFF2-40B4-BE49-F238E27FC236}">
                <a16:creationId xmlns:a16="http://schemas.microsoft.com/office/drawing/2014/main" id="{706F37D2-C569-4CA3-9227-7AAC0E78DFCC}"/>
              </a:ext>
            </a:extLst>
          </p:cNvPr>
          <p:cNvGrpSpPr/>
          <p:nvPr/>
        </p:nvGrpSpPr>
        <p:grpSpPr>
          <a:xfrm>
            <a:off x="12231953" y="1743075"/>
            <a:ext cx="312025" cy="133088"/>
            <a:chOff x="452437" y="-154520"/>
            <a:chExt cx="311944" cy="133088"/>
          </a:xfrm>
        </p:grpSpPr>
        <p:cxnSp>
          <p:nvCxnSpPr>
            <p:cNvPr id="35" name="Straight Connector 34">
              <a:extLst>
                <a:ext uri="{FF2B5EF4-FFF2-40B4-BE49-F238E27FC236}">
                  <a16:creationId xmlns:a16="http://schemas.microsoft.com/office/drawing/2014/main" id="{2170F204-9B0E-48BC-955D-D1CF85871428}"/>
                </a:ext>
              </a:extLst>
            </p:cNvPr>
            <p:cNvCxnSpPr>
              <a:cxnSpLocks/>
            </p:cNvCxnSpPr>
            <p:nvPr/>
          </p:nvCxnSpPr>
          <p:spPr bwMode="gray">
            <a:xfrm rot="5400000" flipV="1">
              <a:off x="504566" y="-206649"/>
              <a:ext cx="0" cy="104257"/>
            </a:xfrm>
            <a:prstGeom prst="line">
              <a:avLst/>
            </a:prstGeom>
            <a:ln w="6350">
              <a:solidFill>
                <a:schemeClr val="accent2"/>
              </a:solidFill>
              <a:tailEnd type="oval" w="sm" len="sm"/>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57639D74-7C38-4842-9867-776EE81AA48F}"/>
                </a:ext>
              </a:extLst>
            </p:cNvPr>
            <p:cNvSpPr txBox="1"/>
            <p:nvPr/>
          </p:nvSpPr>
          <p:spPr bwMode="gray">
            <a:xfrm>
              <a:off x="452437" y="-119063"/>
              <a:ext cx="311944" cy="97631"/>
            </a:xfrm>
            <a:prstGeom prst="rect">
              <a:avLst/>
            </a:prstGeom>
            <a:noFill/>
          </p:spPr>
          <p:txBody>
            <a:bodyPr wrap="square" lIns="0" tIns="0" rIns="0" bIns="0" rtlCol="0">
              <a:noAutofit/>
            </a:bodyPr>
            <a:lstStyle/>
            <a:p>
              <a:pPr algn="l"/>
              <a:r>
                <a:rPr lang="en-US" sz="600" dirty="0">
                  <a:solidFill>
                    <a:schemeClr val="accent2"/>
                  </a:solidFill>
                </a:rPr>
                <a:t>4,68</a:t>
              </a:r>
            </a:p>
          </p:txBody>
        </p:sp>
      </p:grpSp>
      <p:grpSp>
        <p:nvGrpSpPr>
          <p:cNvPr id="37" name="Group 36">
            <a:extLst>
              <a:ext uri="{FF2B5EF4-FFF2-40B4-BE49-F238E27FC236}">
                <a16:creationId xmlns:a16="http://schemas.microsoft.com/office/drawing/2014/main" id="{E71B59BE-5D9D-426A-8EBB-7A039B86FF2A}"/>
              </a:ext>
            </a:extLst>
          </p:cNvPr>
          <p:cNvGrpSpPr/>
          <p:nvPr/>
        </p:nvGrpSpPr>
        <p:grpSpPr>
          <a:xfrm>
            <a:off x="12231953" y="6323013"/>
            <a:ext cx="312025" cy="133088"/>
            <a:chOff x="452437" y="-154520"/>
            <a:chExt cx="311944" cy="133088"/>
          </a:xfrm>
        </p:grpSpPr>
        <p:cxnSp>
          <p:nvCxnSpPr>
            <p:cNvPr id="38" name="Straight Connector 37">
              <a:extLst>
                <a:ext uri="{FF2B5EF4-FFF2-40B4-BE49-F238E27FC236}">
                  <a16:creationId xmlns:a16="http://schemas.microsoft.com/office/drawing/2014/main" id="{CBC922FF-2F5B-4175-84A8-DD7CE547C83E}"/>
                </a:ext>
              </a:extLst>
            </p:cNvPr>
            <p:cNvCxnSpPr>
              <a:cxnSpLocks/>
            </p:cNvCxnSpPr>
            <p:nvPr/>
          </p:nvCxnSpPr>
          <p:spPr bwMode="gray">
            <a:xfrm rot="5400000" flipV="1">
              <a:off x="504566" y="-206649"/>
              <a:ext cx="0" cy="104257"/>
            </a:xfrm>
            <a:prstGeom prst="line">
              <a:avLst/>
            </a:prstGeom>
            <a:ln w="6350">
              <a:solidFill>
                <a:schemeClr val="accent2"/>
              </a:solidFill>
              <a:tailEnd type="oval" w="sm" len="sm"/>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36057258-12F6-489F-8AB2-A11ED7E8A9AD}"/>
                </a:ext>
              </a:extLst>
            </p:cNvPr>
            <p:cNvSpPr txBox="1"/>
            <p:nvPr/>
          </p:nvSpPr>
          <p:spPr bwMode="gray">
            <a:xfrm>
              <a:off x="452437" y="-119063"/>
              <a:ext cx="311944" cy="97631"/>
            </a:xfrm>
            <a:prstGeom prst="rect">
              <a:avLst/>
            </a:prstGeom>
            <a:noFill/>
          </p:spPr>
          <p:txBody>
            <a:bodyPr wrap="square" lIns="0" tIns="0" rIns="0" bIns="0" rtlCol="0">
              <a:noAutofit/>
            </a:bodyPr>
            <a:lstStyle/>
            <a:p>
              <a:pPr algn="l"/>
              <a:r>
                <a:rPr lang="en-US" sz="600" dirty="0">
                  <a:solidFill>
                    <a:schemeClr val="accent2"/>
                  </a:solidFill>
                </a:rPr>
                <a:t>8,04</a:t>
              </a:r>
            </a:p>
          </p:txBody>
        </p:sp>
      </p:grpSp>
      <p:sp>
        <p:nvSpPr>
          <p:cNvPr id="53" name="Titel 1">
            <a:extLst>
              <a:ext uri="{FF2B5EF4-FFF2-40B4-BE49-F238E27FC236}">
                <a16:creationId xmlns:a16="http://schemas.microsoft.com/office/drawing/2014/main" id="{CB060D37-875C-4455-9200-E41FAE7B588E}"/>
              </a:ext>
            </a:extLst>
          </p:cNvPr>
          <p:cNvSpPr txBox="1">
            <a:spLocks/>
          </p:cNvSpPr>
          <p:nvPr userDrawn="1"/>
        </p:nvSpPr>
        <p:spPr>
          <a:xfrm>
            <a:off x="1524397" y="1122363"/>
            <a:ext cx="9146382" cy="23876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HelveticaRounded LT Std Bd" panose="020F0804030503020204" pitchFamily="34" charset="0"/>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de-DE" sz="6000" b="0" i="0" u="none" strike="noStrike" kern="1200" cap="none" spc="0" normalizeH="0" baseline="0" noProof="0" dirty="0">
              <a:ln>
                <a:noFill/>
              </a:ln>
              <a:solidFill>
                <a:srgbClr val="014156"/>
              </a:solidFill>
              <a:effectLst/>
              <a:uLnTx/>
              <a:uFillTx/>
              <a:latin typeface="HelveticaRounded LT Std Bd" panose="020F0804030503020204" pitchFamily="34" charset="0"/>
              <a:ea typeface="+mj-ea"/>
              <a:cs typeface="+mj-cs"/>
            </a:endParaRPr>
          </a:p>
        </p:txBody>
      </p:sp>
      <p:pic>
        <p:nvPicPr>
          <p:cNvPr id="55" name="Image 7">
            <a:extLst>
              <a:ext uri="{FF2B5EF4-FFF2-40B4-BE49-F238E27FC236}">
                <a16:creationId xmlns:a16="http://schemas.microsoft.com/office/drawing/2014/main" id="{41CF99E7-CAB2-4CC7-A4FE-8897FC96235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52103" y="185739"/>
            <a:ext cx="1414413" cy="254528"/>
          </a:xfrm>
          <a:prstGeom prst="rect">
            <a:avLst/>
          </a:prstGeom>
        </p:spPr>
      </p:pic>
    </p:spTree>
    <p:extLst>
      <p:ext uri="{BB962C8B-B14F-4D97-AF65-F5344CB8AC3E}">
        <p14:creationId xmlns:p14="http://schemas.microsoft.com/office/powerpoint/2010/main" val="63093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7" name="Text Placeholder 78">
            <a:extLst>
              <a:ext uri="{FF2B5EF4-FFF2-40B4-BE49-F238E27FC236}">
                <a16:creationId xmlns:a16="http://schemas.microsoft.com/office/drawing/2014/main" id="{2D8AB393-B60E-41D0-A906-6EB582889535}"/>
              </a:ext>
            </a:extLst>
          </p:cNvPr>
          <p:cNvSpPr>
            <a:spLocks noGrp="1"/>
          </p:cNvSpPr>
          <p:nvPr>
            <p:ph type="body" sz="quarter" idx="22"/>
          </p:nvPr>
        </p:nvSpPr>
        <p:spPr bwMode="gray">
          <a:xfrm>
            <a:off x="431912" y="4640195"/>
            <a:ext cx="252066" cy="252000"/>
          </a:xfrm>
          <a:solidFill>
            <a:schemeClr val="tx1"/>
          </a:solidFill>
        </p:spPr>
        <p:txBody>
          <a:bodyPr anchor="ctr"/>
          <a:lstStyle>
            <a:lvl1pPr marL="0" indent="0" algn="ctr">
              <a:spcBef>
                <a:spcPts val="0"/>
              </a:spcBef>
              <a:buFont typeface="Arial" panose="020B0604020202020204" pitchFamily="34" charset="0"/>
              <a:buNone/>
              <a:defRPr sz="1400" b="1">
                <a:solidFill>
                  <a:schemeClr val="bg1"/>
                </a:solidFill>
              </a:defRPr>
            </a:lvl1pPr>
            <a:lvl2pPr marL="0" indent="0" algn="ctr">
              <a:spcBef>
                <a:spcPts val="0"/>
              </a:spcBef>
              <a:buFont typeface="Arial" panose="020B0604020202020204" pitchFamily="34" charset="0"/>
              <a:buNone/>
              <a:defRPr sz="1400" b="1">
                <a:solidFill>
                  <a:schemeClr val="bg1"/>
                </a:solidFill>
              </a:defRPr>
            </a:lvl2pPr>
            <a:lvl3pPr marL="0" indent="0" algn="ctr">
              <a:spcBef>
                <a:spcPts val="0"/>
              </a:spcBef>
              <a:buFont typeface="Arial" panose="020B0604020202020204" pitchFamily="34" charset="0"/>
              <a:buNone/>
              <a:defRPr sz="1400" b="1">
                <a:solidFill>
                  <a:schemeClr val="bg1"/>
                </a:solidFill>
              </a:defRPr>
            </a:lvl3pPr>
            <a:lvl4pPr marL="0" indent="0" algn="ctr">
              <a:spcBef>
                <a:spcPts val="0"/>
              </a:spcBef>
              <a:buFont typeface="Arial" panose="020B0604020202020204" pitchFamily="34" charset="0"/>
              <a:buNone/>
              <a:defRPr sz="1400" b="1">
                <a:solidFill>
                  <a:schemeClr val="bg1"/>
                </a:solidFill>
              </a:defRPr>
            </a:lvl4pPr>
            <a:lvl5pPr marL="0" indent="0" algn="ctr">
              <a:spcBef>
                <a:spcPts val="0"/>
              </a:spcBef>
              <a:buFont typeface="Arial" panose="020B0604020202020204" pitchFamily="34" charset="0"/>
              <a:buNone/>
              <a:defRPr sz="1400" b="1">
                <a:solidFill>
                  <a:schemeClr val="bg1"/>
                </a:solidFill>
              </a:defRPr>
            </a:lvl5pPr>
            <a:lvl6pPr marL="0" indent="0" algn="ctr">
              <a:spcBef>
                <a:spcPts val="0"/>
              </a:spcBef>
              <a:buFont typeface="Arial" panose="020B0604020202020204" pitchFamily="34" charset="0"/>
              <a:buNone/>
              <a:defRPr sz="1400" b="1">
                <a:solidFill>
                  <a:schemeClr val="bg1"/>
                </a:solidFill>
              </a:defRPr>
            </a:lvl6pPr>
            <a:lvl7pPr marL="0" indent="0" algn="ctr">
              <a:spcBef>
                <a:spcPts val="0"/>
              </a:spcBef>
              <a:buFont typeface="Arial" panose="020B0604020202020204" pitchFamily="34" charset="0"/>
              <a:buNone/>
              <a:defRPr sz="1400" b="1">
                <a:solidFill>
                  <a:schemeClr val="bg1"/>
                </a:solidFill>
              </a:defRPr>
            </a:lvl7pPr>
            <a:lvl8pPr marL="0" indent="0" algn="ctr">
              <a:spcBef>
                <a:spcPts val="0"/>
              </a:spcBef>
              <a:buFont typeface="Arial" panose="020B0604020202020204" pitchFamily="34" charset="0"/>
              <a:buNone/>
              <a:defRPr sz="1400" b="1">
                <a:solidFill>
                  <a:schemeClr val="bg1"/>
                </a:solidFill>
              </a:defRPr>
            </a:lvl8pPr>
            <a:lvl9pPr marL="0" indent="0" algn="ctr">
              <a:spcBef>
                <a:spcPts val="0"/>
              </a:spcBef>
              <a:buFont typeface="Arial" panose="020B0604020202020204" pitchFamily="34" charset="0"/>
              <a:buNone/>
              <a:defRPr sz="1400" b="1">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6" name="Text Placeholder 78">
            <a:extLst>
              <a:ext uri="{FF2B5EF4-FFF2-40B4-BE49-F238E27FC236}">
                <a16:creationId xmlns:a16="http://schemas.microsoft.com/office/drawing/2014/main" id="{A5851E46-AAEF-44B6-8D26-B7430D3DD438}"/>
              </a:ext>
            </a:extLst>
          </p:cNvPr>
          <p:cNvSpPr>
            <a:spLocks noGrp="1"/>
          </p:cNvSpPr>
          <p:nvPr>
            <p:ph type="body" sz="quarter" idx="21"/>
          </p:nvPr>
        </p:nvSpPr>
        <p:spPr bwMode="gray">
          <a:xfrm>
            <a:off x="431912" y="3942349"/>
            <a:ext cx="252066" cy="252000"/>
          </a:xfrm>
          <a:solidFill>
            <a:schemeClr val="tx1"/>
          </a:solidFill>
        </p:spPr>
        <p:txBody>
          <a:bodyPr anchor="ctr"/>
          <a:lstStyle>
            <a:lvl1pPr marL="0" indent="0" algn="ctr">
              <a:spcBef>
                <a:spcPts val="0"/>
              </a:spcBef>
              <a:buFont typeface="Arial" panose="020B0604020202020204" pitchFamily="34" charset="0"/>
              <a:buNone/>
              <a:defRPr sz="1400" b="1">
                <a:solidFill>
                  <a:schemeClr val="bg1"/>
                </a:solidFill>
              </a:defRPr>
            </a:lvl1pPr>
            <a:lvl2pPr marL="0" indent="0" algn="ctr">
              <a:spcBef>
                <a:spcPts val="0"/>
              </a:spcBef>
              <a:buFont typeface="Arial" panose="020B0604020202020204" pitchFamily="34" charset="0"/>
              <a:buNone/>
              <a:defRPr sz="1400" b="1">
                <a:solidFill>
                  <a:schemeClr val="bg1"/>
                </a:solidFill>
              </a:defRPr>
            </a:lvl2pPr>
            <a:lvl3pPr marL="0" indent="0" algn="ctr">
              <a:spcBef>
                <a:spcPts val="0"/>
              </a:spcBef>
              <a:buFont typeface="Arial" panose="020B0604020202020204" pitchFamily="34" charset="0"/>
              <a:buNone/>
              <a:defRPr sz="1400" b="1">
                <a:solidFill>
                  <a:schemeClr val="bg1"/>
                </a:solidFill>
              </a:defRPr>
            </a:lvl3pPr>
            <a:lvl4pPr marL="0" indent="0" algn="ctr">
              <a:spcBef>
                <a:spcPts val="0"/>
              </a:spcBef>
              <a:buFont typeface="Arial" panose="020B0604020202020204" pitchFamily="34" charset="0"/>
              <a:buNone/>
              <a:defRPr sz="1400" b="1">
                <a:solidFill>
                  <a:schemeClr val="bg1"/>
                </a:solidFill>
              </a:defRPr>
            </a:lvl4pPr>
            <a:lvl5pPr marL="0" indent="0" algn="ctr">
              <a:spcBef>
                <a:spcPts val="0"/>
              </a:spcBef>
              <a:buFont typeface="Arial" panose="020B0604020202020204" pitchFamily="34" charset="0"/>
              <a:buNone/>
              <a:defRPr sz="1400" b="1">
                <a:solidFill>
                  <a:schemeClr val="bg1"/>
                </a:solidFill>
              </a:defRPr>
            </a:lvl5pPr>
            <a:lvl6pPr marL="0" indent="0" algn="ctr">
              <a:spcBef>
                <a:spcPts val="0"/>
              </a:spcBef>
              <a:buFont typeface="Arial" panose="020B0604020202020204" pitchFamily="34" charset="0"/>
              <a:buNone/>
              <a:defRPr sz="1400" b="1">
                <a:solidFill>
                  <a:schemeClr val="bg1"/>
                </a:solidFill>
              </a:defRPr>
            </a:lvl6pPr>
            <a:lvl7pPr marL="0" indent="0" algn="ctr">
              <a:spcBef>
                <a:spcPts val="0"/>
              </a:spcBef>
              <a:buFont typeface="Arial" panose="020B0604020202020204" pitchFamily="34" charset="0"/>
              <a:buNone/>
              <a:defRPr sz="1400" b="1">
                <a:solidFill>
                  <a:schemeClr val="bg1"/>
                </a:solidFill>
              </a:defRPr>
            </a:lvl7pPr>
            <a:lvl8pPr marL="0" indent="0" algn="ctr">
              <a:spcBef>
                <a:spcPts val="0"/>
              </a:spcBef>
              <a:buFont typeface="Arial" panose="020B0604020202020204" pitchFamily="34" charset="0"/>
              <a:buNone/>
              <a:defRPr sz="1400" b="1">
                <a:solidFill>
                  <a:schemeClr val="bg1"/>
                </a:solidFill>
              </a:defRPr>
            </a:lvl8pPr>
            <a:lvl9pPr marL="0" indent="0" algn="ctr">
              <a:spcBef>
                <a:spcPts val="0"/>
              </a:spcBef>
              <a:buFont typeface="Arial" panose="020B0604020202020204" pitchFamily="34" charset="0"/>
              <a:buNone/>
              <a:defRPr sz="1400" b="1">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5" name="Text Placeholder 78">
            <a:extLst>
              <a:ext uri="{FF2B5EF4-FFF2-40B4-BE49-F238E27FC236}">
                <a16:creationId xmlns:a16="http://schemas.microsoft.com/office/drawing/2014/main" id="{00DA6AFB-02DA-495D-B7D5-1BFDA17F11EA}"/>
              </a:ext>
            </a:extLst>
          </p:cNvPr>
          <p:cNvSpPr>
            <a:spLocks noGrp="1"/>
          </p:cNvSpPr>
          <p:nvPr>
            <p:ph type="body" sz="quarter" idx="20"/>
          </p:nvPr>
        </p:nvSpPr>
        <p:spPr bwMode="gray">
          <a:xfrm>
            <a:off x="431912" y="3244502"/>
            <a:ext cx="252066" cy="252000"/>
          </a:xfrm>
          <a:solidFill>
            <a:schemeClr val="tx1"/>
          </a:solidFill>
        </p:spPr>
        <p:txBody>
          <a:bodyPr anchor="ctr"/>
          <a:lstStyle>
            <a:lvl1pPr marL="0" indent="0" algn="ctr">
              <a:spcBef>
                <a:spcPts val="0"/>
              </a:spcBef>
              <a:buFont typeface="Arial" panose="020B0604020202020204" pitchFamily="34" charset="0"/>
              <a:buNone/>
              <a:defRPr sz="1400" b="1">
                <a:solidFill>
                  <a:schemeClr val="bg1"/>
                </a:solidFill>
                <a:latin typeface="Calibri" panose="020F0502020204030204" pitchFamily="34" charset="0"/>
                <a:cs typeface="Calibri" panose="020F0502020204030204" pitchFamily="34" charset="0"/>
              </a:defRPr>
            </a:lvl1pPr>
            <a:lvl2pPr marL="0" indent="0" algn="ctr">
              <a:spcBef>
                <a:spcPts val="0"/>
              </a:spcBef>
              <a:buFont typeface="Arial" panose="020B0604020202020204" pitchFamily="34" charset="0"/>
              <a:buNone/>
              <a:defRPr sz="1400" b="1">
                <a:solidFill>
                  <a:schemeClr val="bg1"/>
                </a:solidFill>
                <a:latin typeface="Calibri" panose="020F0502020204030204" pitchFamily="34" charset="0"/>
                <a:cs typeface="Calibri" panose="020F0502020204030204" pitchFamily="34" charset="0"/>
              </a:defRPr>
            </a:lvl2pPr>
            <a:lvl3pPr marL="0" indent="0" algn="ctr">
              <a:spcBef>
                <a:spcPts val="0"/>
              </a:spcBef>
              <a:buFont typeface="Arial" panose="020B0604020202020204" pitchFamily="34" charset="0"/>
              <a:buNone/>
              <a:defRPr sz="1400" b="1">
                <a:solidFill>
                  <a:schemeClr val="bg1"/>
                </a:solidFill>
                <a:latin typeface="Calibri" panose="020F0502020204030204" pitchFamily="34" charset="0"/>
                <a:cs typeface="Calibri" panose="020F0502020204030204" pitchFamily="34" charset="0"/>
              </a:defRPr>
            </a:lvl3pPr>
            <a:lvl4pPr marL="0" indent="0" algn="ctr">
              <a:spcBef>
                <a:spcPts val="0"/>
              </a:spcBef>
              <a:buFont typeface="Arial" panose="020B0604020202020204" pitchFamily="34" charset="0"/>
              <a:buNone/>
              <a:defRPr sz="1400" b="1">
                <a:solidFill>
                  <a:schemeClr val="bg1"/>
                </a:solidFill>
                <a:latin typeface="Calibri" panose="020F0502020204030204" pitchFamily="34" charset="0"/>
                <a:cs typeface="Calibri" panose="020F0502020204030204" pitchFamily="34" charset="0"/>
              </a:defRPr>
            </a:lvl4pPr>
            <a:lvl5pPr marL="0" indent="0" algn="ctr">
              <a:spcBef>
                <a:spcPts val="0"/>
              </a:spcBef>
              <a:buFont typeface="Arial" panose="020B0604020202020204" pitchFamily="34" charset="0"/>
              <a:buNone/>
              <a:defRPr sz="1400" b="1">
                <a:solidFill>
                  <a:schemeClr val="bg1"/>
                </a:solidFill>
                <a:latin typeface="Calibri" panose="020F0502020204030204" pitchFamily="34" charset="0"/>
                <a:cs typeface="Calibri" panose="020F0502020204030204" pitchFamily="34" charset="0"/>
              </a:defRPr>
            </a:lvl5pPr>
            <a:lvl6pPr marL="0" indent="0" algn="ctr">
              <a:spcBef>
                <a:spcPts val="0"/>
              </a:spcBef>
              <a:buFont typeface="Arial" panose="020B0604020202020204" pitchFamily="34" charset="0"/>
              <a:buNone/>
              <a:defRPr sz="1400" b="1">
                <a:solidFill>
                  <a:schemeClr val="bg1"/>
                </a:solidFill>
              </a:defRPr>
            </a:lvl6pPr>
            <a:lvl7pPr marL="0" indent="0" algn="ctr">
              <a:spcBef>
                <a:spcPts val="0"/>
              </a:spcBef>
              <a:buFont typeface="Arial" panose="020B0604020202020204" pitchFamily="34" charset="0"/>
              <a:buNone/>
              <a:defRPr sz="1400" b="1">
                <a:solidFill>
                  <a:schemeClr val="bg1"/>
                </a:solidFill>
              </a:defRPr>
            </a:lvl7pPr>
            <a:lvl8pPr marL="0" indent="0" algn="ctr">
              <a:spcBef>
                <a:spcPts val="0"/>
              </a:spcBef>
              <a:buFont typeface="Arial" panose="020B0604020202020204" pitchFamily="34" charset="0"/>
              <a:buNone/>
              <a:defRPr sz="1400" b="1">
                <a:solidFill>
                  <a:schemeClr val="bg1"/>
                </a:solidFill>
              </a:defRPr>
            </a:lvl8pPr>
            <a:lvl9pPr marL="0" indent="0" algn="ctr">
              <a:spcBef>
                <a:spcPts val="0"/>
              </a:spcBef>
              <a:buFont typeface="Arial" panose="020B0604020202020204" pitchFamily="34" charset="0"/>
              <a:buNone/>
              <a:defRPr sz="1400" b="1">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4" name="Text Placeholder 78">
            <a:extLst>
              <a:ext uri="{FF2B5EF4-FFF2-40B4-BE49-F238E27FC236}">
                <a16:creationId xmlns:a16="http://schemas.microsoft.com/office/drawing/2014/main" id="{361F8330-70C6-43B9-9363-BB4C67171EE3}"/>
              </a:ext>
            </a:extLst>
          </p:cNvPr>
          <p:cNvSpPr>
            <a:spLocks noGrp="1"/>
          </p:cNvSpPr>
          <p:nvPr>
            <p:ph type="body" sz="quarter" idx="19"/>
          </p:nvPr>
        </p:nvSpPr>
        <p:spPr bwMode="gray">
          <a:xfrm>
            <a:off x="431912" y="2546655"/>
            <a:ext cx="252066" cy="252000"/>
          </a:xfrm>
          <a:solidFill>
            <a:schemeClr val="tx1"/>
          </a:solidFill>
        </p:spPr>
        <p:txBody>
          <a:bodyPr anchor="ctr"/>
          <a:lstStyle>
            <a:lvl1pPr marL="0" indent="0" algn="ctr">
              <a:spcBef>
                <a:spcPts val="0"/>
              </a:spcBef>
              <a:buFont typeface="Arial" panose="020B0604020202020204" pitchFamily="34" charset="0"/>
              <a:buNone/>
              <a:defRPr sz="1400" b="1">
                <a:solidFill>
                  <a:schemeClr val="bg1"/>
                </a:solidFill>
              </a:defRPr>
            </a:lvl1pPr>
            <a:lvl2pPr marL="0" indent="0" algn="ctr">
              <a:spcBef>
                <a:spcPts val="0"/>
              </a:spcBef>
              <a:buFont typeface="Arial" panose="020B0604020202020204" pitchFamily="34" charset="0"/>
              <a:buNone/>
              <a:defRPr sz="1400" b="1">
                <a:solidFill>
                  <a:schemeClr val="bg1"/>
                </a:solidFill>
              </a:defRPr>
            </a:lvl2pPr>
            <a:lvl3pPr marL="0" indent="0" algn="ctr">
              <a:spcBef>
                <a:spcPts val="0"/>
              </a:spcBef>
              <a:buFont typeface="Arial" panose="020B0604020202020204" pitchFamily="34" charset="0"/>
              <a:buNone/>
              <a:defRPr sz="1400" b="1">
                <a:solidFill>
                  <a:schemeClr val="bg1"/>
                </a:solidFill>
              </a:defRPr>
            </a:lvl3pPr>
            <a:lvl4pPr marL="0" indent="0" algn="ctr">
              <a:spcBef>
                <a:spcPts val="0"/>
              </a:spcBef>
              <a:buFont typeface="Arial" panose="020B0604020202020204" pitchFamily="34" charset="0"/>
              <a:buNone/>
              <a:defRPr sz="1400" b="1">
                <a:solidFill>
                  <a:schemeClr val="bg1"/>
                </a:solidFill>
              </a:defRPr>
            </a:lvl4pPr>
            <a:lvl5pPr marL="0" indent="0" algn="ctr">
              <a:spcBef>
                <a:spcPts val="0"/>
              </a:spcBef>
              <a:buFont typeface="Arial" panose="020B0604020202020204" pitchFamily="34" charset="0"/>
              <a:buNone/>
              <a:defRPr sz="1400" b="1">
                <a:solidFill>
                  <a:schemeClr val="bg1"/>
                </a:solidFill>
              </a:defRPr>
            </a:lvl5pPr>
            <a:lvl6pPr marL="0" indent="0" algn="ctr">
              <a:spcBef>
                <a:spcPts val="0"/>
              </a:spcBef>
              <a:buFont typeface="Arial" panose="020B0604020202020204" pitchFamily="34" charset="0"/>
              <a:buNone/>
              <a:defRPr sz="1400" b="1">
                <a:solidFill>
                  <a:schemeClr val="bg1"/>
                </a:solidFill>
              </a:defRPr>
            </a:lvl6pPr>
            <a:lvl7pPr marL="0" indent="0" algn="ctr">
              <a:spcBef>
                <a:spcPts val="0"/>
              </a:spcBef>
              <a:buFont typeface="Arial" panose="020B0604020202020204" pitchFamily="34" charset="0"/>
              <a:buNone/>
              <a:defRPr sz="1400" b="1">
                <a:solidFill>
                  <a:schemeClr val="bg1"/>
                </a:solidFill>
              </a:defRPr>
            </a:lvl7pPr>
            <a:lvl8pPr marL="0" indent="0" algn="ctr">
              <a:spcBef>
                <a:spcPts val="0"/>
              </a:spcBef>
              <a:buFont typeface="Arial" panose="020B0604020202020204" pitchFamily="34" charset="0"/>
              <a:buNone/>
              <a:defRPr sz="1400" b="1">
                <a:solidFill>
                  <a:schemeClr val="bg1"/>
                </a:solidFill>
              </a:defRPr>
            </a:lvl8pPr>
            <a:lvl9pPr marL="0" indent="0" algn="ctr">
              <a:spcBef>
                <a:spcPts val="0"/>
              </a:spcBef>
              <a:buFont typeface="Arial" panose="020B0604020202020204" pitchFamily="34" charset="0"/>
              <a:buNone/>
              <a:defRPr sz="1400" b="1">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3" name="Text Placeholder 78">
            <a:extLst>
              <a:ext uri="{FF2B5EF4-FFF2-40B4-BE49-F238E27FC236}">
                <a16:creationId xmlns:a16="http://schemas.microsoft.com/office/drawing/2014/main" id="{3E44FB15-E1CC-4448-8A9D-8FD59F42D029}"/>
              </a:ext>
            </a:extLst>
          </p:cNvPr>
          <p:cNvSpPr>
            <a:spLocks noGrp="1"/>
          </p:cNvSpPr>
          <p:nvPr>
            <p:ph type="body" sz="quarter" idx="18"/>
          </p:nvPr>
        </p:nvSpPr>
        <p:spPr bwMode="gray">
          <a:xfrm>
            <a:off x="431912" y="1848808"/>
            <a:ext cx="252066" cy="252000"/>
          </a:xfrm>
          <a:solidFill>
            <a:schemeClr val="tx1"/>
          </a:solidFill>
        </p:spPr>
        <p:txBody>
          <a:bodyPr anchor="ctr"/>
          <a:lstStyle>
            <a:lvl1pPr marL="0" indent="0" algn="ctr">
              <a:spcBef>
                <a:spcPts val="0"/>
              </a:spcBef>
              <a:buFont typeface="Arial" panose="020B0604020202020204" pitchFamily="34" charset="0"/>
              <a:buNone/>
              <a:defRPr sz="1400" b="1">
                <a:solidFill>
                  <a:schemeClr val="bg1"/>
                </a:solidFill>
                <a:latin typeface="Calibri" panose="020F0502020204030204" pitchFamily="34" charset="0"/>
                <a:cs typeface="Calibri" panose="020F0502020204030204" pitchFamily="34" charset="0"/>
              </a:defRPr>
            </a:lvl1pPr>
            <a:lvl2pPr marL="0" indent="0" algn="ctr">
              <a:spcBef>
                <a:spcPts val="0"/>
              </a:spcBef>
              <a:buFont typeface="Arial" panose="020B0604020202020204" pitchFamily="34" charset="0"/>
              <a:buNone/>
              <a:defRPr sz="1400" b="1">
                <a:solidFill>
                  <a:schemeClr val="bg1"/>
                </a:solidFill>
                <a:latin typeface="Calibri" panose="020F0502020204030204" pitchFamily="34" charset="0"/>
                <a:cs typeface="Calibri" panose="020F0502020204030204" pitchFamily="34" charset="0"/>
              </a:defRPr>
            </a:lvl2pPr>
            <a:lvl3pPr marL="0" indent="0" algn="ctr">
              <a:spcBef>
                <a:spcPts val="0"/>
              </a:spcBef>
              <a:buFont typeface="Arial" panose="020B0604020202020204" pitchFamily="34" charset="0"/>
              <a:buNone/>
              <a:defRPr sz="1400" b="1">
                <a:solidFill>
                  <a:schemeClr val="bg1"/>
                </a:solidFill>
                <a:latin typeface="Calibri" panose="020F0502020204030204" pitchFamily="34" charset="0"/>
                <a:cs typeface="Calibri" panose="020F0502020204030204" pitchFamily="34" charset="0"/>
              </a:defRPr>
            </a:lvl3pPr>
            <a:lvl4pPr marL="0" indent="0" algn="ctr">
              <a:spcBef>
                <a:spcPts val="0"/>
              </a:spcBef>
              <a:buFont typeface="Arial" panose="020B0604020202020204" pitchFamily="34" charset="0"/>
              <a:buNone/>
              <a:defRPr sz="1400" b="1">
                <a:solidFill>
                  <a:schemeClr val="bg1"/>
                </a:solidFill>
                <a:latin typeface="Calibri" panose="020F0502020204030204" pitchFamily="34" charset="0"/>
                <a:cs typeface="Calibri" panose="020F0502020204030204" pitchFamily="34" charset="0"/>
              </a:defRPr>
            </a:lvl4pPr>
            <a:lvl5pPr marL="0" indent="0" algn="ctr">
              <a:spcBef>
                <a:spcPts val="0"/>
              </a:spcBef>
              <a:buFont typeface="Arial" panose="020B0604020202020204" pitchFamily="34" charset="0"/>
              <a:buNone/>
              <a:defRPr sz="1400" b="1">
                <a:solidFill>
                  <a:schemeClr val="bg1"/>
                </a:solidFill>
                <a:latin typeface="Calibri" panose="020F0502020204030204" pitchFamily="34" charset="0"/>
                <a:cs typeface="Calibri" panose="020F0502020204030204" pitchFamily="34" charset="0"/>
              </a:defRPr>
            </a:lvl5pPr>
            <a:lvl6pPr marL="0" indent="0" algn="ctr">
              <a:spcBef>
                <a:spcPts val="0"/>
              </a:spcBef>
              <a:buFont typeface="Arial" panose="020B0604020202020204" pitchFamily="34" charset="0"/>
              <a:buNone/>
              <a:defRPr sz="1400" b="1">
                <a:solidFill>
                  <a:schemeClr val="bg1"/>
                </a:solidFill>
              </a:defRPr>
            </a:lvl6pPr>
            <a:lvl7pPr marL="0" indent="0" algn="ctr">
              <a:spcBef>
                <a:spcPts val="0"/>
              </a:spcBef>
              <a:buFont typeface="Arial" panose="020B0604020202020204" pitchFamily="34" charset="0"/>
              <a:buNone/>
              <a:defRPr sz="1400" b="1">
                <a:solidFill>
                  <a:schemeClr val="bg1"/>
                </a:solidFill>
              </a:defRPr>
            </a:lvl7pPr>
            <a:lvl8pPr marL="0" indent="0" algn="ctr">
              <a:spcBef>
                <a:spcPts val="0"/>
              </a:spcBef>
              <a:buFont typeface="Arial" panose="020B0604020202020204" pitchFamily="34" charset="0"/>
              <a:buNone/>
              <a:defRPr sz="1400" b="1">
                <a:solidFill>
                  <a:schemeClr val="bg1"/>
                </a:solidFill>
              </a:defRPr>
            </a:lvl8pPr>
            <a:lvl9pPr marL="0" indent="0" algn="ctr">
              <a:spcBef>
                <a:spcPts val="0"/>
              </a:spcBef>
              <a:buFont typeface="Arial" panose="020B0604020202020204" pitchFamily="34" charset="0"/>
              <a:buNone/>
              <a:defRPr sz="1400" b="1">
                <a:solidFill>
                  <a:schemeClr val="bg1"/>
                </a:solidFill>
              </a:defRPr>
            </a:lvl9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8" name="Text Placeholder 7">
            <a:extLst>
              <a:ext uri="{FF2B5EF4-FFF2-40B4-BE49-F238E27FC236}">
                <a16:creationId xmlns:a16="http://schemas.microsoft.com/office/drawing/2014/main" id="{AED67736-538E-4EDC-A684-6255A1612E97}"/>
              </a:ext>
            </a:extLst>
          </p:cNvPr>
          <p:cNvSpPr>
            <a:spLocks noGrp="1"/>
          </p:cNvSpPr>
          <p:nvPr>
            <p:ph type="body" sz="quarter" idx="13"/>
          </p:nvPr>
        </p:nvSpPr>
        <p:spPr bwMode="gray">
          <a:xfrm>
            <a:off x="824080" y="1689101"/>
            <a:ext cx="7475825" cy="571414"/>
          </a:xfrm>
        </p:spPr>
        <p:txBody>
          <a:bodyPr anchor="ctr"/>
          <a:lstStyle>
            <a:lvl1pPr marL="0" indent="0">
              <a:spcBef>
                <a:spcPts val="0"/>
              </a:spcBef>
              <a:buFont typeface="Arial" panose="020B0604020202020204" pitchFamily="34" charset="0"/>
              <a:buNone/>
              <a:defRPr sz="1800">
                <a:latin typeface="Calibri" panose="020F0502020204030204" pitchFamily="34" charset="0"/>
                <a:cs typeface="Calibri" panose="020F0502020204030204" pitchFamily="34" charset="0"/>
              </a:defRPr>
            </a:lvl1pPr>
            <a:lvl2pPr marL="0" indent="0">
              <a:spcBef>
                <a:spcPts val="0"/>
              </a:spcBef>
              <a:buNone/>
              <a:defRPr sz="1800">
                <a:latin typeface="Calibri" panose="020F0502020204030204" pitchFamily="34" charset="0"/>
                <a:cs typeface="Calibri" panose="020F0502020204030204" pitchFamily="34" charset="0"/>
              </a:defRPr>
            </a:lvl2pPr>
            <a:lvl3pPr marL="0" indent="0">
              <a:spcBef>
                <a:spcPts val="0"/>
              </a:spcBef>
              <a:buNone/>
              <a:defRPr sz="1800">
                <a:latin typeface="Calibri" panose="020F0502020204030204" pitchFamily="34" charset="0"/>
                <a:cs typeface="Calibri" panose="020F0502020204030204" pitchFamily="34" charset="0"/>
              </a:defRPr>
            </a:lvl3pPr>
            <a:lvl4pPr marL="0" indent="0">
              <a:spcBef>
                <a:spcPts val="0"/>
              </a:spcBef>
              <a:buNone/>
              <a:defRPr sz="1800">
                <a:latin typeface="Calibri" panose="020F0502020204030204" pitchFamily="34" charset="0"/>
                <a:cs typeface="Calibri" panose="020F0502020204030204" pitchFamily="34" charset="0"/>
              </a:defRPr>
            </a:lvl4pPr>
            <a:lvl5pPr marL="0" indent="0">
              <a:spcBef>
                <a:spcPts val="0"/>
              </a:spcBef>
              <a:buNone/>
              <a:defRPr sz="1800">
                <a:latin typeface="Calibri" panose="020F0502020204030204" pitchFamily="34" charset="0"/>
                <a:cs typeface="Calibri" panose="020F0502020204030204" pitchFamily="34" charset="0"/>
              </a:defRPr>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 name="Title 1"/>
          <p:cNvSpPr>
            <a:spLocks noGrp="1"/>
          </p:cNvSpPr>
          <p:nvPr>
            <p:ph type="title"/>
          </p:nvPr>
        </p:nvSpPr>
        <p:spPr bwMode="gray"/>
        <p:txBody>
          <a:bodyPr/>
          <a:lstStyle>
            <a:lvl1pPr>
              <a:defRPr>
                <a:latin typeface="Calibri" panose="020F0502020204030204" pitchFamily="34" charset="0"/>
                <a:cs typeface="Calibri" panose="020F0502020204030204" pitchFamily="34" charset="0"/>
              </a:defRPr>
            </a:lvl1pPr>
          </a:lstStyle>
          <a:p>
            <a:r>
              <a:rPr lang="de-DE"/>
              <a:t>Mastertitelformat bearbeiten</a:t>
            </a:r>
            <a:endParaRPr lang="en-US" dirty="0"/>
          </a:p>
        </p:txBody>
      </p:sp>
      <p:sp>
        <p:nvSpPr>
          <p:cNvPr id="4" name="Date Placeholder 3"/>
          <p:cNvSpPr>
            <a:spLocks noGrp="1"/>
          </p:cNvSpPr>
          <p:nvPr>
            <p:ph type="dt" sz="half" idx="10"/>
          </p:nvPr>
        </p:nvSpPr>
        <p:spPr bwMode="gray"/>
        <p:txBody>
          <a:bodyPr/>
          <a:lstStyle>
            <a:lvl1pPr>
              <a:defRPr>
                <a:latin typeface="Calibri" panose="020F0502020204030204" pitchFamily="34" charset="0"/>
                <a:cs typeface="Calibri" panose="020F0502020204030204" pitchFamily="34" charset="0"/>
              </a:defRPr>
            </a:lvl1pPr>
          </a:lstStyle>
          <a:p>
            <a:fld id="{8A4065F3-0B89-4DCA-811B-B0642510D177}" type="datetime1">
              <a:rPr lang="en-US" smtClean="0"/>
              <a:pPr/>
              <a:t>11/17/2022</a:t>
            </a:fld>
            <a:endParaRPr lang="en-US" dirty="0"/>
          </a:p>
        </p:txBody>
      </p:sp>
      <p:sp>
        <p:nvSpPr>
          <p:cNvPr id="5" name="Footer Placeholder 4"/>
          <p:cNvSpPr>
            <a:spLocks noGrp="1"/>
          </p:cNvSpPr>
          <p:nvPr>
            <p:ph type="ftr" sz="quarter" idx="11"/>
          </p:nvPr>
        </p:nvSpPr>
        <p:spPr bwMode="gray"/>
        <p:txBody>
          <a:bodyPr/>
          <a:lstStyle>
            <a:lvl1pPr>
              <a:defRPr>
                <a:latin typeface="Calibri" panose="020F0502020204030204" pitchFamily="34" charset="0"/>
                <a:cs typeface="Calibri" panose="020F0502020204030204" pitchFamily="34" charset="0"/>
              </a:defRPr>
            </a:lvl1pPr>
          </a:lstStyle>
          <a:p>
            <a:endParaRPr lang="en-US" dirty="0"/>
          </a:p>
        </p:txBody>
      </p:sp>
      <p:sp>
        <p:nvSpPr>
          <p:cNvPr id="6" name="Slide Number Placeholder 5"/>
          <p:cNvSpPr>
            <a:spLocks noGrp="1"/>
          </p:cNvSpPr>
          <p:nvPr>
            <p:ph type="sldNum" sz="quarter" idx="12"/>
          </p:nvPr>
        </p:nvSpPr>
        <p:spPr bwMode="gray"/>
        <p:txBody>
          <a:bodyPr/>
          <a:lstStyle/>
          <a:p>
            <a:fld id="{66AA3846-8976-4D24-8224-CEE1235CE9F4}" type="slidenum">
              <a:rPr lang="en-US" smtClean="0"/>
              <a:t>‹#›</a:t>
            </a:fld>
            <a:endParaRPr lang="en-US" dirty="0"/>
          </a:p>
        </p:txBody>
      </p:sp>
      <p:sp>
        <p:nvSpPr>
          <p:cNvPr id="11" name="Subtitle 2">
            <a:extLst>
              <a:ext uri="{FF2B5EF4-FFF2-40B4-BE49-F238E27FC236}">
                <a16:creationId xmlns:a16="http://schemas.microsoft.com/office/drawing/2014/main" id="{27D97A63-DA12-4A04-BBC9-D7F458EA1CB3}"/>
              </a:ext>
            </a:extLst>
          </p:cNvPr>
          <p:cNvSpPr>
            <a:spLocks noGrp="1"/>
          </p:cNvSpPr>
          <p:nvPr>
            <p:ph type="subTitle" idx="1"/>
          </p:nvPr>
        </p:nvSpPr>
        <p:spPr bwMode="gray">
          <a:xfrm>
            <a:off x="420004" y="1106489"/>
            <a:ext cx="11337702" cy="255587"/>
          </a:xfrm>
        </p:spPr>
        <p:txBody>
          <a:bodyPr/>
          <a:lstStyle>
            <a:lvl1pPr marL="0" indent="0" algn="l">
              <a:spcBef>
                <a:spcPts val="0"/>
              </a:spcBef>
              <a:buNone/>
              <a:defRPr sz="1600" b="1">
                <a:latin typeface="Calibri" panose="020F0502020204030204" pitchFamily="34" charset="0"/>
                <a:cs typeface="Calibri" panose="020F0502020204030204" pitchFamily="34" charset="0"/>
              </a:defRPr>
            </a:lvl1pPr>
            <a:lvl2pPr marL="0" indent="0" algn="l">
              <a:spcBef>
                <a:spcPts val="0"/>
              </a:spcBef>
              <a:buNone/>
              <a:defRPr sz="1600" b="1"/>
            </a:lvl2pPr>
            <a:lvl3pPr marL="0" indent="0" algn="l">
              <a:spcBef>
                <a:spcPts val="0"/>
              </a:spcBef>
              <a:buNone/>
              <a:defRPr sz="1600" b="1"/>
            </a:lvl3pPr>
            <a:lvl4pPr marL="0" indent="0" algn="l">
              <a:spcBef>
                <a:spcPts val="0"/>
              </a:spcBef>
              <a:buNone/>
              <a:defRPr sz="1600" b="1"/>
            </a:lvl4pPr>
            <a:lvl5pPr marL="0" indent="0" algn="l">
              <a:spcBef>
                <a:spcPts val="0"/>
              </a:spcBef>
              <a:buNone/>
              <a:defRPr sz="1600" b="1"/>
            </a:lvl5pPr>
            <a:lvl6pPr marL="0" indent="0" algn="l">
              <a:spcBef>
                <a:spcPts val="0"/>
              </a:spcBef>
              <a:buNone/>
              <a:defRPr sz="1600" b="1"/>
            </a:lvl6pPr>
            <a:lvl7pPr marL="0" indent="0" algn="l">
              <a:spcBef>
                <a:spcPts val="0"/>
              </a:spcBef>
              <a:buNone/>
              <a:defRPr sz="1600" b="1"/>
            </a:lvl7pPr>
            <a:lvl8pPr marL="0" indent="0" algn="l">
              <a:spcBef>
                <a:spcPts val="0"/>
              </a:spcBef>
              <a:buNone/>
              <a:defRPr sz="1600" b="1"/>
            </a:lvl8pPr>
            <a:lvl9pPr marL="0" indent="0" algn="l">
              <a:spcBef>
                <a:spcPts val="0"/>
              </a:spcBef>
              <a:buNone/>
              <a:defRPr sz="1600" b="1"/>
            </a:lvl9pPr>
          </a:lstStyle>
          <a:p>
            <a:pPr lvl="0"/>
            <a:r>
              <a:rPr lang="de-DE"/>
              <a:t>Master-Untertitelformat bearbeiten</a:t>
            </a:r>
            <a:endParaRPr lang="en-US" dirty="0"/>
          </a:p>
        </p:txBody>
      </p:sp>
      <p:sp>
        <p:nvSpPr>
          <p:cNvPr id="19" name="Text Placeholder 7">
            <a:extLst>
              <a:ext uri="{FF2B5EF4-FFF2-40B4-BE49-F238E27FC236}">
                <a16:creationId xmlns:a16="http://schemas.microsoft.com/office/drawing/2014/main" id="{EB06762B-9338-490E-A51A-86178D17E4AF}"/>
              </a:ext>
            </a:extLst>
          </p:cNvPr>
          <p:cNvSpPr>
            <a:spLocks noGrp="1"/>
          </p:cNvSpPr>
          <p:nvPr>
            <p:ph type="body" sz="quarter" idx="14"/>
          </p:nvPr>
        </p:nvSpPr>
        <p:spPr bwMode="gray">
          <a:xfrm>
            <a:off x="824080" y="2386948"/>
            <a:ext cx="7475825" cy="571414"/>
          </a:xfrm>
        </p:spPr>
        <p:txBody>
          <a:bodyPr anchor="ctr"/>
          <a:lstStyle>
            <a:lvl1pPr marL="0" indent="0">
              <a:spcBef>
                <a:spcPts val="0"/>
              </a:spcBef>
              <a:buFont typeface="Arial" panose="020B0604020202020204" pitchFamily="34" charset="0"/>
              <a:buNone/>
              <a:defRPr sz="1800">
                <a:latin typeface="Calibri" panose="020F0502020204030204" pitchFamily="34" charset="0"/>
                <a:cs typeface="Calibri" panose="020F0502020204030204" pitchFamily="34" charset="0"/>
              </a:defRPr>
            </a:lvl1pPr>
            <a:lvl2pPr marL="0" indent="0">
              <a:spcBef>
                <a:spcPts val="0"/>
              </a:spcBef>
              <a:buNone/>
              <a:defRPr sz="1800">
                <a:latin typeface="Calibri" panose="020F0502020204030204" pitchFamily="34" charset="0"/>
                <a:cs typeface="Calibri" panose="020F0502020204030204" pitchFamily="34" charset="0"/>
              </a:defRPr>
            </a:lvl2pPr>
            <a:lvl3pPr marL="0" indent="0">
              <a:spcBef>
                <a:spcPts val="0"/>
              </a:spcBef>
              <a:buNone/>
              <a:defRPr sz="1800">
                <a:latin typeface="Calibri" panose="020F0502020204030204" pitchFamily="34" charset="0"/>
                <a:cs typeface="Calibri" panose="020F0502020204030204" pitchFamily="34" charset="0"/>
              </a:defRPr>
            </a:lvl3pPr>
            <a:lvl4pPr marL="0" indent="0">
              <a:spcBef>
                <a:spcPts val="0"/>
              </a:spcBef>
              <a:buNone/>
              <a:defRPr sz="1800">
                <a:latin typeface="Calibri" panose="020F0502020204030204" pitchFamily="34" charset="0"/>
                <a:cs typeface="Calibri" panose="020F0502020204030204" pitchFamily="34" charset="0"/>
              </a:defRPr>
            </a:lvl4pPr>
            <a:lvl5pPr marL="0" indent="0">
              <a:spcBef>
                <a:spcPts val="0"/>
              </a:spcBef>
              <a:buNone/>
              <a:defRPr sz="1800">
                <a:latin typeface="Calibri" panose="020F0502020204030204" pitchFamily="34" charset="0"/>
                <a:cs typeface="Calibri" panose="020F0502020204030204" pitchFamily="34" charset="0"/>
              </a:defRPr>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0" name="Text Placeholder 7">
            <a:extLst>
              <a:ext uri="{FF2B5EF4-FFF2-40B4-BE49-F238E27FC236}">
                <a16:creationId xmlns:a16="http://schemas.microsoft.com/office/drawing/2014/main" id="{17A05CAE-6C1F-4478-A298-68483FDDB387}"/>
              </a:ext>
            </a:extLst>
          </p:cNvPr>
          <p:cNvSpPr>
            <a:spLocks noGrp="1"/>
          </p:cNvSpPr>
          <p:nvPr>
            <p:ph type="body" sz="quarter" idx="15"/>
          </p:nvPr>
        </p:nvSpPr>
        <p:spPr bwMode="gray">
          <a:xfrm>
            <a:off x="824080" y="3084795"/>
            <a:ext cx="7475825" cy="571414"/>
          </a:xfrm>
        </p:spPr>
        <p:txBody>
          <a:bodyPr anchor="ctr"/>
          <a:lstStyle>
            <a:lvl1pPr marL="0" indent="0">
              <a:spcBef>
                <a:spcPts val="0"/>
              </a:spcBef>
              <a:buFont typeface="Arial" panose="020B0604020202020204" pitchFamily="34" charset="0"/>
              <a:buNone/>
              <a:defRPr sz="1800">
                <a:latin typeface="Calibri" panose="020F0502020204030204" pitchFamily="34" charset="0"/>
                <a:cs typeface="Calibri" panose="020F0502020204030204" pitchFamily="34" charset="0"/>
              </a:defRPr>
            </a:lvl1pPr>
            <a:lvl2pPr marL="0" indent="0">
              <a:spcBef>
                <a:spcPts val="0"/>
              </a:spcBef>
              <a:buNone/>
              <a:defRPr sz="1800">
                <a:latin typeface="Calibri" panose="020F0502020204030204" pitchFamily="34" charset="0"/>
                <a:cs typeface="Calibri" panose="020F0502020204030204" pitchFamily="34" charset="0"/>
              </a:defRPr>
            </a:lvl2pPr>
            <a:lvl3pPr marL="0" indent="0">
              <a:spcBef>
                <a:spcPts val="0"/>
              </a:spcBef>
              <a:buNone/>
              <a:defRPr sz="1800">
                <a:latin typeface="Calibri" panose="020F0502020204030204" pitchFamily="34" charset="0"/>
                <a:cs typeface="Calibri" panose="020F0502020204030204" pitchFamily="34" charset="0"/>
              </a:defRPr>
            </a:lvl3pPr>
            <a:lvl4pPr marL="0" indent="0">
              <a:spcBef>
                <a:spcPts val="0"/>
              </a:spcBef>
              <a:buNone/>
              <a:defRPr sz="1800">
                <a:latin typeface="Calibri" panose="020F0502020204030204" pitchFamily="34" charset="0"/>
                <a:cs typeface="Calibri" panose="020F0502020204030204" pitchFamily="34" charset="0"/>
              </a:defRPr>
            </a:lvl4pPr>
            <a:lvl5pPr marL="0" indent="0">
              <a:spcBef>
                <a:spcPts val="0"/>
              </a:spcBef>
              <a:buNone/>
              <a:defRPr sz="1800">
                <a:latin typeface="Calibri" panose="020F0502020204030204" pitchFamily="34" charset="0"/>
                <a:cs typeface="Calibri" panose="020F0502020204030204" pitchFamily="34" charset="0"/>
              </a:defRPr>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1" name="Text Placeholder 7">
            <a:extLst>
              <a:ext uri="{FF2B5EF4-FFF2-40B4-BE49-F238E27FC236}">
                <a16:creationId xmlns:a16="http://schemas.microsoft.com/office/drawing/2014/main" id="{1F73A826-EA84-46CA-A188-B6B782DCF9D7}"/>
              </a:ext>
            </a:extLst>
          </p:cNvPr>
          <p:cNvSpPr>
            <a:spLocks noGrp="1"/>
          </p:cNvSpPr>
          <p:nvPr>
            <p:ph type="body" sz="quarter" idx="16"/>
          </p:nvPr>
        </p:nvSpPr>
        <p:spPr bwMode="gray">
          <a:xfrm>
            <a:off x="824080" y="3782642"/>
            <a:ext cx="7475825" cy="571414"/>
          </a:xfrm>
        </p:spPr>
        <p:txBody>
          <a:bodyPr anchor="ctr"/>
          <a:lstStyle>
            <a:lvl1pPr marL="0" indent="0">
              <a:spcBef>
                <a:spcPts val="0"/>
              </a:spcBef>
              <a:buFont typeface="Arial" panose="020B0604020202020204" pitchFamily="34" charset="0"/>
              <a:buNone/>
              <a:defRPr sz="1800">
                <a:latin typeface="Calibri" panose="020F0502020204030204" pitchFamily="34" charset="0"/>
                <a:cs typeface="Calibri" panose="020F0502020204030204" pitchFamily="34" charset="0"/>
              </a:defRPr>
            </a:lvl1pPr>
            <a:lvl2pPr marL="0" indent="0">
              <a:spcBef>
                <a:spcPts val="0"/>
              </a:spcBef>
              <a:buNone/>
              <a:defRPr sz="1800">
                <a:latin typeface="Calibri" panose="020F0502020204030204" pitchFamily="34" charset="0"/>
                <a:cs typeface="Calibri" panose="020F0502020204030204" pitchFamily="34" charset="0"/>
              </a:defRPr>
            </a:lvl2pPr>
            <a:lvl3pPr marL="0" indent="0">
              <a:spcBef>
                <a:spcPts val="0"/>
              </a:spcBef>
              <a:buNone/>
              <a:defRPr sz="1800">
                <a:latin typeface="Calibri" panose="020F0502020204030204" pitchFamily="34" charset="0"/>
                <a:cs typeface="Calibri" panose="020F0502020204030204" pitchFamily="34" charset="0"/>
              </a:defRPr>
            </a:lvl3pPr>
            <a:lvl4pPr marL="0" indent="0">
              <a:spcBef>
                <a:spcPts val="0"/>
              </a:spcBef>
              <a:buNone/>
              <a:defRPr sz="1800">
                <a:latin typeface="Calibri" panose="020F0502020204030204" pitchFamily="34" charset="0"/>
                <a:cs typeface="Calibri" panose="020F0502020204030204" pitchFamily="34" charset="0"/>
              </a:defRPr>
            </a:lvl4pPr>
            <a:lvl5pPr marL="0" indent="0">
              <a:spcBef>
                <a:spcPts val="0"/>
              </a:spcBef>
              <a:buNone/>
              <a:defRPr sz="1800">
                <a:latin typeface="Calibri" panose="020F0502020204030204" pitchFamily="34" charset="0"/>
                <a:cs typeface="Calibri" panose="020F0502020204030204" pitchFamily="34" charset="0"/>
              </a:defRPr>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2" name="Text Placeholder 7">
            <a:extLst>
              <a:ext uri="{FF2B5EF4-FFF2-40B4-BE49-F238E27FC236}">
                <a16:creationId xmlns:a16="http://schemas.microsoft.com/office/drawing/2014/main" id="{096E7866-DDAF-4CED-822B-608E7473BB5F}"/>
              </a:ext>
            </a:extLst>
          </p:cNvPr>
          <p:cNvSpPr>
            <a:spLocks noGrp="1"/>
          </p:cNvSpPr>
          <p:nvPr>
            <p:ph type="body" sz="quarter" idx="17"/>
          </p:nvPr>
        </p:nvSpPr>
        <p:spPr bwMode="gray">
          <a:xfrm>
            <a:off x="824080" y="4480488"/>
            <a:ext cx="7475825" cy="571414"/>
          </a:xfrm>
        </p:spPr>
        <p:txBody>
          <a:bodyPr anchor="ctr"/>
          <a:lstStyle>
            <a:lvl1pPr marL="0" indent="0">
              <a:spcBef>
                <a:spcPts val="0"/>
              </a:spcBef>
              <a:buFont typeface="Arial" panose="020B0604020202020204" pitchFamily="34" charset="0"/>
              <a:buNone/>
              <a:defRPr sz="1800">
                <a:latin typeface="Calibri" panose="020F0502020204030204" pitchFamily="34" charset="0"/>
                <a:cs typeface="Calibri" panose="020F0502020204030204" pitchFamily="34" charset="0"/>
              </a:defRPr>
            </a:lvl1pPr>
            <a:lvl2pPr marL="0" indent="0">
              <a:spcBef>
                <a:spcPts val="0"/>
              </a:spcBef>
              <a:buNone/>
              <a:defRPr sz="1800">
                <a:latin typeface="Calibri" panose="020F0502020204030204" pitchFamily="34" charset="0"/>
                <a:cs typeface="Calibri" panose="020F0502020204030204" pitchFamily="34" charset="0"/>
              </a:defRPr>
            </a:lvl2pPr>
            <a:lvl3pPr marL="0" indent="0">
              <a:spcBef>
                <a:spcPts val="0"/>
              </a:spcBef>
              <a:buNone/>
              <a:defRPr sz="1800">
                <a:latin typeface="Calibri" panose="020F0502020204030204" pitchFamily="34" charset="0"/>
                <a:cs typeface="Calibri" panose="020F0502020204030204" pitchFamily="34" charset="0"/>
              </a:defRPr>
            </a:lvl3pPr>
            <a:lvl4pPr marL="0" indent="0">
              <a:spcBef>
                <a:spcPts val="0"/>
              </a:spcBef>
              <a:buNone/>
              <a:defRPr sz="1800">
                <a:latin typeface="Calibri" panose="020F0502020204030204" pitchFamily="34" charset="0"/>
                <a:cs typeface="Calibri" panose="020F0502020204030204" pitchFamily="34" charset="0"/>
              </a:defRPr>
            </a:lvl4pPr>
            <a:lvl5pPr marL="0" indent="0">
              <a:spcBef>
                <a:spcPts val="0"/>
              </a:spcBef>
              <a:buNone/>
              <a:defRPr sz="1800">
                <a:latin typeface="Calibri" panose="020F0502020204030204" pitchFamily="34" charset="0"/>
                <a:cs typeface="Calibri" panose="020F0502020204030204" pitchFamily="34" charset="0"/>
              </a:defRPr>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1507769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ext">
    <p:spTree>
      <p:nvGrpSpPr>
        <p:cNvPr id="1" name=""/>
        <p:cNvGrpSpPr/>
        <p:nvPr/>
      </p:nvGrpSpPr>
      <p:grpSpPr>
        <a:xfrm>
          <a:off x="0" y="0"/>
          <a:ext cx="0" cy="0"/>
          <a:chOff x="0" y="0"/>
          <a:chExt cx="0" cy="0"/>
        </a:xfrm>
      </p:grpSpPr>
      <p:sp>
        <p:nvSpPr>
          <p:cNvPr id="23" name="Text Placeholder 78">
            <a:extLst>
              <a:ext uri="{FF2B5EF4-FFF2-40B4-BE49-F238E27FC236}">
                <a16:creationId xmlns:a16="http://schemas.microsoft.com/office/drawing/2014/main" id="{120556BE-D7B5-4C3F-B270-1F39E006AB7F}"/>
              </a:ext>
            </a:extLst>
          </p:cNvPr>
          <p:cNvSpPr>
            <a:spLocks noGrp="1"/>
          </p:cNvSpPr>
          <p:nvPr>
            <p:ph type="body" sz="quarter" idx="14"/>
          </p:nvPr>
        </p:nvSpPr>
        <p:spPr bwMode="gray">
          <a:xfrm>
            <a:off x="431912" y="506707"/>
            <a:ext cx="115230" cy="115200"/>
          </a:xfrm>
          <a:solidFill>
            <a:schemeClr val="tx1"/>
          </a:solidFill>
        </p:spPr>
        <p:txBody>
          <a:bodyPr anchor="ctr"/>
          <a:lstStyle>
            <a:lvl1pPr marL="0" indent="0" algn="ctr">
              <a:spcBef>
                <a:spcPts val="0"/>
              </a:spcBef>
              <a:buFont typeface="Arial" panose="020B0604020202020204" pitchFamily="34" charset="0"/>
              <a:buNone/>
              <a:defRPr sz="800">
                <a:solidFill>
                  <a:schemeClr val="bg1"/>
                </a:solidFill>
              </a:defRPr>
            </a:lvl1pPr>
            <a:lvl2pPr marL="0" indent="0" algn="ctr">
              <a:spcBef>
                <a:spcPts val="0"/>
              </a:spcBef>
              <a:buFont typeface="Arial" panose="020B0604020202020204" pitchFamily="34" charset="0"/>
              <a:buNone/>
              <a:defRPr sz="800">
                <a:solidFill>
                  <a:schemeClr val="bg1"/>
                </a:solidFill>
              </a:defRPr>
            </a:lvl2pPr>
            <a:lvl3pPr marL="0" indent="0" algn="ctr">
              <a:spcBef>
                <a:spcPts val="0"/>
              </a:spcBef>
              <a:buFont typeface="Arial" panose="020B0604020202020204" pitchFamily="34" charset="0"/>
              <a:buNone/>
              <a:defRPr sz="800">
                <a:solidFill>
                  <a:schemeClr val="bg1"/>
                </a:solidFill>
              </a:defRPr>
            </a:lvl3pPr>
            <a:lvl4pPr marL="0" indent="0" algn="ctr">
              <a:spcBef>
                <a:spcPts val="0"/>
              </a:spcBef>
              <a:buFont typeface="Arial" panose="020B0604020202020204" pitchFamily="34" charset="0"/>
              <a:buNone/>
              <a:defRPr sz="800">
                <a:solidFill>
                  <a:schemeClr val="bg1"/>
                </a:solidFill>
              </a:defRPr>
            </a:lvl4pPr>
            <a:lvl5pPr marL="0" indent="0" algn="ctr">
              <a:spcBef>
                <a:spcPts val="0"/>
              </a:spcBef>
              <a:buFont typeface="Arial" panose="020B0604020202020204" pitchFamily="34" charset="0"/>
              <a:buNone/>
              <a:defRPr sz="800">
                <a:solidFill>
                  <a:schemeClr val="bg1"/>
                </a:solidFill>
              </a:defRPr>
            </a:lvl5pPr>
            <a:lvl6pPr marL="0" indent="0" algn="ctr">
              <a:spcBef>
                <a:spcPts val="0"/>
              </a:spcBef>
              <a:buFont typeface="Arial" panose="020B0604020202020204" pitchFamily="34" charset="0"/>
              <a:buNone/>
              <a:defRPr sz="800">
                <a:solidFill>
                  <a:schemeClr val="bg1"/>
                </a:solidFill>
              </a:defRPr>
            </a:lvl6pPr>
            <a:lvl7pPr marL="0" indent="0" algn="ctr">
              <a:spcBef>
                <a:spcPts val="0"/>
              </a:spcBef>
              <a:buFont typeface="Arial" panose="020B0604020202020204" pitchFamily="34" charset="0"/>
              <a:buNone/>
              <a:defRPr sz="800">
                <a:solidFill>
                  <a:schemeClr val="bg1"/>
                </a:solidFill>
              </a:defRPr>
            </a:lvl7pPr>
            <a:lvl8pPr marL="0" indent="0" algn="ctr">
              <a:spcBef>
                <a:spcPts val="0"/>
              </a:spcBef>
              <a:buFont typeface="Arial" panose="020B0604020202020204" pitchFamily="34" charset="0"/>
              <a:buNone/>
              <a:defRPr sz="800">
                <a:solidFill>
                  <a:schemeClr val="bg1"/>
                </a:solidFill>
              </a:defRPr>
            </a:lvl8pPr>
            <a:lvl9pPr marL="0" indent="0" algn="ctr">
              <a:spcBef>
                <a:spcPts val="0"/>
              </a:spcBef>
              <a:buFont typeface="Arial" panose="020B0604020202020204" pitchFamily="34" charset="0"/>
              <a:buNone/>
              <a:defRPr sz="800">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2" name="Text Placeholder 78">
            <a:extLst>
              <a:ext uri="{FF2B5EF4-FFF2-40B4-BE49-F238E27FC236}">
                <a16:creationId xmlns:a16="http://schemas.microsoft.com/office/drawing/2014/main" id="{DC30A21F-69AB-41BB-B892-4EFBC7626059}"/>
              </a:ext>
            </a:extLst>
          </p:cNvPr>
          <p:cNvSpPr>
            <a:spLocks noGrp="1"/>
          </p:cNvSpPr>
          <p:nvPr>
            <p:ph type="body" sz="quarter" idx="15"/>
          </p:nvPr>
        </p:nvSpPr>
        <p:spPr bwMode="gray">
          <a:xfrm>
            <a:off x="592401" y="488810"/>
            <a:ext cx="5858499" cy="155180"/>
          </a:xfrm>
          <a:noFill/>
          <a:ln>
            <a:noFill/>
          </a:ln>
        </p:spPr>
        <p:txBody>
          <a:bodyPr anchor="t"/>
          <a:lstStyle>
            <a:lvl1pPr marL="0" indent="0" algn="l">
              <a:spcBef>
                <a:spcPts val="0"/>
              </a:spcBef>
              <a:buFont typeface="Arial" panose="020B0604020202020204" pitchFamily="34" charset="0"/>
              <a:buNone/>
              <a:defRPr sz="1000">
                <a:solidFill>
                  <a:schemeClr val="tx1"/>
                </a:solidFill>
              </a:defRPr>
            </a:lvl1pPr>
            <a:lvl2pPr marL="0" indent="0" algn="l">
              <a:spcBef>
                <a:spcPts val="0"/>
              </a:spcBef>
              <a:buFont typeface="Arial" panose="020B0604020202020204" pitchFamily="34" charset="0"/>
              <a:buNone/>
              <a:defRPr sz="1000">
                <a:solidFill>
                  <a:schemeClr val="tx1"/>
                </a:solidFill>
              </a:defRPr>
            </a:lvl2pPr>
            <a:lvl3pPr marL="0" indent="0" algn="l">
              <a:spcBef>
                <a:spcPts val="0"/>
              </a:spcBef>
              <a:buFont typeface="Arial" panose="020B0604020202020204" pitchFamily="34" charset="0"/>
              <a:buNone/>
              <a:defRPr sz="1000">
                <a:solidFill>
                  <a:schemeClr val="tx1"/>
                </a:solidFill>
              </a:defRPr>
            </a:lvl3pPr>
            <a:lvl4pPr marL="0" indent="0" algn="l">
              <a:spcBef>
                <a:spcPts val="0"/>
              </a:spcBef>
              <a:buFont typeface="Arial" panose="020B0604020202020204" pitchFamily="34" charset="0"/>
              <a:buNone/>
              <a:defRPr sz="1000">
                <a:solidFill>
                  <a:schemeClr val="tx1"/>
                </a:solidFill>
              </a:defRPr>
            </a:lvl4pPr>
            <a:lvl5pPr marL="0" indent="0" algn="l">
              <a:spcBef>
                <a:spcPts val="0"/>
              </a:spcBef>
              <a:buFont typeface="Arial" panose="020B0604020202020204" pitchFamily="34" charset="0"/>
              <a:buNone/>
              <a:defRPr sz="1000">
                <a:solidFill>
                  <a:schemeClr val="tx1"/>
                </a:solidFill>
              </a:defRPr>
            </a:lvl5pPr>
            <a:lvl6pPr marL="0" indent="0" algn="l">
              <a:spcBef>
                <a:spcPts val="0"/>
              </a:spcBef>
              <a:buFont typeface="Arial" panose="020B0604020202020204" pitchFamily="34" charset="0"/>
              <a:buNone/>
              <a:defRPr sz="1000">
                <a:solidFill>
                  <a:schemeClr val="tx1"/>
                </a:solidFill>
              </a:defRPr>
            </a:lvl6pPr>
            <a:lvl7pPr marL="0" indent="0" algn="l">
              <a:spcBef>
                <a:spcPts val="0"/>
              </a:spcBef>
              <a:buFont typeface="Arial" panose="020B0604020202020204" pitchFamily="34" charset="0"/>
              <a:buNone/>
              <a:defRPr sz="1000">
                <a:solidFill>
                  <a:schemeClr val="tx1"/>
                </a:solidFill>
              </a:defRPr>
            </a:lvl7pPr>
            <a:lvl8pPr marL="0" indent="0" algn="l">
              <a:spcBef>
                <a:spcPts val="0"/>
              </a:spcBef>
              <a:buFont typeface="Arial" panose="020B0604020202020204" pitchFamily="34" charset="0"/>
              <a:buNone/>
              <a:defRPr sz="1000">
                <a:solidFill>
                  <a:schemeClr val="tx1"/>
                </a:solidFill>
              </a:defRPr>
            </a:lvl8pPr>
            <a:lvl9pPr marL="0" indent="0" algn="l">
              <a:spcBef>
                <a:spcPts val="0"/>
              </a:spcBef>
              <a:buFont typeface="Arial" panose="020B0604020202020204" pitchFamily="34" charset="0"/>
              <a:buNone/>
              <a:defRPr sz="1000">
                <a:solidFill>
                  <a:schemeClr val="tx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 name="Title 1"/>
          <p:cNvSpPr>
            <a:spLocks noGrp="1"/>
          </p:cNvSpPr>
          <p:nvPr>
            <p:ph type="title"/>
          </p:nvPr>
        </p:nvSpPr>
        <p:spPr bwMode="gray"/>
        <p:txBody>
          <a:bodyPr/>
          <a:lstStyle/>
          <a:p>
            <a:r>
              <a:rPr lang="de-DE"/>
              <a:t>Mastertitelformat bearbeiten</a:t>
            </a:r>
            <a:endParaRPr lang="en-US" dirty="0"/>
          </a:p>
        </p:txBody>
      </p:sp>
      <p:sp>
        <p:nvSpPr>
          <p:cNvPr id="4" name="Date Placeholder 3"/>
          <p:cNvSpPr>
            <a:spLocks noGrp="1"/>
          </p:cNvSpPr>
          <p:nvPr>
            <p:ph type="dt" sz="half" idx="10"/>
          </p:nvPr>
        </p:nvSpPr>
        <p:spPr bwMode="gray"/>
        <p:txBody>
          <a:bodyPr/>
          <a:lstStyle/>
          <a:p>
            <a:fld id="{B08FB2D3-05D4-4B98-9AF1-9022C0492E12}" type="datetime1">
              <a:rPr lang="en-US" smtClean="0"/>
              <a:t>11/17/2022</a:t>
            </a:fld>
            <a:endParaRPr lang="en-US" dirty="0"/>
          </a:p>
        </p:txBody>
      </p:sp>
      <p:sp>
        <p:nvSpPr>
          <p:cNvPr id="5" name="Footer Placeholder 4"/>
          <p:cNvSpPr>
            <a:spLocks noGrp="1"/>
          </p:cNvSpPr>
          <p:nvPr>
            <p:ph type="ftr" sz="quarter" idx="11"/>
          </p:nvPr>
        </p:nvSpPr>
        <p:spPr bwMode="gray"/>
        <p:txBody>
          <a:bodyPr/>
          <a:lstStyle/>
          <a:p>
            <a:endParaRPr lang="en-US" dirty="0"/>
          </a:p>
        </p:txBody>
      </p:sp>
      <p:sp>
        <p:nvSpPr>
          <p:cNvPr id="6" name="Slide Number Placeholder 5"/>
          <p:cNvSpPr>
            <a:spLocks noGrp="1"/>
          </p:cNvSpPr>
          <p:nvPr>
            <p:ph type="sldNum" sz="quarter" idx="12"/>
          </p:nvPr>
        </p:nvSpPr>
        <p:spPr bwMode="gray"/>
        <p:txBody>
          <a:bodyPr/>
          <a:lstStyle/>
          <a:p>
            <a:fld id="{66AA3846-8976-4D24-8224-CEE1235CE9F4}" type="slidenum">
              <a:rPr lang="en-US" smtClean="0"/>
              <a:t>‹#›</a:t>
            </a:fld>
            <a:endParaRPr lang="en-US" dirty="0"/>
          </a:p>
        </p:txBody>
      </p:sp>
      <p:sp>
        <p:nvSpPr>
          <p:cNvPr id="8" name="Text Placeholder 7">
            <a:extLst>
              <a:ext uri="{FF2B5EF4-FFF2-40B4-BE49-F238E27FC236}">
                <a16:creationId xmlns:a16="http://schemas.microsoft.com/office/drawing/2014/main" id="{AED67736-538E-4EDC-A684-6255A1612E97}"/>
              </a:ext>
            </a:extLst>
          </p:cNvPr>
          <p:cNvSpPr>
            <a:spLocks noGrp="1"/>
          </p:cNvSpPr>
          <p:nvPr>
            <p:ph type="body" sz="quarter" idx="13"/>
          </p:nvPr>
        </p:nvSpPr>
        <p:spPr bwMode="gray">
          <a:xfrm>
            <a:off x="420002" y="1701005"/>
            <a:ext cx="11337704" cy="4619627"/>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11" name="Subtitle 2">
            <a:extLst>
              <a:ext uri="{FF2B5EF4-FFF2-40B4-BE49-F238E27FC236}">
                <a16:creationId xmlns:a16="http://schemas.microsoft.com/office/drawing/2014/main" id="{27D97A63-DA12-4A04-BBC9-D7F458EA1CB3}"/>
              </a:ext>
            </a:extLst>
          </p:cNvPr>
          <p:cNvSpPr>
            <a:spLocks noGrp="1"/>
          </p:cNvSpPr>
          <p:nvPr>
            <p:ph type="subTitle" idx="1"/>
          </p:nvPr>
        </p:nvSpPr>
        <p:spPr bwMode="gray">
          <a:xfrm>
            <a:off x="420004" y="1106489"/>
            <a:ext cx="11337702" cy="255587"/>
          </a:xfrm>
        </p:spPr>
        <p:txBody>
          <a:bodyPr/>
          <a:lstStyle>
            <a:lvl1pPr marL="0" indent="0" algn="l">
              <a:spcBef>
                <a:spcPts val="0"/>
              </a:spcBef>
              <a:buNone/>
              <a:defRPr sz="1600" b="1"/>
            </a:lvl1pPr>
            <a:lvl2pPr marL="0" indent="0" algn="l">
              <a:spcBef>
                <a:spcPts val="0"/>
              </a:spcBef>
              <a:buNone/>
              <a:defRPr sz="1600" b="1"/>
            </a:lvl2pPr>
            <a:lvl3pPr marL="0" indent="0" algn="l">
              <a:spcBef>
                <a:spcPts val="0"/>
              </a:spcBef>
              <a:buNone/>
              <a:defRPr sz="1600" b="1"/>
            </a:lvl3pPr>
            <a:lvl4pPr marL="0" indent="0" algn="l">
              <a:spcBef>
                <a:spcPts val="0"/>
              </a:spcBef>
              <a:buNone/>
              <a:defRPr sz="1600" b="1"/>
            </a:lvl4pPr>
            <a:lvl5pPr marL="0" indent="0" algn="l">
              <a:spcBef>
                <a:spcPts val="0"/>
              </a:spcBef>
              <a:buNone/>
              <a:defRPr sz="1600" b="1"/>
            </a:lvl5pPr>
            <a:lvl6pPr marL="0" indent="0" algn="l">
              <a:spcBef>
                <a:spcPts val="0"/>
              </a:spcBef>
              <a:buNone/>
              <a:defRPr sz="1600" b="1"/>
            </a:lvl6pPr>
            <a:lvl7pPr marL="0" indent="0" algn="l">
              <a:spcBef>
                <a:spcPts val="0"/>
              </a:spcBef>
              <a:buNone/>
              <a:defRPr sz="1600" b="1"/>
            </a:lvl7pPr>
            <a:lvl8pPr marL="0" indent="0" algn="l">
              <a:spcBef>
                <a:spcPts val="0"/>
              </a:spcBef>
              <a:buNone/>
              <a:defRPr sz="1600" b="1"/>
            </a:lvl8pPr>
            <a:lvl9pPr marL="0" indent="0" algn="l">
              <a:spcBef>
                <a:spcPts val="0"/>
              </a:spcBef>
              <a:buNone/>
              <a:defRPr sz="1600" b="1"/>
            </a:lvl9pPr>
          </a:lstStyle>
          <a:p>
            <a:pPr lvl="0"/>
            <a:r>
              <a:rPr lang="de-DE"/>
              <a:t>Master-Untertitelformat bearbeiten</a:t>
            </a:r>
            <a:endParaRPr lang="en-US" dirty="0"/>
          </a:p>
        </p:txBody>
      </p:sp>
    </p:spTree>
    <p:extLst>
      <p:ext uri="{BB962C8B-B14F-4D97-AF65-F5344CB8AC3E}">
        <p14:creationId xmlns:p14="http://schemas.microsoft.com/office/powerpoint/2010/main" val="1708275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ext (2)">
    <p:spTree>
      <p:nvGrpSpPr>
        <p:cNvPr id="1" name=""/>
        <p:cNvGrpSpPr/>
        <p:nvPr/>
      </p:nvGrpSpPr>
      <p:grpSpPr>
        <a:xfrm>
          <a:off x="0" y="0"/>
          <a:ext cx="0" cy="0"/>
          <a:chOff x="0" y="0"/>
          <a:chExt cx="0" cy="0"/>
        </a:xfrm>
      </p:grpSpPr>
      <p:sp>
        <p:nvSpPr>
          <p:cNvPr id="20" name="Text Placeholder 78">
            <a:extLst>
              <a:ext uri="{FF2B5EF4-FFF2-40B4-BE49-F238E27FC236}">
                <a16:creationId xmlns:a16="http://schemas.microsoft.com/office/drawing/2014/main" id="{F7099330-976A-47A5-84BF-B5C6D9C36066}"/>
              </a:ext>
            </a:extLst>
          </p:cNvPr>
          <p:cNvSpPr>
            <a:spLocks noGrp="1"/>
          </p:cNvSpPr>
          <p:nvPr>
            <p:ph type="body" sz="quarter" idx="14"/>
          </p:nvPr>
        </p:nvSpPr>
        <p:spPr bwMode="gray">
          <a:xfrm>
            <a:off x="431912" y="506707"/>
            <a:ext cx="115230" cy="115200"/>
          </a:xfrm>
          <a:solidFill>
            <a:schemeClr val="tx1"/>
          </a:solidFill>
        </p:spPr>
        <p:txBody>
          <a:bodyPr anchor="ctr"/>
          <a:lstStyle>
            <a:lvl1pPr marL="0" indent="0" algn="ctr">
              <a:spcBef>
                <a:spcPts val="0"/>
              </a:spcBef>
              <a:buFont typeface="Arial" panose="020B0604020202020204" pitchFamily="34" charset="0"/>
              <a:buNone/>
              <a:defRPr sz="800">
                <a:solidFill>
                  <a:schemeClr val="bg1"/>
                </a:solidFill>
              </a:defRPr>
            </a:lvl1pPr>
            <a:lvl2pPr marL="0" indent="0" algn="ctr">
              <a:spcBef>
                <a:spcPts val="0"/>
              </a:spcBef>
              <a:buFont typeface="Arial" panose="020B0604020202020204" pitchFamily="34" charset="0"/>
              <a:buNone/>
              <a:defRPr sz="800">
                <a:solidFill>
                  <a:schemeClr val="bg1"/>
                </a:solidFill>
              </a:defRPr>
            </a:lvl2pPr>
            <a:lvl3pPr marL="0" indent="0" algn="ctr">
              <a:spcBef>
                <a:spcPts val="0"/>
              </a:spcBef>
              <a:buFont typeface="Arial" panose="020B0604020202020204" pitchFamily="34" charset="0"/>
              <a:buNone/>
              <a:defRPr sz="800">
                <a:solidFill>
                  <a:schemeClr val="bg1"/>
                </a:solidFill>
              </a:defRPr>
            </a:lvl3pPr>
            <a:lvl4pPr marL="0" indent="0" algn="ctr">
              <a:spcBef>
                <a:spcPts val="0"/>
              </a:spcBef>
              <a:buFont typeface="Arial" panose="020B0604020202020204" pitchFamily="34" charset="0"/>
              <a:buNone/>
              <a:defRPr sz="800">
                <a:solidFill>
                  <a:schemeClr val="bg1"/>
                </a:solidFill>
              </a:defRPr>
            </a:lvl4pPr>
            <a:lvl5pPr marL="0" indent="0" algn="ctr">
              <a:spcBef>
                <a:spcPts val="0"/>
              </a:spcBef>
              <a:buFont typeface="Arial" panose="020B0604020202020204" pitchFamily="34" charset="0"/>
              <a:buNone/>
              <a:defRPr sz="800">
                <a:solidFill>
                  <a:schemeClr val="bg1"/>
                </a:solidFill>
              </a:defRPr>
            </a:lvl5pPr>
            <a:lvl6pPr marL="0" indent="0" algn="ctr">
              <a:spcBef>
                <a:spcPts val="0"/>
              </a:spcBef>
              <a:buFont typeface="Arial" panose="020B0604020202020204" pitchFamily="34" charset="0"/>
              <a:buNone/>
              <a:defRPr sz="800">
                <a:solidFill>
                  <a:schemeClr val="bg1"/>
                </a:solidFill>
              </a:defRPr>
            </a:lvl6pPr>
            <a:lvl7pPr marL="0" indent="0" algn="ctr">
              <a:spcBef>
                <a:spcPts val="0"/>
              </a:spcBef>
              <a:buFont typeface="Arial" panose="020B0604020202020204" pitchFamily="34" charset="0"/>
              <a:buNone/>
              <a:defRPr sz="800">
                <a:solidFill>
                  <a:schemeClr val="bg1"/>
                </a:solidFill>
              </a:defRPr>
            </a:lvl7pPr>
            <a:lvl8pPr marL="0" indent="0" algn="ctr">
              <a:spcBef>
                <a:spcPts val="0"/>
              </a:spcBef>
              <a:buFont typeface="Arial" panose="020B0604020202020204" pitchFamily="34" charset="0"/>
              <a:buNone/>
              <a:defRPr sz="800">
                <a:solidFill>
                  <a:schemeClr val="bg1"/>
                </a:solidFill>
              </a:defRPr>
            </a:lvl8pPr>
            <a:lvl9pPr marL="0" indent="0" algn="ctr">
              <a:spcBef>
                <a:spcPts val="0"/>
              </a:spcBef>
              <a:buFont typeface="Arial" panose="020B0604020202020204" pitchFamily="34" charset="0"/>
              <a:buNone/>
              <a:defRPr sz="800">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19" name="Text Placeholder 78">
            <a:extLst>
              <a:ext uri="{FF2B5EF4-FFF2-40B4-BE49-F238E27FC236}">
                <a16:creationId xmlns:a16="http://schemas.microsoft.com/office/drawing/2014/main" id="{F6C62C21-2457-4A78-9B3F-8F1F4EB789B1}"/>
              </a:ext>
            </a:extLst>
          </p:cNvPr>
          <p:cNvSpPr>
            <a:spLocks noGrp="1"/>
          </p:cNvSpPr>
          <p:nvPr>
            <p:ph type="body" sz="quarter" idx="15"/>
          </p:nvPr>
        </p:nvSpPr>
        <p:spPr bwMode="gray">
          <a:xfrm>
            <a:off x="592401" y="488810"/>
            <a:ext cx="5858499" cy="155180"/>
          </a:xfrm>
          <a:noFill/>
          <a:ln>
            <a:noFill/>
          </a:ln>
        </p:spPr>
        <p:txBody>
          <a:bodyPr anchor="t"/>
          <a:lstStyle>
            <a:lvl1pPr marL="0" indent="0" algn="l">
              <a:spcBef>
                <a:spcPts val="0"/>
              </a:spcBef>
              <a:buFont typeface="Arial" panose="020B0604020202020204" pitchFamily="34" charset="0"/>
              <a:buNone/>
              <a:defRPr sz="1000">
                <a:solidFill>
                  <a:schemeClr val="tx1"/>
                </a:solidFill>
              </a:defRPr>
            </a:lvl1pPr>
            <a:lvl2pPr marL="0" indent="0" algn="l">
              <a:spcBef>
                <a:spcPts val="0"/>
              </a:spcBef>
              <a:buFont typeface="Arial" panose="020B0604020202020204" pitchFamily="34" charset="0"/>
              <a:buNone/>
              <a:defRPr sz="1000">
                <a:solidFill>
                  <a:schemeClr val="tx1"/>
                </a:solidFill>
              </a:defRPr>
            </a:lvl2pPr>
            <a:lvl3pPr marL="0" indent="0" algn="l">
              <a:spcBef>
                <a:spcPts val="0"/>
              </a:spcBef>
              <a:buFont typeface="Arial" panose="020B0604020202020204" pitchFamily="34" charset="0"/>
              <a:buNone/>
              <a:defRPr sz="1000">
                <a:solidFill>
                  <a:schemeClr val="tx1"/>
                </a:solidFill>
              </a:defRPr>
            </a:lvl3pPr>
            <a:lvl4pPr marL="0" indent="0" algn="l">
              <a:spcBef>
                <a:spcPts val="0"/>
              </a:spcBef>
              <a:buFont typeface="Arial" panose="020B0604020202020204" pitchFamily="34" charset="0"/>
              <a:buNone/>
              <a:defRPr sz="1000">
                <a:solidFill>
                  <a:schemeClr val="tx1"/>
                </a:solidFill>
              </a:defRPr>
            </a:lvl4pPr>
            <a:lvl5pPr marL="0" indent="0" algn="l">
              <a:spcBef>
                <a:spcPts val="0"/>
              </a:spcBef>
              <a:buFont typeface="Arial" panose="020B0604020202020204" pitchFamily="34" charset="0"/>
              <a:buNone/>
              <a:defRPr sz="1000">
                <a:solidFill>
                  <a:schemeClr val="tx1"/>
                </a:solidFill>
              </a:defRPr>
            </a:lvl5pPr>
            <a:lvl6pPr marL="0" indent="0" algn="l">
              <a:spcBef>
                <a:spcPts val="0"/>
              </a:spcBef>
              <a:buFont typeface="Arial" panose="020B0604020202020204" pitchFamily="34" charset="0"/>
              <a:buNone/>
              <a:defRPr sz="1000">
                <a:solidFill>
                  <a:schemeClr val="tx1"/>
                </a:solidFill>
              </a:defRPr>
            </a:lvl6pPr>
            <a:lvl7pPr marL="0" indent="0" algn="l">
              <a:spcBef>
                <a:spcPts val="0"/>
              </a:spcBef>
              <a:buFont typeface="Arial" panose="020B0604020202020204" pitchFamily="34" charset="0"/>
              <a:buNone/>
              <a:defRPr sz="1000">
                <a:solidFill>
                  <a:schemeClr val="tx1"/>
                </a:solidFill>
              </a:defRPr>
            </a:lvl7pPr>
            <a:lvl8pPr marL="0" indent="0" algn="l">
              <a:spcBef>
                <a:spcPts val="0"/>
              </a:spcBef>
              <a:buFont typeface="Arial" panose="020B0604020202020204" pitchFamily="34" charset="0"/>
              <a:buNone/>
              <a:defRPr sz="1000">
                <a:solidFill>
                  <a:schemeClr val="tx1"/>
                </a:solidFill>
              </a:defRPr>
            </a:lvl8pPr>
            <a:lvl9pPr marL="0" indent="0" algn="l">
              <a:spcBef>
                <a:spcPts val="0"/>
              </a:spcBef>
              <a:buFont typeface="Arial" panose="020B0604020202020204" pitchFamily="34" charset="0"/>
              <a:buNone/>
              <a:defRPr sz="1000">
                <a:solidFill>
                  <a:schemeClr val="tx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 name="Title 1"/>
          <p:cNvSpPr>
            <a:spLocks noGrp="1"/>
          </p:cNvSpPr>
          <p:nvPr>
            <p:ph type="title"/>
          </p:nvPr>
        </p:nvSpPr>
        <p:spPr bwMode="gray"/>
        <p:txBody>
          <a:bodyPr/>
          <a:lstStyle/>
          <a:p>
            <a:r>
              <a:rPr lang="de-DE"/>
              <a:t>Mastertitelformat bearbeiten</a:t>
            </a:r>
            <a:endParaRPr lang="en-US" dirty="0"/>
          </a:p>
        </p:txBody>
      </p:sp>
      <p:sp>
        <p:nvSpPr>
          <p:cNvPr id="4" name="Date Placeholder 3"/>
          <p:cNvSpPr>
            <a:spLocks noGrp="1"/>
          </p:cNvSpPr>
          <p:nvPr>
            <p:ph type="dt" sz="half" idx="10"/>
          </p:nvPr>
        </p:nvSpPr>
        <p:spPr bwMode="gray"/>
        <p:txBody>
          <a:bodyPr/>
          <a:lstStyle/>
          <a:p>
            <a:fld id="{BDC36867-AF14-4F21-B2D1-C8EBB7CFCFDD}" type="datetime1">
              <a:rPr lang="en-US" smtClean="0"/>
              <a:t>11/17/2022</a:t>
            </a:fld>
            <a:endParaRPr lang="en-US" dirty="0"/>
          </a:p>
        </p:txBody>
      </p:sp>
      <p:sp>
        <p:nvSpPr>
          <p:cNvPr id="5" name="Footer Placeholder 4"/>
          <p:cNvSpPr>
            <a:spLocks noGrp="1"/>
          </p:cNvSpPr>
          <p:nvPr>
            <p:ph type="ftr" sz="quarter" idx="11"/>
          </p:nvPr>
        </p:nvSpPr>
        <p:spPr bwMode="gray"/>
        <p:txBody>
          <a:bodyPr/>
          <a:lstStyle/>
          <a:p>
            <a:endParaRPr lang="en-US" dirty="0"/>
          </a:p>
        </p:txBody>
      </p:sp>
      <p:sp>
        <p:nvSpPr>
          <p:cNvPr id="6" name="Slide Number Placeholder 5"/>
          <p:cNvSpPr>
            <a:spLocks noGrp="1"/>
          </p:cNvSpPr>
          <p:nvPr>
            <p:ph type="sldNum" sz="quarter" idx="12"/>
          </p:nvPr>
        </p:nvSpPr>
        <p:spPr bwMode="gray"/>
        <p:txBody>
          <a:bodyPr/>
          <a:lstStyle/>
          <a:p>
            <a:fld id="{66AA3846-8976-4D24-8224-CEE1235CE9F4}" type="slidenum">
              <a:rPr lang="en-US" smtClean="0"/>
              <a:pPr/>
              <a:t>‹#›</a:t>
            </a:fld>
            <a:endParaRPr lang="en-US" dirty="0"/>
          </a:p>
        </p:txBody>
      </p:sp>
      <p:sp>
        <p:nvSpPr>
          <p:cNvPr id="8" name="Text Placeholder 7">
            <a:extLst>
              <a:ext uri="{FF2B5EF4-FFF2-40B4-BE49-F238E27FC236}">
                <a16:creationId xmlns:a16="http://schemas.microsoft.com/office/drawing/2014/main" id="{AED67736-538E-4EDC-A684-6255A1612E97}"/>
              </a:ext>
            </a:extLst>
          </p:cNvPr>
          <p:cNvSpPr>
            <a:spLocks noGrp="1"/>
          </p:cNvSpPr>
          <p:nvPr>
            <p:ph type="body" sz="quarter" idx="13"/>
          </p:nvPr>
        </p:nvSpPr>
        <p:spPr bwMode="gray">
          <a:xfrm>
            <a:off x="420002" y="1701005"/>
            <a:ext cx="5317925" cy="4619627"/>
          </a:xfrm>
        </p:spPr>
        <p:txBody>
          <a:bodyPr/>
          <a:lstStyle>
            <a:lvl1pPr>
              <a:spcAft>
                <a:spcPts val="600"/>
              </a:spcAft>
              <a:defRPr sz="1600">
                <a:solidFill>
                  <a:schemeClr val="bg2"/>
                </a:solidFill>
                <a:latin typeface="Arial Black" panose="020B0A04020102020204" pitchFamily="34" charset="0"/>
              </a:defRPr>
            </a:lvl1pPr>
            <a:lvl5pPr>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11" name="Subtitle 2">
            <a:extLst>
              <a:ext uri="{FF2B5EF4-FFF2-40B4-BE49-F238E27FC236}">
                <a16:creationId xmlns:a16="http://schemas.microsoft.com/office/drawing/2014/main" id="{27D97A63-DA12-4A04-BBC9-D7F458EA1CB3}"/>
              </a:ext>
            </a:extLst>
          </p:cNvPr>
          <p:cNvSpPr>
            <a:spLocks noGrp="1"/>
          </p:cNvSpPr>
          <p:nvPr>
            <p:ph type="subTitle" idx="1"/>
          </p:nvPr>
        </p:nvSpPr>
        <p:spPr bwMode="gray">
          <a:xfrm>
            <a:off x="420004" y="1106489"/>
            <a:ext cx="11337702" cy="255587"/>
          </a:xfrm>
        </p:spPr>
        <p:txBody>
          <a:bodyPr/>
          <a:lstStyle>
            <a:lvl1pPr marL="0" indent="0" algn="l">
              <a:spcBef>
                <a:spcPts val="0"/>
              </a:spcBef>
              <a:buNone/>
              <a:defRPr sz="1600" b="1"/>
            </a:lvl1pPr>
            <a:lvl2pPr marL="0" indent="0" algn="l">
              <a:spcBef>
                <a:spcPts val="0"/>
              </a:spcBef>
              <a:buNone/>
              <a:defRPr sz="1600" b="1"/>
            </a:lvl2pPr>
            <a:lvl3pPr marL="0" indent="0" algn="l">
              <a:spcBef>
                <a:spcPts val="0"/>
              </a:spcBef>
              <a:buNone/>
              <a:defRPr sz="1600" b="1"/>
            </a:lvl3pPr>
            <a:lvl4pPr marL="0" indent="0" algn="l">
              <a:spcBef>
                <a:spcPts val="0"/>
              </a:spcBef>
              <a:buNone/>
              <a:defRPr sz="1600" b="1"/>
            </a:lvl4pPr>
            <a:lvl5pPr marL="0" indent="0" algn="l">
              <a:spcBef>
                <a:spcPts val="0"/>
              </a:spcBef>
              <a:buNone/>
              <a:defRPr sz="1600" b="1"/>
            </a:lvl5pPr>
            <a:lvl6pPr marL="0" indent="0" algn="l">
              <a:spcBef>
                <a:spcPts val="0"/>
              </a:spcBef>
              <a:buNone/>
              <a:defRPr sz="1600" b="1"/>
            </a:lvl6pPr>
            <a:lvl7pPr marL="0" indent="0" algn="l">
              <a:spcBef>
                <a:spcPts val="0"/>
              </a:spcBef>
              <a:buNone/>
              <a:defRPr sz="1600" b="1"/>
            </a:lvl7pPr>
            <a:lvl8pPr marL="0" indent="0" algn="l">
              <a:spcBef>
                <a:spcPts val="0"/>
              </a:spcBef>
              <a:buNone/>
              <a:defRPr sz="1600" b="1"/>
            </a:lvl8pPr>
            <a:lvl9pPr marL="0" indent="0" algn="l">
              <a:spcBef>
                <a:spcPts val="0"/>
              </a:spcBef>
              <a:buNone/>
              <a:defRPr sz="1600" b="1"/>
            </a:lvl9pPr>
          </a:lstStyle>
          <a:p>
            <a:pPr lvl="0"/>
            <a:r>
              <a:rPr lang="de-DE"/>
              <a:t>Master-Untertitelformat bearbeiten</a:t>
            </a:r>
            <a:endParaRPr lang="en-US" dirty="0"/>
          </a:p>
        </p:txBody>
      </p:sp>
      <p:sp>
        <p:nvSpPr>
          <p:cNvPr id="13" name="Text Placeholder 7">
            <a:extLst>
              <a:ext uri="{FF2B5EF4-FFF2-40B4-BE49-F238E27FC236}">
                <a16:creationId xmlns:a16="http://schemas.microsoft.com/office/drawing/2014/main" id="{11B0FC3E-7EAF-463D-BA75-7EF754B688A5}"/>
              </a:ext>
            </a:extLst>
          </p:cNvPr>
          <p:cNvSpPr>
            <a:spLocks noGrp="1"/>
          </p:cNvSpPr>
          <p:nvPr>
            <p:ph type="body" sz="quarter" idx="16"/>
          </p:nvPr>
        </p:nvSpPr>
        <p:spPr bwMode="gray">
          <a:xfrm>
            <a:off x="6439780" y="1701005"/>
            <a:ext cx="5317925" cy="4619627"/>
          </a:xfrm>
        </p:spPr>
        <p:txBody>
          <a:bodyPr/>
          <a:lstStyle>
            <a:lvl1pPr>
              <a:spcAft>
                <a:spcPts val="600"/>
              </a:spcAft>
              <a:defRPr sz="1600">
                <a:solidFill>
                  <a:schemeClr val="bg2"/>
                </a:solidFill>
                <a:latin typeface="Arial Black" panose="020B0A04020102020204" pitchFamily="34" charset="0"/>
              </a:defRPr>
            </a:lvl1pPr>
            <a:lvl5pPr>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554038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ext &amp; Picture">
    <p:spTree>
      <p:nvGrpSpPr>
        <p:cNvPr id="1" name=""/>
        <p:cNvGrpSpPr/>
        <p:nvPr/>
      </p:nvGrpSpPr>
      <p:grpSpPr>
        <a:xfrm>
          <a:off x="0" y="0"/>
          <a:ext cx="0" cy="0"/>
          <a:chOff x="0" y="0"/>
          <a:chExt cx="0" cy="0"/>
        </a:xfrm>
      </p:grpSpPr>
      <p:sp>
        <p:nvSpPr>
          <p:cNvPr id="23" name="Text Placeholder 78">
            <a:extLst>
              <a:ext uri="{FF2B5EF4-FFF2-40B4-BE49-F238E27FC236}">
                <a16:creationId xmlns:a16="http://schemas.microsoft.com/office/drawing/2014/main" id="{120556BE-D7B5-4C3F-B270-1F39E006AB7F}"/>
              </a:ext>
            </a:extLst>
          </p:cNvPr>
          <p:cNvSpPr>
            <a:spLocks noGrp="1"/>
          </p:cNvSpPr>
          <p:nvPr>
            <p:ph type="body" sz="quarter" idx="14"/>
          </p:nvPr>
        </p:nvSpPr>
        <p:spPr bwMode="gray">
          <a:xfrm>
            <a:off x="431912" y="506707"/>
            <a:ext cx="115230" cy="115200"/>
          </a:xfrm>
          <a:solidFill>
            <a:schemeClr val="tx1"/>
          </a:solidFill>
        </p:spPr>
        <p:txBody>
          <a:bodyPr anchor="ctr"/>
          <a:lstStyle>
            <a:lvl1pPr marL="0" indent="0" algn="ctr">
              <a:spcBef>
                <a:spcPts val="0"/>
              </a:spcBef>
              <a:buFont typeface="Arial" panose="020B0604020202020204" pitchFamily="34" charset="0"/>
              <a:buNone/>
              <a:defRPr sz="800">
                <a:solidFill>
                  <a:schemeClr val="bg1"/>
                </a:solidFill>
              </a:defRPr>
            </a:lvl1pPr>
            <a:lvl2pPr marL="0" indent="0" algn="ctr">
              <a:spcBef>
                <a:spcPts val="0"/>
              </a:spcBef>
              <a:buFont typeface="Arial" panose="020B0604020202020204" pitchFamily="34" charset="0"/>
              <a:buNone/>
              <a:defRPr sz="800">
                <a:solidFill>
                  <a:schemeClr val="bg1"/>
                </a:solidFill>
              </a:defRPr>
            </a:lvl2pPr>
            <a:lvl3pPr marL="0" indent="0" algn="ctr">
              <a:spcBef>
                <a:spcPts val="0"/>
              </a:spcBef>
              <a:buFont typeface="Arial" panose="020B0604020202020204" pitchFamily="34" charset="0"/>
              <a:buNone/>
              <a:defRPr sz="800">
                <a:solidFill>
                  <a:schemeClr val="bg1"/>
                </a:solidFill>
              </a:defRPr>
            </a:lvl3pPr>
            <a:lvl4pPr marL="0" indent="0" algn="ctr">
              <a:spcBef>
                <a:spcPts val="0"/>
              </a:spcBef>
              <a:buFont typeface="Arial" panose="020B0604020202020204" pitchFamily="34" charset="0"/>
              <a:buNone/>
              <a:defRPr sz="800">
                <a:solidFill>
                  <a:schemeClr val="bg1"/>
                </a:solidFill>
              </a:defRPr>
            </a:lvl4pPr>
            <a:lvl5pPr marL="0" indent="0" algn="ctr">
              <a:spcBef>
                <a:spcPts val="0"/>
              </a:spcBef>
              <a:buFont typeface="Arial" panose="020B0604020202020204" pitchFamily="34" charset="0"/>
              <a:buNone/>
              <a:defRPr sz="800">
                <a:solidFill>
                  <a:schemeClr val="bg1"/>
                </a:solidFill>
              </a:defRPr>
            </a:lvl5pPr>
            <a:lvl6pPr marL="0" indent="0" algn="ctr">
              <a:spcBef>
                <a:spcPts val="0"/>
              </a:spcBef>
              <a:buFont typeface="Arial" panose="020B0604020202020204" pitchFamily="34" charset="0"/>
              <a:buNone/>
              <a:defRPr sz="800">
                <a:solidFill>
                  <a:schemeClr val="bg1"/>
                </a:solidFill>
              </a:defRPr>
            </a:lvl6pPr>
            <a:lvl7pPr marL="0" indent="0" algn="ctr">
              <a:spcBef>
                <a:spcPts val="0"/>
              </a:spcBef>
              <a:buFont typeface="Arial" panose="020B0604020202020204" pitchFamily="34" charset="0"/>
              <a:buNone/>
              <a:defRPr sz="800">
                <a:solidFill>
                  <a:schemeClr val="bg1"/>
                </a:solidFill>
              </a:defRPr>
            </a:lvl7pPr>
            <a:lvl8pPr marL="0" indent="0" algn="ctr">
              <a:spcBef>
                <a:spcPts val="0"/>
              </a:spcBef>
              <a:buFont typeface="Arial" panose="020B0604020202020204" pitchFamily="34" charset="0"/>
              <a:buNone/>
              <a:defRPr sz="800">
                <a:solidFill>
                  <a:schemeClr val="bg1"/>
                </a:solidFill>
              </a:defRPr>
            </a:lvl8pPr>
            <a:lvl9pPr marL="0" indent="0" algn="ctr">
              <a:spcBef>
                <a:spcPts val="0"/>
              </a:spcBef>
              <a:buFont typeface="Arial" panose="020B0604020202020204" pitchFamily="34" charset="0"/>
              <a:buNone/>
              <a:defRPr sz="800">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2" name="Text Placeholder 78">
            <a:extLst>
              <a:ext uri="{FF2B5EF4-FFF2-40B4-BE49-F238E27FC236}">
                <a16:creationId xmlns:a16="http://schemas.microsoft.com/office/drawing/2014/main" id="{DC30A21F-69AB-41BB-B892-4EFBC7626059}"/>
              </a:ext>
            </a:extLst>
          </p:cNvPr>
          <p:cNvSpPr>
            <a:spLocks noGrp="1"/>
          </p:cNvSpPr>
          <p:nvPr>
            <p:ph type="body" sz="quarter" idx="15"/>
          </p:nvPr>
        </p:nvSpPr>
        <p:spPr bwMode="gray">
          <a:xfrm>
            <a:off x="592401" y="488810"/>
            <a:ext cx="5858499" cy="155180"/>
          </a:xfrm>
          <a:noFill/>
          <a:ln>
            <a:noFill/>
          </a:ln>
        </p:spPr>
        <p:txBody>
          <a:bodyPr anchor="t"/>
          <a:lstStyle>
            <a:lvl1pPr marL="0" indent="0" algn="l">
              <a:spcBef>
                <a:spcPts val="0"/>
              </a:spcBef>
              <a:buFont typeface="Arial" panose="020B0604020202020204" pitchFamily="34" charset="0"/>
              <a:buNone/>
              <a:defRPr sz="1000">
                <a:solidFill>
                  <a:schemeClr val="tx1"/>
                </a:solidFill>
              </a:defRPr>
            </a:lvl1pPr>
            <a:lvl2pPr marL="0" indent="0" algn="l">
              <a:spcBef>
                <a:spcPts val="0"/>
              </a:spcBef>
              <a:buFont typeface="Arial" panose="020B0604020202020204" pitchFamily="34" charset="0"/>
              <a:buNone/>
              <a:defRPr sz="1000">
                <a:solidFill>
                  <a:schemeClr val="tx1"/>
                </a:solidFill>
              </a:defRPr>
            </a:lvl2pPr>
            <a:lvl3pPr marL="0" indent="0" algn="l">
              <a:spcBef>
                <a:spcPts val="0"/>
              </a:spcBef>
              <a:buFont typeface="Arial" panose="020B0604020202020204" pitchFamily="34" charset="0"/>
              <a:buNone/>
              <a:defRPr sz="1000">
                <a:solidFill>
                  <a:schemeClr val="tx1"/>
                </a:solidFill>
              </a:defRPr>
            </a:lvl3pPr>
            <a:lvl4pPr marL="0" indent="0" algn="l">
              <a:spcBef>
                <a:spcPts val="0"/>
              </a:spcBef>
              <a:buFont typeface="Arial" panose="020B0604020202020204" pitchFamily="34" charset="0"/>
              <a:buNone/>
              <a:defRPr sz="1000">
                <a:solidFill>
                  <a:schemeClr val="tx1"/>
                </a:solidFill>
              </a:defRPr>
            </a:lvl4pPr>
            <a:lvl5pPr marL="0" indent="0" algn="l">
              <a:spcBef>
                <a:spcPts val="0"/>
              </a:spcBef>
              <a:buFont typeface="Arial" panose="020B0604020202020204" pitchFamily="34" charset="0"/>
              <a:buNone/>
              <a:defRPr sz="1000">
                <a:solidFill>
                  <a:schemeClr val="tx1"/>
                </a:solidFill>
              </a:defRPr>
            </a:lvl5pPr>
            <a:lvl6pPr marL="0" indent="0" algn="l">
              <a:spcBef>
                <a:spcPts val="0"/>
              </a:spcBef>
              <a:buFont typeface="Arial" panose="020B0604020202020204" pitchFamily="34" charset="0"/>
              <a:buNone/>
              <a:defRPr sz="1000">
                <a:solidFill>
                  <a:schemeClr val="tx1"/>
                </a:solidFill>
              </a:defRPr>
            </a:lvl6pPr>
            <a:lvl7pPr marL="0" indent="0" algn="l">
              <a:spcBef>
                <a:spcPts val="0"/>
              </a:spcBef>
              <a:buFont typeface="Arial" panose="020B0604020202020204" pitchFamily="34" charset="0"/>
              <a:buNone/>
              <a:defRPr sz="1000">
                <a:solidFill>
                  <a:schemeClr val="tx1"/>
                </a:solidFill>
              </a:defRPr>
            </a:lvl7pPr>
            <a:lvl8pPr marL="0" indent="0" algn="l">
              <a:spcBef>
                <a:spcPts val="0"/>
              </a:spcBef>
              <a:buFont typeface="Arial" panose="020B0604020202020204" pitchFamily="34" charset="0"/>
              <a:buNone/>
              <a:defRPr sz="1000">
                <a:solidFill>
                  <a:schemeClr val="tx1"/>
                </a:solidFill>
              </a:defRPr>
            </a:lvl8pPr>
            <a:lvl9pPr marL="0" indent="0" algn="l">
              <a:spcBef>
                <a:spcPts val="0"/>
              </a:spcBef>
              <a:buFont typeface="Arial" panose="020B0604020202020204" pitchFamily="34" charset="0"/>
              <a:buNone/>
              <a:defRPr sz="1000">
                <a:solidFill>
                  <a:schemeClr val="tx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 name="Title 1"/>
          <p:cNvSpPr>
            <a:spLocks noGrp="1"/>
          </p:cNvSpPr>
          <p:nvPr>
            <p:ph type="title"/>
          </p:nvPr>
        </p:nvSpPr>
        <p:spPr bwMode="gray"/>
        <p:txBody>
          <a:bodyPr/>
          <a:lstStyle/>
          <a:p>
            <a:r>
              <a:rPr lang="de-DE"/>
              <a:t>Mastertitelformat bearbeiten</a:t>
            </a:r>
            <a:endParaRPr lang="en-US" dirty="0"/>
          </a:p>
        </p:txBody>
      </p:sp>
      <p:sp>
        <p:nvSpPr>
          <p:cNvPr id="4" name="Date Placeholder 3"/>
          <p:cNvSpPr>
            <a:spLocks noGrp="1"/>
          </p:cNvSpPr>
          <p:nvPr>
            <p:ph type="dt" sz="half" idx="10"/>
          </p:nvPr>
        </p:nvSpPr>
        <p:spPr bwMode="gray"/>
        <p:txBody>
          <a:bodyPr/>
          <a:lstStyle/>
          <a:p>
            <a:fld id="{B08FB2D3-05D4-4B98-9AF1-9022C0492E12}" type="datetime1">
              <a:rPr lang="en-US" smtClean="0"/>
              <a:t>11/17/2022</a:t>
            </a:fld>
            <a:endParaRPr lang="en-US" dirty="0"/>
          </a:p>
        </p:txBody>
      </p:sp>
      <p:sp>
        <p:nvSpPr>
          <p:cNvPr id="5" name="Footer Placeholder 4"/>
          <p:cNvSpPr>
            <a:spLocks noGrp="1"/>
          </p:cNvSpPr>
          <p:nvPr>
            <p:ph type="ftr" sz="quarter" idx="11"/>
          </p:nvPr>
        </p:nvSpPr>
        <p:spPr bwMode="gray"/>
        <p:txBody>
          <a:bodyPr/>
          <a:lstStyle/>
          <a:p>
            <a:endParaRPr lang="en-US" dirty="0"/>
          </a:p>
        </p:txBody>
      </p:sp>
      <p:sp>
        <p:nvSpPr>
          <p:cNvPr id="6" name="Slide Number Placeholder 5"/>
          <p:cNvSpPr>
            <a:spLocks noGrp="1"/>
          </p:cNvSpPr>
          <p:nvPr>
            <p:ph type="sldNum" sz="quarter" idx="12"/>
          </p:nvPr>
        </p:nvSpPr>
        <p:spPr bwMode="gray"/>
        <p:txBody>
          <a:bodyPr/>
          <a:lstStyle/>
          <a:p>
            <a:fld id="{66AA3846-8976-4D24-8224-CEE1235CE9F4}" type="slidenum">
              <a:rPr lang="en-US" smtClean="0"/>
              <a:t>‹#›</a:t>
            </a:fld>
            <a:endParaRPr lang="en-US" dirty="0"/>
          </a:p>
        </p:txBody>
      </p:sp>
      <p:sp>
        <p:nvSpPr>
          <p:cNvPr id="8" name="Text Placeholder 7">
            <a:extLst>
              <a:ext uri="{FF2B5EF4-FFF2-40B4-BE49-F238E27FC236}">
                <a16:creationId xmlns:a16="http://schemas.microsoft.com/office/drawing/2014/main" id="{AED67736-538E-4EDC-A684-6255A1612E97}"/>
              </a:ext>
            </a:extLst>
          </p:cNvPr>
          <p:cNvSpPr>
            <a:spLocks noGrp="1"/>
          </p:cNvSpPr>
          <p:nvPr>
            <p:ph type="body" sz="quarter" idx="13"/>
          </p:nvPr>
        </p:nvSpPr>
        <p:spPr bwMode="gray">
          <a:xfrm>
            <a:off x="420001" y="1701005"/>
            <a:ext cx="5318585" cy="4619627"/>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11" name="Subtitle 2">
            <a:extLst>
              <a:ext uri="{FF2B5EF4-FFF2-40B4-BE49-F238E27FC236}">
                <a16:creationId xmlns:a16="http://schemas.microsoft.com/office/drawing/2014/main" id="{27D97A63-DA12-4A04-BBC9-D7F458EA1CB3}"/>
              </a:ext>
            </a:extLst>
          </p:cNvPr>
          <p:cNvSpPr>
            <a:spLocks noGrp="1"/>
          </p:cNvSpPr>
          <p:nvPr>
            <p:ph type="subTitle" idx="1"/>
          </p:nvPr>
        </p:nvSpPr>
        <p:spPr bwMode="gray">
          <a:xfrm>
            <a:off x="420004" y="1106489"/>
            <a:ext cx="11337702" cy="255587"/>
          </a:xfrm>
        </p:spPr>
        <p:txBody>
          <a:bodyPr/>
          <a:lstStyle>
            <a:lvl1pPr marL="0" indent="0" algn="l">
              <a:spcBef>
                <a:spcPts val="0"/>
              </a:spcBef>
              <a:buNone/>
              <a:defRPr sz="1600" b="1"/>
            </a:lvl1pPr>
            <a:lvl2pPr marL="0" indent="0" algn="l">
              <a:spcBef>
                <a:spcPts val="0"/>
              </a:spcBef>
              <a:buNone/>
              <a:defRPr sz="1600" b="1"/>
            </a:lvl2pPr>
            <a:lvl3pPr marL="0" indent="0" algn="l">
              <a:spcBef>
                <a:spcPts val="0"/>
              </a:spcBef>
              <a:buNone/>
              <a:defRPr sz="1600" b="1"/>
            </a:lvl3pPr>
            <a:lvl4pPr marL="0" indent="0" algn="l">
              <a:spcBef>
                <a:spcPts val="0"/>
              </a:spcBef>
              <a:buNone/>
              <a:defRPr sz="1600" b="1"/>
            </a:lvl4pPr>
            <a:lvl5pPr marL="0" indent="0" algn="l">
              <a:spcBef>
                <a:spcPts val="0"/>
              </a:spcBef>
              <a:buNone/>
              <a:defRPr sz="1600" b="1"/>
            </a:lvl5pPr>
            <a:lvl6pPr marL="0" indent="0" algn="l">
              <a:spcBef>
                <a:spcPts val="0"/>
              </a:spcBef>
              <a:buNone/>
              <a:defRPr sz="1600" b="1"/>
            </a:lvl6pPr>
            <a:lvl7pPr marL="0" indent="0" algn="l">
              <a:spcBef>
                <a:spcPts val="0"/>
              </a:spcBef>
              <a:buNone/>
              <a:defRPr sz="1600" b="1"/>
            </a:lvl7pPr>
            <a:lvl8pPr marL="0" indent="0" algn="l">
              <a:spcBef>
                <a:spcPts val="0"/>
              </a:spcBef>
              <a:buNone/>
              <a:defRPr sz="1600" b="1"/>
            </a:lvl8pPr>
            <a:lvl9pPr marL="0" indent="0" algn="l">
              <a:spcBef>
                <a:spcPts val="0"/>
              </a:spcBef>
              <a:buNone/>
              <a:defRPr sz="1600" b="1"/>
            </a:lvl9pPr>
          </a:lstStyle>
          <a:p>
            <a:pPr lvl="0"/>
            <a:r>
              <a:rPr lang="de-DE"/>
              <a:t>Master-Untertitelformat bearbeiten</a:t>
            </a:r>
            <a:endParaRPr lang="en-US" dirty="0"/>
          </a:p>
        </p:txBody>
      </p:sp>
      <p:sp>
        <p:nvSpPr>
          <p:cNvPr id="12" name="Picture Placeholder 6">
            <a:extLst>
              <a:ext uri="{FF2B5EF4-FFF2-40B4-BE49-F238E27FC236}">
                <a16:creationId xmlns:a16="http://schemas.microsoft.com/office/drawing/2014/main" id="{77D2F209-159E-43E4-9755-3283E551A9E5}"/>
              </a:ext>
            </a:extLst>
          </p:cNvPr>
          <p:cNvSpPr>
            <a:spLocks noGrp="1"/>
          </p:cNvSpPr>
          <p:nvPr>
            <p:ph type="pic" sz="quarter" idx="16"/>
          </p:nvPr>
        </p:nvSpPr>
        <p:spPr bwMode="gray">
          <a:xfrm>
            <a:off x="6454075" y="1743076"/>
            <a:ext cx="5303630" cy="4577557"/>
          </a:xfrm>
        </p:spPr>
        <p:txBody>
          <a:bodyPr bIns="720000" anchor="ctr"/>
          <a:lstStyle>
            <a:lvl1pPr algn="ctr">
              <a:defRPr/>
            </a:lvl1pPr>
          </a:lstStyle>
          <a:p>
            <a:r>
              <a:rPr lang="de-DE" dirty="0"/>
              <a:t>Bild auf Platzhalter ziehen oder durch Klicken auf Symbol hinzufügen</a:t>
            </a:r>
            <a:endParaRPr lang="en-US" dirty="0"/>
          </a:p>
        </p:txBody>
      </p:sp>
    </p:spTree>
    <p:extLst>
      <p:ext uri="{BB962C8B-B14F-4D97-AF65-F5344CB8AC3E}">
        <p14:creationId xmlns:p14="http://schemas.microsoft.com/office/powerpoint/2010/main" val="25132441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Nur Titel">
    <p:spTree>
      <p:nvGrpSpPr>
        <p:cNvPr id="1" name=""/>
        <p:cNvGrpSpPr/>
        <p:nvPr/>
      </p:nvGrpSpPr>
      <p:grpSpPr>
        <a:xfrm>
          <a:off x="0" y="0"/>
          <a:ext cx="0" cy="0"/>
          <a:chOff x="0" y="0"/>
          <a:chExt cx="0" cy="0"/>
        </a:xfrm>
      </p:grpSpPr>
      <p:sp>
        <p:nvSpPr>
          <p:cNvPr id="18" name="Text Placeholder 78">
            <a:extLst>
              <a:ext uri="{FF2B5EF4-FFF2-40B4-BE49-F238E27FC236}">
                <a16:creationId xmlns:a16="http://schemas.microsoft.com/office/drawing/2014/main" id="{6727F450-27F4-421A-9343-55FE3170DDCF}"/>
              </a:ext>
            </a:extLst>
          </p:cNvPr>
          <p:cNvSpPr>
            <a:spLocks noGrp="1"/>
          </p:cNvSpPr>
          <p:nvPr>
            <p:ph type="body" sz="quarter" idx="14"/>
          </p:nvPr>
        </p:nvSpPr>
        <p:spPr bwMode="gray">
          <a:xfrm>
            <a:off x="431912" y="506707"/>
            <a:ext cx="115230" cy="115200"/>
          </a:xfrm>
          <a:solidFill>
            <a:schemeClr val="tx1"/>
          </a:solidFill>
        </p:spPr>
        <p:txBody>
          <a:bodyPr anchor="ctr"/>
          <a:lstStyle>
            <a:lvl1pPr marL="0" indent="0" algn="ctr">
              <a:spcBef>
                <a:spcPts val="0"/>
              </a:spcBef>
              <a:buFont typeface="Arial" panose="020B0604020202020204" pitchFamily="34" charset="0"/>
              <a:buNone/>
              <a:defRPr sz="800">
                <a:solidFill>
                  <a:schemeClr val="bg1"/>
                </a:solidFill>
              </a:defRPr>
            </a:lvl1pPr>
            <a:lvl2pPr marL="0" indent="0" algn="ctr">
              <a:spcBef>
                <a:spcPts val="0"/>
              </a:spcBef>
              <a:buFont typeface="Arial" panose="020B0604020202020204" pitchFamily="34" charset="0"/>
              <a:buNone/>
              <a:defRPr sz="800">
                <a:solidFill>
                  <a:schemeClr val="bg1"/>
                </a:solidFill>
              </a:defRPr>
            </a:lvl2pPr>
            <a:lvl3pPr marL="0" indent="0" algn="ctr">
              <a:spcBef>
                <a:spcPts val="0"/>
              </a:spcBef>
              <a:buFont typeface="Arial" panose="020B0604020202020204" pitchFamily="34" charset="0"/>
              <a:buNone/>
              <a:defRPr sz="800">
                <a:solidFill>
                  <a:schemeClr val="bg1"/>
                </a:solidFill>
              </a:defRPr>
            </a:lvl3pPr>
            <a:lvl4pPr marL="0" indent="0" algn="ctr">
              <a:spcBef>
                <a:spcPts val="0"/>
              </a:spcBef>
              <a:buFont typeface="Arial" panose="020B0604020202020204" pitchFamily="34" charset="0"/>
              <a:buNone/>
              <a:defRPr sz="800">
                <a:solidFill>
                  <a:schemeClr val="bg1"/>
                </a:solidFill>
              </a:defRPr>
            </a:lvl4pPr>
            <a:lvl5pPr marL="0" indent="0" algn="ctr">
              <a:spcBef>
                <a:spcPts val="0"/>
              </a:spcBef>
              <a:buFont typeface="Arial" panose="020B0604020202020204" pitchFamily="34" charset="0"/>
              <a:buNone/>
              <a:defRPr sz="800">
                <a:solidFill>
                  <a:schemeClr val="bg1"/>
                </a:solidFill>
              </a:defRPr>
            </a:lvl5pPr>
            <a:lvl6pPr marL="0" indent="0" algn="ctr">
              <a:spcBef>
                <a:spcPts val="0"/>
              </a:spcBef>
              <a:buFont typeface="Arial" panose="020B0604020202020204" pitchFamily="34" charset="0"/>
              <a:buNone/>
              <a:defRPr sz="800">
                <a:solidFill>
                  <a:schemeClr val="bg1"/>
                </a:solidFill>
              </a:defRPr>
            </a:lvl6pPr>
            <a:lvl7pPr marL="0" indent="0" algn="ctr">
              <a:spcBef>
                <a:spcPts val="0"/>
              </a:spcBef>
              <a:buFont typeface="Arial" panose="020B0604020202020204" pitchFamily="34" charset="0"/>
              <a:buNone/>
              <a:defRPr sz="800">
                <a:solidFill>
                  <a:schemeClr val="bg1"/>
                </a:solidFill>
              </a:defRPr>
            </a:lvl7pPr>
            <a:lvl8pPr marL="0" indent="0" algn="ctr">
              <a:spcBef>
                <a:spcPts val="0"/>
              </a:spcBef>
              <a:buFont typeface="Arial" panose="020B0604020202020204" pitchFamily="34" charset="0"/>
              <a:buNone/>
              <a:defRPr sz="800">
                <a:solidFill>
                  <a:schemeClr val="bg1"/>
                </a:solidFill>
              </a:defRPr>
            </a:lvl8pPr>
            <a:lvl9pPr marL="0" indent="0" algn="ctr">
              <a:spcBef>
                <a:spcPts val="0"/>
              </a:spcBef>
              <a:buFont typeface="Arial" panose="020B0604020202020204" pitchFamily="34" charset="0"/>
              <a:buNone/>
              <a:defRPr sz="800">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14" name="Text Placeholder 78">
            <a:extLst>
              <a:ext uri="{FF2B5EF4-FFF2-40B4-BE49-F238E27FC236}">
                <a16:creationId xmlns:a16="http://schemas.microsoft.com/office/drawing/2014/main" id="{455D7302-E89E-4AA2-BB58-40F97AA60D27}"/>
              </a:ext>
            </a:extLst>
          </p:cNvPr>
          <p:cNvSpPr>
            <a:spLocks noGrp="1"/>
          </p:cNvSpPr>
          <p:nvPr>
            <p:ph type="body" sz="quarter" idx="15"/>
          </p:nvPr>
        </p:nvSpPr>
        <p:spPr bwMode="gray">
          <a:xfrm>
            <a:off x="592401" y="488810"/>
            <a:ext cx="5858499" cy="155180"/>
          </a:xfrm>
          <a:noFill/>
          <a:ln>
            <a:noFill/>
          </a:ln>
        </p:spPr>
        <p:txBody>
          <a:bodyPr anchor="t"/>
          <a:lstStyle>
            <a:lvl1pPr marL="0" indent="0" algn="l">
              <a:spcBef>
                <a:spcPts val="0"/>
              </a:spcBef>
              <a:buFont typeface="Arial" panose="020B0604020202020204" pitchFamily="34" charset="0"/>
              <a:buNone/>
              <a:defRPr sz="1000">
                <a:solidFill>
                  <a:schemeClr val="tx1"/>
                </a:solidFill>
              </a:defRPr>
            </a:lvl1pPr>
            <a:lvl2pPr marL="0" indent="0" algn="l">
              <a:spcBef>
                <a:spcPts val="0"/>
              </a:spcBef>
              <a:buFont typeface="Arial" panose="020B0604020202020204" pitchFamily="34" charset="0"/>
              <a:buNone/>
              <a:defRPr sz="1000">
                <a:solidFill>
                  <a:schemeClr val="tx1"/>
                </a:solidFill>
              </a:defRPr>
            </a:lvl2pPr>
            <a:lvl3pPr marL="0" indent="0" algn="l">
              <a:spcBef>
                <a:spcPts val="0"/>
              </a:spcBef>
              <a:buFont typeface="Arial" panose="020B0604020202020204" pitchFamily="34" charset="0"/>
              <a:buNone/>
              <a:defRPr sz="1000">
                <a:solidFill>
                  <a:schemeClr val="tx1"/>
                </a:solidFill>
              </a:defRPr>
            </a:lvl3pPr>
            <a:lvl4pPr marL="0" indent="0" algn="l">
              <a:spcBef>
                <a:spcPts val="0"/>
              </a:spcBef>
              <a:buFont typeface="Arial" panose="020B0604020202020204" pitchFamily="34" charset="0"/>
              <a:buNone/>
              <a:defRPr sz="1000">
                <a:solidFill>
                  <a:schemeClr val="tx1"/>
                </a:solidFill>
              </a:defRPr>
            </a:lvl4pPr>
            <a:lvl5pPr marL="0" indent="0" algn="l">
              <a:spcBef>
                <a:spcPts val="0"/>
              </a:spcBef>
              <a:buFont typeface="Arial" panose="020B0604020202020204" pitchFamily="34" charset="0"/>
              <a:buNone/>
              <a:defRPr sz="1000">
                <a:solidFill>
                  <a:schemeClr val="tx1"/>
                </a:solidFill>
              </a:defRPr>
            </a:lvl5pPr>
            <a:lvl6pPr marL="0" indent="0" algn="l">
              <a:spcBef>
                <a:spcPts val="0"/>
              </a:spcBef>
              <a:buFont typeface="Arial" panose="020B0604020202020204" pitchFamily="34" charset="0"/>
              <a:buNone/>
              <a:defRPr sz="1000">
                <a:solidFill>
                  <a:schemeClr val="tx1"/>
                </a:solidFill>
              </a:defRPr>
            </a:lvl6pPr>
            <a:lvl7pPr marL="0" indent="0" algn="l">
              <a:spcBef>
                <a:spcPts val="0"/>
              </a:spcBef>
              <a:buFont typeface="Arial" panose="020B0604020202020204" pitchFamily="34" charset="0"/>
              <a:buNone/>
              <a:defRPr sz="1000">
                <a:solidFill>
                  <a:schemeClr val="tx1"/>
                </a:solidFill>
              </a:defRPr>
            </a:lvl7pPr>
            <a:lvl8pPr marL="0" indent="0" algn="l">
              <a:spcBef>
                <a:spcPts val="0"/>
              </a:spcBef>
              <a:buFont typeface="Arial" panose="020B0604020202020204" pitchFamily="34" charset="0"/>
              <a:buNone/>
              <a:defRPr sz="1000">
                <a:solidFill>
                  <a:schemeClr val="tx1"/>
                </a:solidFill>
              </a:defRPr>
            </a:lvl8pPr>
            <a:lvl9pPr marL="0" indent="0" algn="l">
              <a:spcBef>
                <a:spcPts val="0"/>
              </a:spcBef>
              <a:buFont typeface="Arial" panose="020B0604020202020204" pitchFamily="34" charset="0"/>
              <a:buNone/>
              <a:defRPr sz="1000">
                <a:solidFill>
                  <a:schemeClr val="tx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 name="Title 1"/>
          <p:cNvSpPr>
            <a:spLocks noGrp="1"/>
          </p:cNvSpPr>
          <p:nvPr>
            <p:ph type="title"/>
          </p:nvPr>
        </p:nvSpPr>
        <p:spPr bwMode="gray"/>
        <p:txBody>
          <a:bodyPr/>
          <a:lstStyle/>
          <a:p>
            <a:r>
              <a:rPr lang="de-DE"/>
              <a:t>Mastertitelformat bearbeiten</a:t>
            </a:r>
            <a:endParaRPr lang="en-US" dirty="0"/>
          </a:p>
        </p:txBody>
      </p:sp>
      <p:sp>
        <p:nvSpPr>
          <p:cNvPr id="4" name="Date Placeholder 3"/>
          <p:cNvSpPr>
            <a:spLocks noGrp="1"/>
          </p:cNvSpPr>
          <p:nvPr>
            <p:ph type="dt" sz="half" idx="10"/>
          </p:nvPr>
        </p:nvSpPr>
        <p:spPr bwMode="gray"/>
        <p:txBody>
          <a:bodyPr/>
          <a:lstStyle/>
          <a:p>
            <a:fld id="{A7BEF516-237C-450E-A29D-1D50FE4CBCE4}" type="datetime1">
              <a:rPr lang="en-US" smtClean="0"/>
              <a:t>11/17/2022</a:t>
            </a:fld>
            <a:endParaRPr lang="en-US" dirty="0"/>
          </a:p>
        </p:txBody>
      </p:sp>
      <p:sp>
        <p:nvSpPr>
          <p:cNvPr id="5" name="Footer Placeholder 4"/>
          <p:cNvSpPr>
            <a:spLocks noGrp="1"/>
          </p:cNvSpPr>
          <p:nvPr>
            <p:ph type="ftr" sz="quarter" idx="11"/>
          </p:nvPr>
        </p:nvSpPr>
        <p:spPr bwMode="gray"/>
        <p:txBody>
          <a:bodyPr/>
          <a:lstStyle/>
          <a:p>
            <a:endParaRPr lang="en-US" dirty="0"/>
          </a:p>
        </p:txBody>
      </p:sp>
      <p:sp>
        <p:nvSpPr>
          <p:cNvPr id="6" name="Slide Number Placeholder 5"/>
          <p:cNvSpPr>
            <a:spLocks noGrp="1"/>
          </p:cNvSpPr>
          <p:nvPr>
            <p:ph type="sldNum" sz="quarter" idx="12"/>
          </p:nvPr>
        </p:nvSpPr>
        <p:spPr bwMode="gray"/>
        <p:txBody>
          <a:bodyPr/>
          <a:lstStyle/>
          <a:p>
            <a:fld id="{66AA3846-8976-4D24-8224-CEE1235CE9F4}" type="slidenum">
              <a:rPr lang="en-US" smtClean="0"/>
              <a:t>‹#›</a:t>
            </a:fld>
            <a:endParaRPr lang="en-US" dirty="0"/>
          </a:p>
        </p:txBody>
      </p:sp>
      <p:sp>
        <p:nvSpPr>
          <p:cNvPr id="11" name="Subtitle 2">
            <a:extLst>
              <a:ext uri="{FF2B5EF4-FFF2-40B4-BE49-F238E27FC236}">
                <a16:creationId xmlns:a16="http://schemas.microsoft.com/office/drawing/2014/main" id="{27D97A63-DA12-4A04-BBC9-D7F458EA1CB3}"/>
              </a:ext>
            </a:extLst>
          </p:cNvPr>
          <p:cNvSpPr>
            <a:spLocks noGrp="1"/>
          </p:cNvSpPr>
          <p:nvPr>
            <p:ph type="subTitle" idx="1"/>
          </p:nvPr>
        </p:nvSpPr>
        <p:spPr bwMode="gray">
          <a:xfrm>
            <a:off x="420004" y="1106489"/>
            <a:ext cx="11337702" cy="255587"/>
          </a:xfrm>
        </p:spPr>
        <p:txBody>
          <a:bodyPr/>
          <a:lstStyle>
            <a:lvl1pPr marL="0" indent="0" algn="l">
              <a:spcBef>
                <a:spcPts val="0"/>
              </a:spcBef>
              <a:buNone/>
              <a:defRPr sz="1600" b="1"/>
            </a:lvl1pPr>
            <a:lvl2pPr marL="0" indent="0" algn="l">
              <a:spcBef>
                <a:spcPts val="0"/>
              </a:spcBef>
              <a:buNone/>
              <a:defRPr sz="1600" b="1"/>
            </a:lvl2pPr>
            <a:lvl3pPr marL="0" indent="0" algn="l">
              <a:spcBef>
                <a:spcPts val="0"/>
              </a:spcBef>
              <a:buNone/>
              <a:defRPr sz="1600" b="1"/>
            </a:lvl3pPr>
            <a:lvl4pPr marL="0" indent="0" algn="l">
              <a:spcBef>
                <a:spcPts val="0"/>
              </a:spcBef>
              <a:buNone/>
              <a:defRPr sz="1600" b="1"/>
            </a:lvl4pPr>
            <a:lvl5pPr marL="0" indent="0" algn="l">
              <a:spcBef>
                <a:spcPts val="0"/>
              </a:spcBef>
              <a:buNone/>
              <a:defRPr sz="1600" b="1"/>
            </a:lvl5pPr>
            <a:lvl6pPr marL="0" indent="0" algn="l">
              <a:spcBef>
                <a:spcPts val="0"/>
              </a:spcBef>
              <a:buNone/>
              <a:defRPr sz="1600" b="1"/>
            </a:lvl6pPr>
            <a:lvl7pPr marL="0" indent="0" algn="l">
              <a:spcBef>
                <a:spcPts val="0"/>
              </a:spcBef>
              <a:buNone/>
              <a:defRPr sz="1600" b="1"/>
            </a:lvl7pPr>
            <a:lvl8pPr marL="0" indent="0" algn="l">
              <a:spcBef>
                <a:spcPts val="0"/>
              </a:spcBef>
              <a:buNone/>
              <a:defRPr sz="1600" b="1"/>
            </a:lvl8pPr>
            <a:lvl9pPr marL="0" indent="0" algn="l">
              <a:spcBef>
                <a:spcPts val="0"/>
              </a:spcBef>
              <a:buNone/>
              <a:defRPr sz="1600" b="1"/>
            </a:lvl9pPr>
          </a:lstStyle>
          <a:p>
            <a:pPr lvl="0"/>
            <a:r>
              <a:rPr lang="de-DE"/>
              <a:t>Master-Untertitelformat bearbeiten</a:t>
            </a:r>
            <a:endParaRPr lang="en-US" dirty="0"/>
          </a:p>
        </p:txBody>
      </p:sp>
    </p:spTree>
    <p:extLst>
      <p:ext uri="{BB962C8B-B14F-4D97-AF65-F5344CB8AC3E}">
        <p14:creationId xmlns:p14="http://schemas.microsoft.com/office/powerpoint/2010/main" val="230482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act">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15240" y="773320"/>
            <a:ext cx="11342467" cy="255587"/>
          </a:xfrm>
        </p:spPr>
        <p:txBody>
          <a:bodyPr/>
          <a:lstStyle/>
          <a:p>
            <a:r>
              <a:rPr lang="de-DE"/>
              <a:t>Mastertitelformat bearbeiten</a:t>
            </a:r>
            <a:endParaRPr lang="en-US" dirty="0"/>
          </a:p>
        </p:txBody>
      </p:sp>
      <p:sp>
        <p:nvSpPr>
          <p:cNvPr id="4" name="Date Placeholder 3"/>
          <p:cNvSpPr>
            <a:spLocks noGrp="1"/>
          </p:cNvSpPr>
          <p:nvPr>
            <p:ph type="dt" sz="half" idx="10"/>
          </p:nvPr>
        </p:nvSpPr>
        <p:spPr bwMode="gray"/>
        <p:txBody>
          <a:bodyPr/>
          <a:lstStyle/>
          <a:p>
            <a:fld id="{F13384CC-DD61-41F4-9EB5-B239E894AB50}" type="datetime1">
              <a:rPr lang="en-US" smtClean="0"/>
              <a:t>11/17/2022</a:t>
            </a:fld>
            <a:endParaRPr lang="en-US" dirty="0"/>
          </a:p>
        </p:txBody>
      </p:sp>
      <p:sp>
        <p:nvSpPr>
          <p:cNvPr id="5" name="Footer Placeholder 4"/>
          <p:cNvSpPr>
            <a:spLocks noGrp="1"/>
          </p:cNvSpPr>
          <p:nvPr>
            <p:ph type="ftr" sz="quarter" idx="11"/>
          </p:nvPr>
        </p:nvSpPr>
        <p:spPr bwMode="gray"/>
        <p:txBody>
          <a:bodyPr/>
          <a:lstStyle/>
          <a:p>
            <a:endParaRPr lang="en-US" dirty="0"/>
          </a:p>
        </p:txBody>
      </p:sp>
      <p:sp>
        <p:nvSpPr>
          <p:cNvPr id="6" name="Slide Number Placeholder 5"/>
          <p:cNvSpPr>
            <a:spLocks noGrp="1"/>
          </p:cNvSpPr>
          <p:nvPr>
            <p:ph type="sldNum" sz="quarter" idx="12"/>
          </p:nvPr>
        </p:nvSpPr>
        <p:spPr bwMode="gray"/>
        <p:txBody>
          <a:bodyPr/>
          <a:lstStyle/>
          <a:p>
            <a:fld id="{66AA3846-8976-4D24-8224-CEE1235CE9F4}" type="slidenum">
              <a:rPr lang="en-US" smtClean="0"/>
              <a:t>‹#›</a:t>
            </a:fld>
            <a:endParaRPr lang="en-US" dirty="0"/>
          </a:p>
        </p:txBody>
      </p:sp>
      <p:sp>
        <p:nvSpPr>
          <p:cNvPr id="11" name="Subtitle 2">
            <a:extLst>
              <a:ext uri="{FF2B5EF4-FFF2-40B4-BE49-F238E27FC236}">
                <a16:creationId xmlns:a16="http://schemas.microsoft.com/office/drawing/2014/main" id="{27D97A63-DA12-4A04-BBC9-D7F458EA1CB3}"/>
              </a:ext>
            </a:extLst>
          </p:cNvPr>
          <p:cNvSpPr>
            <a:spLocks noGrp="1"/>
          </p:cNvSpPr>
          <p:nvPr>
            <p:ph type="subTitle" idx="1"/>
          </p:nvPr>
        </p:nvSpPr>
        <p:spPr bwMode="gray">
          <a:xfrm>
            <a:off x="420004" y="1106489"/>
            <a:ext cx="11337702" cy="255587"/>
          </a:xfrm>
        </p:spPr>
        <p:txBody>
          <a:bodyPr/>
          <a:lstStyle>
            <a:lvl1pPr marL="0" indent="0" algn="l">
              <a:spcBef>
                <a:spcPts val="0"/>
              </a:spcBef>
              <a:buNone/>
              <a:defRPr sz="1600" b="1"/>
            </a:lvl1pPr>
            <a:lvl2pPr marL="0" indent="0" algn="l">
              <a:spcBef>
                <a:spcPts val="0"/>
              </a:spcBef>
              <a:buNone/>
              <a:defRPr sz="1600" b="1"/>
            </a:lvl2pPr>
            <a:lvl3pPr marL="0" indent="0" algn="l">
              <a:spcBef>
                <a:spcPts val="0"/>
              </a:spcBef>
              <a:buNone/>
              <a:defRPr sz="1600" b="1"/>
            </a:lvl3pPr>
            <a:lvl4pPr marL="0" indent="0" algn="l">
              <a:spcBef>
                <a:spcPts val="0"/>
              </a:spcBef>
              <a:buNone/>
              <a:defRPr sz="1600" b="1"/>
            </a:lvl4pPr>
            <a:lvl5pPr marL="0" indent="0" algn="l">
              <a:spcBef>
                <a:spcPts val="0"/>
              </a:spcBef>
              <a:buNone/>
              <a:defRPr sz="1600" b="1"/>
            </a:lvl5pPr>
            <a:lvl6pPr marL="0" indent="0" algn="l">
              <a:spcBef>
                <a:spcPts val="0"/>
              </a:spcBef>
              <a:buNone/>
              <a:defRPr sz="1600" b="1"/>
            </a:lvl6pPr>
            <a:lvl7pPr marL="0" indent="0" algn="l">
              <a:spcBef>
                <a:spcPts val="0"/>
              </a:spcBef>
              <a:buNone/>
              <a:defRPr sz="1600" b="1"/>
            </a:lvl7pPr>
            <a:lvl8pPr marL="0" indent="0" algn="l">
              <a:spcBef>
                <a:spcPts val="0"/>
              </a:spcBef>
              <a:buNone/>
              <a:defRPr sz="1600" b="1"/>
            </a:lvl8pPr>
            <a:lvl9pPr marL="0" indent="0" algn="l">
              <a:spcBef>
                <a:spcPts val="0"/>
              </a:spcBef>
              <a:buNone/>
              <a:defRPr sz="1600" b="1"/>
            </a:lvl9pPr>
          </a:lstStyle>
          <a:p>
            <a:pPr lvl="0"/>
            <a:r>
              <a:rPr lang="de-DE"/>
              <a:t>Master-Untertitelformat bearbeiten</a:t>
            </a:r>
            <a:endParaRPr lang="en-US" dirty="0"/>
          </a:p>
        </p:txBody>
      </p:sp>
      <p:sp>
        <p:nvSpPr>
          <p:cNvPr id="9" name="Picture Placeholder 6">
            <a:extLst>
              <a:ext uri="{FF2B5EF4-FFF2-40B4-BE49-F238E27FC236}">
                <a16:creationId xmlns:a16="http://schemas.microsoft.com/office/drawing/2014/main" id="{3939E246-4969-434D-9EC1-4524ED82AAEF}"/>
              </a:ext>
            </a:extLst>
          </p:cNvPr>
          <p:cNvSpPr>
            <a:spLocks noGrp="1"/>
          </p:cNvSpPr>
          <p:nvPr>
            <p:ph type="pic" sz="quarter" idx="16"/>
          </p:nvPr>
        </p:nvSpPr>
        <p:spPr bwMode="gray">
          <a:xfrm>
            <a:off x="3896858" y="1743076"/>
            <a:ext cx="7860847" cy="4577557"/>
          </a:xfrm>
        </p:spPr>
        <p:txBody>
          <a:bodyPr bIns="720000" anchor="ctr"/>
          <a:lstStyle>
            <a:lvl1pPr algn="ctr">
              <a:defRPr/>
            </a:lvl1pPr>
          </a:lstStyle>
          <a:p>
            <a:r>
              <a:rPr lang="de-DE" dirty="0"/>
              <a:t>Bild auf Platzhalter ziehen oder durch Klicken auf Symbol hinzufügen</a:t>
            </a:r>
            <a:endParaRPr lang="en-US" dirty="0"/>
          </a:p>
        </p:txBody>
      </p:sp>
      <p:sp>
        <p:nvSpPr>
          <p:cNvPr id="12" name="Picture Placeholder 6">
            <a:extLst>
              <a:ext uri="{FF2B5EF4-FFF2-40B4-BE49-F238E27FC236}">
                <a16:creationId xmlns:a16="http://schemas.microsoft.com/office/drawing/2014/main" id="{36EEB672-69FA-4314-9DD4-9F9BEF65044A}"/>
              </a:ext>
            </a:extLst>
          </p:cNvPr>
          <p:cNvSpPr>
            <a:spLocks noGrp="1"/>
          </p:cNvSpPr>
          <p:nvPr>
            <p:ph type="pic" sz="quarter" idx="17"/>
          </p:nvPr>
        </p:nvSpPr>
        <p:spPr bwMode="gray">
          <a:xfrm>
            <a:off x="431912" y="1743075"/>
            <a:ext cx="1299939" cy="1299600"/>
          </a:xfrm>
        </p:spPr>
        <p:txBody>
          <a:bodyPr bIns="504000" anchor="ctr"/>
          <a:lstStyle>
            <a:lvl1pPr algn="ctr">
              <a:defRPr/>
            </a:lvl1pPr>
          </a:lstStyle>
          <a:p>
            <a:r>
              <a:rPr lang="de-DE" dirty="0"/>
              <a:t>Bild auf Platzhalter ziehen oder durch Klicken auf Symbol hinzufügen</a:t>
            </a:r>
            <a:endParaRPr lang="en-US" dirty="0"/>
          </a:p>
        </p:txBody>
      </p:sp>
      <p:sp>
        <p:nvSpPr>
          <p:cNvPr id="8" name="Text Placeholder 7">
            <a:extLst>
              <a:ext uri="{FF2B5EF4-FFF2-40B4-BE49-F238E27FC236}">
                <a16:creationId xmlns:a16="http://schemas.microsoft.com/office/drawing/2014/main" id="{B6BA3954-C051-48F0-9E68-285973BA9380}"/>
              </a:ext>
            </a:extLst>
          </p:cNvPr>
          <p:cNvSpPr>
            <a:spLocks noGrp="1"/>
          </p:cNvSpPr>
          <p:nvPr>
            <p:ph type="body" sz="quarter" idx="18"/>
          </p:nvPr>
        </p:nvSpPr>
        <p:spPr bwMode="gray">
          <a:xfrm>
            <a:off x="420004" y="3201489"/>
            <a:ext cx="2964022" cy="867591"/>
          </a:xfrm>
        </p:spPr>
        <p:txBody>
          <a:bodyPr/>
          <a:lstStyle>
            <a:lvl1pPr>
              <a:spcAft>
                <a:spcPts val="600"/>
              </a:spcAft>
              <a:defRPr sz="1600" b="1"/>
            </a:lvl1pPr>
            <a:lvl2pPr marL="0" indent="0">
              <a:spcBef>
                <a:spcPts val="600"/>
              </a:spcBef>
              <a:buNone/>
              <a:defRPr sz="1400" b="0"/>
            </a:lvl2pPr>
            <a:lvl3pPr marL="0" indent="0">
              <a:spcBef>
                <a:spcPts val="600"/>
              </a:spcBef>
              <a:buNone/>
              <a:defRPr sz="1400" b="0"/>
            </a:lvl3pPr>
            <a:lvl4pPr marL="0" indent="0">
              <a:spcBef>
                <a:spcPts val="600"/>
              </a:spcBef>
              <a:buNone/>
              <a:defRPr sz="1400" b="0"/>
            </a:lvl4pPr>
            <a:lvl5pPr marL="0" indent="0">
              <a:spcBef>
                <a:spcPts val="600"/>
              </a:spcBef>
              <a:buNone/>
              <a:defRPr sz="1400" b="0"/>
            </a:lvl5pPr>
            <a:lvl6pPr marL="0" indent="0">
              <a:spcBef>
                <a:spcPts val="600"/>
              </a:spcBef>
              <a:buNone/>
              <a:defRPr sz="1400" b="0"/>
            </a:lvl6pPr>
            <a:lvl7pPr marL="0" indent="0">
              <a:spcBef>
                <a:spcPts val="600"/>
              </a:spcBef>
              <a:buNone/>
              <a:defRPr sz="1400" b="0"/>
            </a:lvl7pPr>
            <a:lvl8pPr marL="0" indent="0">
              <a:spcBef>
                <a:spcPts val="600"/>
              </a:spcBef>
              <a:buNone/>
              <a:defRPr sz="1400" b="0"/>
            </a:lvl8pPr>
            <a:lvl9pPr marL="0" indent="0">
              <a:spcBef>
                <a:spcPts val="600"/>
              </a:spcBef>
              <a:buNone/>
              <a:defRPr sz="1400" b="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17" name="Text Placeholder 7">
            <a:extLst>
              <a:ext uri="{FF2B5EF4-FFF2-40B4-BE49-F238E27FC236}">
                <a16:creationId xmlns:a16="http://schemas.microsoft.com/office/drawing/2014/main" id="{BB26D565-8616-4ACA-93C1-C79CC94BC8A9}"/>
              </a:ext>
            </a:extLst>
          </p:cNvPr>
          <p:cNvSpPr>
            <a:spLocks noGrp="1"/>
          </p:cNvSpPr>
          <p:nvPr>
            <p:ph type="body" sz="quarter" idx="19"/>
          </p:nvPr>
        </p:nvSpPr>
        <p:spPr bwMode="gray">
          <a:xfrm>
            <a:off x="420004" y="4493372"/>
            <a:ext cx="2964022" cy="1827260"/>
          </a:xfrm>
        </p:spPr>
        <p:txBody>
          <a:bodyPr/>
          <a:lstStyle>
            <a:lvl1pPr>
              <a:spcAft>
                <a:spcPts val="600"/>
              </a:spcAft>
              <a:defRPr sz="1600" b="1"/>
            </a:lvl1pPr>
            <a:lvl2pPr marL="0" indent="0">
              <a:spcBef>
                <a:spcPts val="600"/>
              </a:spcBef>
              <a:buNone/>
              <a:defRPr sz="1400" b="0"/>
            </a:lvl2pPr>
            <a:lvl3pPr marL="0" indent="0">
              <a:spcBef>
                <a:spcPts val="600"/>
              </a:spcBef>
              <a:buNone/>
              <a:defRPr sz="1400" b="0"/>
            </a:lvl3pPr>
            <a:lvl4pPr marL="0" indent="0">
              <a:spcBef>
                <a:spcPts val="600"/>
              </a:spcBef>
              <a:buNone/>
              <a:defRPr sz="1400" b="0"/>
            </a:lvl4pPr>
            <a:lvl5pPr marL="0" indent="0">
              <a:spcBef>
                <a:spcPts val="600"/>
              </a:spcBef>
              <a:buNone/>
              <a:defRPr sz="1400" b="0"/>
            </a:lvl5pPr>
            <a:lvl6pPr marL="0" indent="0">
              <a:spcBef>
                <a:spcPts val="600"/>
              </a:spcBef>
              <a:buNone/>
              <a:defRPr sz="1400" b="0"/>
            </a:lvl6pPr>
            <a:lvl7pPr marL="0" indent="0">
              <a:spcBef>
                <a:spcPts val="600"/>
              </a:spcBef>
              <a:buNone/>
              <a:defRPr sz="1400" b="0"/>
            </a:lvl7pPr>
            <a:lvl8pPr marL="0" indent="0">
              <a:spcBef>
                <a:spcPts val="600"/>
              </a:spcBef>
              <a:buNone/>
              <a:defRPr sz="1400" b="0"/>
            </a:lvl8pPr>
            <a:lvl9pPr marL="0" indent="0">
              <a:spcBef>
                <a:spcPts val="600"/>
              </a:spcBef>
              <a:buNone/>
              <a:defRPr sz="1400" b="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3120010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isclaimer">
    <p:spTree>
      <p:nvGrpSpPr>
        <p:cNvPr id="1" name=""/>
        <p:cNvGrpSpPr/>
        <p:nvPr/>
      </p:nvGrpSpPr>
      <p:grpSpPr>
        <a:xfrm>
          <a:off x="0" y="0"/>
          <a:ext cx="0" cy="0"/>
          <a:chOff x="0" y="0"/>
          <a:chExt cx="0" cy="0"/>
        </a:xfrm>
      </p:grpSpPr>
      <p:sp>
        <p:nvSpPr>
          <p:cNvPr id="2" name="Title 1"/>
          <p:cNvSpPr>
            <a:spLocks noGrp="1"/>
          </p:cNvSpPr>
          <p:nvPr>
            <p:ph type="title"/>
          </p:nvPr>
        </p:nvSpPr>
        <p:spPr bwMode="gray">
          <a:xfrm>
            <a:off x="0" y="1"/>
            <a:ext cx="45731" cy="45719"/>
          </a:xfrm>
        </p:spPr>
        <p:txBody>
          <a:bodyPr/>
          <a:lstStyle>
            <a:lvl1pPr>
              <a:defRPr sz="100">
                <a:noFill/>
              </a:defRPr>
            </a:lvl1pPr>
          </a:lstStyle>
          <a:p>
            <a:r>
              <a:rPr lang="de-DE"/>
              <a:t>Mastertitelformat bearbeiten</a:t>
            </a:r>
            <a:endParaRPr lang="en-US" dirty="0"/>
          </a:p>
        </p:txBody>
      </p:sp>
      <p:sp>
        <p:nvSpPr>
          <p:cNvPr id="4" name="Date Placeholder 3"/>
          <p:cNvSpPr>
            <a:spLocks noGrp="1"/>
          </p:cNvSpPr>
          <p:nvPr>
            <p:ph type="dt" sz="half" idx="10"/>
          </p:nvPr>
        </p:nvSpPr>
        <p:spPr bwMode="gray"/>
        <p:txBody>
          <a:bodyPr/>
          <a:lstStyle/>
          <a:p>
            <a:fld id="{EDDFF34D-C9AF-41F4-833A-180F294D802D}" type="datetime1">
              <a:rPr lang="en-US" smtClean="0"/>
              <a:t>11/17/2022</a:t>
            </a:fld>
            <a:endParaRPr lang="en-US" dirty="0"/>
          </a:p>
        </p:txBody>
      </p:sp>
      <p:sp>
        <p:nvSpPr>
          <p:cNvPr id="5" name="Footer Placeholder 4"/>
          <p:cNvSpPr>
            <a:spLocks noGrp="1"/>
          </p:cNvSpPr>
          <p:nvPr>
            <p:ph type="ftr" sz="quarter" idx="11"/>
          </p:nvPr>
        </p:nvSpPr>
        <p:spPr bwMode="gray"/>
        <p:txBody>
          <a:bodyPr/>
          <a:lstStyle/>
          <a:p>
            <a:endParaRPr lang="en-US" dirty="0"/>
          </a:p>
        </p:txBody>
      </p:sp>
      <p:sp>
        <p:nvSpPr>
          <p:cNvPr id="6" name="Slide Number Placeholder 5"/>
          <p:cNvSpPr>
            <a:spLocks noGrp="1"/>
          </p:cNvSpPr>
          <p:nvPr>
            <p:ph type="sldNum" sz="quarter" idx="12"/>
          </p:nvPr>
        </p:nvSpPr>
        <p:spPr bwMode="gray"/>
        <p:txBody>
          <a:bodyPr/>
          <a:lstStyle/>
          <a:p>
            <a:fld id="{66AA3846-8976-4D24-8224-CEE1235CE9F4}" type="slidenum">
              <a:rPr lang="en-US" smtClean="0"/>
              <a:t>‹#›</a:t>
            </a:fld>
            <a:endParaRPr lang="en-US" dirty="0"/>
          </a:p>
        </p:txBody>
      </p:sp>
      <p:sp>
        <p:nvSpPr>
          <p:cNvPr id="3" name="TextBox 2">
            <a:extLst>
              <a:ext uri="{FF2B5EF4-FFF2-40B4-BE49-F238E27FC236}">
                <a16:creationId xmlns:a16="http://schemas.microsoft.com/office/drawing/2014/main" id="{3D085CB1-5363-47B5-B07B-683F1C95DD95}"/>
              </a:ext>
            </a:extLst>
          </p:cNvPr>
          <p:cNvSpPr txBox="1"/>
          <p:nvPr/>
        </p:nvSpPr>
        <p:spPr bwMode="gray">
          <a:xfrm>
            <a:off x="415239" y="773319"/>
            <a:ext cx="11342954" cy="255600"/>
          </a:xfrm>
          <a:prstGeom prst="rect">
            <a:avLst/>
          </a:prstGeom>
          <a:noFill/>
        </p:spPr>
        <p:txBody>
          <a:bodyPr wrap="square" lIns="0" tIns="0" rIns="0" bIns="0" rtlCol="0">
            <a:noAutofit/>
          </a:bodyPr>
          <a:lstStyle/>
          <a:p>
            <a:pPr algn="l"/>
            <a:r>
              <a:rPr lang="en-US" sz="2000" b="1" dirty="0">
                <a:solidFill>
                  <a:schemeClr val="tx1"/>
                </a:solidFill>
              </a:rPr>
              <a:t>Disclaimer</a:t>
            </a:r>
          </a:p>
        </p:txBody>
      </p:sp>
      <p:sp>
        <p:nvSpPr>
          <p:cNvPr id="7" name="TextBox 6">
            <a:extLst>
              <a:ext uri="{FF2B5EF4-FFF2-40B4-BE49-F238E27FC236}">
                <a16:creationId xmlns:a16="http://schemas.microsoft.com/office/drawing/2014/main" id="{24F603ED-0326-47DF-86AD-48AD87DC4B25}"/>
              </a:ext>
            </a:extLst>
          </p:cNvPr>
          <p:cNvSpPr txBox="1"/>
          <p:nvPr/>
        </p:nvSpPr>
        <p:spPr bwMode="gray">
          <a:xfrm>
            <a:off x="420000" y="1701006"/>
            <a:ext cx="11339353" cy="4618800"/>
          </a:xfrm>
          <a:prstGeom prst="rect">
            <a:avLst/>
          </a:prstGeom>
          <a:noFill/>
        </p:spPr>
        <p:txBody>
          <a:bodyPr wrap="square" lIns="0" tIns="0" rIns="0" bIns="0" rtlCol="0">
            <a:noAutofit/>
          </a:bodyPr>
          <a:lstStyle/>
          <a:p>
            <a:pPr algn="l">
              <a:spcBef>
                <a:spcPts val="600"/>
              </a:spcBef>
            </a:pPr>
            <a:r>
              <a:rPr lang="en-US" sz="1400" dirty="0">
                <a:solidFill>
                  <a:schemeClr val="tx1"/>
                </a:solidFill>
              </a:rPr>
              <a:t>This document has been prepared by Mutares AG solely for the use in this presentation.</a:t>
            </a:r>
          </a:p>
          <a:p>
            <a:pPr algn="l">
              <a:spcBef>
                <a:spcPts val="600"/>
              </a:spcBef>
            </a:pPr>
            <a:r>
              <a:rPr lang="en-US" sz="1400" dirty="0">
                <a:solidFill>
                  <a:schemeClr val="tx1"/>
                </a:solidFill>
              </a:rPr>
              <a:t>The information contained in this document has not been independently verified. No representation or warranty - whether expressed or implied – is made as to, and no reliance should be placed on, the fairness, accuracy, completeness or correctness of the information or opinions contained therein. Neither the company nor any of its affiliates, advisors or representatives shall have any liability whatsoever (in negligence or otherwise) for any loss arising from any use of this document or its content or otherwise arising in connection with this document.</a:t>
            </a:r>
          </a:p>
          <a:p>
            <a:pPr algn="l">
              <a:spcBef>
                <a:spcPts val="600"/>
              </a:spcBef>
            </a:pPr>
            <a:r>
              <a:rPr lang="en-US" sz="1400" dirty="0">
                <a:solidFill>
                  <a:schemeClr val="tx1"/>
                </a:solidFill>
              </a:rPr>
              <a:t>This document does not constitute an offer or invitation to purchase or subscribe for any shares and neither this document nor any part of it shall form the basis of, or be relied upon in connection with, any contract or commitment whatsoever.</a:t>
            </a:r>
          </a:p>
          <a:p>
            <a:pPr algn="l">
              <a:spcBef>
                <a:spcPts val="600"/>
              </a:spcBef>
            </a:pPr>
            <a:r>
              <a:rPr lang="en-US" sz="1400" dirty="0">
                <a:solidFill>
                  <a:schemeClr val="tx1"/>
                </a:solidFill>
              </a:rPr>
              <a:t>This document contains forward-looking statements that are based on current estimates and assumptions made by the management of Mutares AG, and other information currently available to them. The words “anticipate,” “assume,” “believe,” “estimate,” “expect,” “intend,” “may,” “plan,” “project,” “should” and similar expressions are used to identify forward-looking statements. Various known and unknown risks, uncertainties and other factors could cause actual results to differ materially from those contained in the forward-looking statements. Mutares AG does not intend or assume any obligation to update any forward-looking statements. Any forward-looking statement speaks only as of the date on which it is made and is based on numerous assumptions which may or may not prove to be correct.</a:t>
            </a:r>
          </a:p>
          <a:p>
            <a:pPr algn="l">
              <a:spcBef>
                <a:spcPts val="600"/>
              </a:spcBef>
            </a:pPr>
            <a:r>
              <a:rPr lang="en-US" sz="1400" dirty="0">
                <a:solidFill>
                  <a:schemeClr val="tx1"/>
                </a:solidFill>
              </a:rPr>
              <a:t>This presentation and its contents are confidential and are not for release, reproduction, publication or distribution, in whole or in part, directly</a:t>
            </a:r>
            <a:br>
              <a:rPr lang="en-US" sz="1400" dirty="0">
                <a:solidFill>
                  <a:schemeClr val="tx1"/>
                </a:solidFill>
              </a:rPr>
            </a:br>
            <a:r>
              <a:rPr lang="en-US" sz="1400" dirty="0">
                <a:solidFill>
                  <a:schemeClr val="tx1"/>
                </a:solidFill>
              </a:rPr>
              <a:t>or indirectly, in or into or from the United States of America, Canada, Australia, Japan or any jurisdiction where such distribution is unlawful. This presentation is not an offer or invitation to buy or sell securities in any jurisdiction.</a:t>
            </a:r>
          </a:p>
          <a:p>
            <a:pPr algn="l">
              <a:spcBef>
                <a:spcPts val="600"/>
              </a:spcBef>
            </a:pPr>
            <a:r>
              <a:rPr lang="en-US" sz="1400" dirty="0">
                <a:solidFill>
                  <a:schemeClr val="tx1"/>
                </a:solidFill>
              </a:rPr>
              <a:t>By accepting this document, you agree with the foregoing. </a:t>
            </a:r>
          </a:p>
          <a:p>
            <a:pPr algn="l">
              <a:spcBef>
                <a:spcPts val="600"/>
              </a:spcBef>
            </a:pPr>
            <a:endParaRPr lang="en-US" sz="1400" dirty="0">
              <a:solidFill>
                <a:schemeClr val="tx1"/>
              </a:solidFill>
            </a:endParaRPr>
          </a:p>
          <a:p>
            <a:pPr algn="l">
              <a:spcBef>
                <a:spcPts val="600"/>
              </a:spcBef>
            </a:pPr>
            <a:endParaRPr lang="en-US" sz="1400" dirty="0">
              <a:solidFill>
                <a:schemeClr val="tx1"/>
              </a:solidFill>
            </a:endParaRPr>
          </a:p>
        </p:txBody>
      </p:sp>
    </p:spTree>
    <p:extLst>
      <p:ext uri="{BB962C8B-B14F-4D97-AF65-F5344CB8AC3E}">
        <p14:creationId xmlns:p14="http://schemas.microsoft.com/office/powerpoint/2010/main" val="3456016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cSld name="1_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1524001" y="1122363"/>
            <a:ext cx="9144000" cy="2387600"/>
          </a:xfrm>
        </p:spPr>
        <p:txBody>
          <a:bodyPr anchor="b"/>
          <a:lstStyle>
            <a:lvl1pPr algn="ctr">
              <a:defRPr sz="5998"/>
            </a:lvl1pPr>
          </a:lstStyle>
          <a:p>
            <a:r>
              <a:rPr lang="de-DE"/>
              <a:t>Mastertitelformat bearbeiten</a:t>
            </a:r>
            <a:endParaRPr lang="en-US"/>
          </a:p>
        </p:txBody>
      </p:sp>
      <p:sp>
        <p:nvSpPr>
          <p:cNvPr id="3" name="Subtitle 2"/>
          <p:cNvSpPr>
            <a:spLocks noGrp="1"/>
          </p:cNvSpPr>
          <p:nvPr>
            <p:ph type="subTitle" idx="1"/>
          </p:nvPr>
        </p:nvSpPr>
        <p:spPr>
          <a:xfrm>
            <a:off x="1524001" y="3602038"/>
            <a:ext cx="9144000" cy="1655762"/>
          </a:xfrm>
        </p:spPr>
        <p:txBody>
          <a:bodyPr/>
          <a:lstStyle>
            <a:lvl1pPr marL="0" indent="0" algn="ctr">
              <a:buNone/>
              <a:defRPr sz="2399"/>
            </a:lvl1pPr>
            <a:lvl2pPr marL="457063" indent="0" algn="ctr">
              <a:buNone/>
              <a:defRPr sz="1999"/>
            </a:lvl2pPr>
            <a:lvl3pPr marL="914126" indent="0" algn="ctr">
              <a:buNone/>
              <a:defRPr sz="1799"/>
            </a:lvl3pPr>
            <a:lvl4pPr marL="1371189" indent="0" algn="ctr">
              <a:buNone/>
              <a:defRPr sz="1600"/>
            </a:lvl4pPr>
            <a:lvl5pPr marL="1828251" indent="0" algn="ctr">
              <a:buNone/>
              <a:defRPr sz="1600"/>
            </a:lvl5pPr>
            <a:lvl6pPr marL="2285314" indent="0" algn="ctr">
              <a:buNone/>
              <a:defRPr sz="1600"/>
            </a:lvl6pPr>
            <a:lvl7pPr marL="2742377" indent="0" algn="ctr">
              <a:buNone/>
              <a:defRPr sz="1600"/>
            </a:lvl7pPr>
            <a:lvl8pPr marL="3199440" indent="0" algn="ctr">
              <a:buNone/>
              <a:defRPr sz="1600"/>
            </a:lvl8pPr>
            <a:lvl9pPr marL="3656503" indent="0" algn="ctr">
              <a:buNone/>
              <a:defRPr sz="1600"/>
            </a:lvl9pPr>
          </a:lstStyle>
          <a:p>
            <a:r>
              <a:rPr lang="de-DE"/>
              <a:t>Master-Untertitelformat bearbeiten</a:t>
            </a:r>
            <a:endParaRPr lang="en-US"/>
          </a:p>
        </p:txBody>
      </p:sp>
      <p:sp>
        <p:nvSpPr>
          <p:cNvPr id="4" name="Date Placeholder 3"/>
          <p:cNvSpPr>
            <a:spLocks noGrp="1"/>
          </p:cNvSpPr>
          <p:nvPr>
            <p:ph type="dt" sz="half" idx="10"/>
          </p:nvPr>
        </p:nvSpPr>
        <p:spPr/>
        <p:txBody>
          <a:bodyPr/>
          <a:lstStyle/>
          <a:p>
            <a:fld id="{E1997FFD-ABDA-45CF-8A51-58C35CC6A23D}" type="datetimeFigureOut">
              <a:rPr lang="de-DE" smtClean="0"/>
              <a:t>17.11.2022</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9057D3B8-0CE6-4660-8DF6-320B0FD4BCD2}" type="slidenum">
              <a:rPr lang="de-DE" smtClean="0"/>
              <a:t>‹#›</a:t>
            </a:fld>
            <a:endParaRPr lang="de-DE"/>
          </a:p>
        </p:txBody>
      </p:sp>
    </p:spTree>
    <p:extLst>
      <p:ext uri="{BB962C8B-B14F-4D97-AF65-F5344CB8AC3E}">
        <p14:creationId xmlns:p14="http://schemas.microsoft.com/office/powerpoint/2010/main" val="26220637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08097" y="4823619"/>
            <a:ext cx="8921212" cy="414338"/>
          </a:xfrm>
        </p:spPr>
        <p:txBody>
          <a:bodyPr anchor="t"/>
          <a:lstStyle>
            <a:lvl1pPr algn="l">
              <a:defRPr sz="2800">
                <a:latin typeface="Calibri" panose="020F0502020204030204" pitchFamily="34" charset="0"/>
                <a:cs typeface="Calibri" panose="020F0502020204030204" pitchFamily="34" charset="0"/>
              </a:defRPr>
            </a:lvl1pPr>
          </a:lstStyle>
          <a:p>
            <a:r>
              <a:rPr lang="de-DE" dirty="0"/>
              <a:t>Mastertitelformat bearbeiten</a:t>
            </a:r>
            <a:endParaRPr lang="en-US" dirty="0"/>
          </a:p>
        </p:txBody>
      </p:sp>
      <p:sp>
        <p:nvSpPr>
          <p:cNvPr id="3" name="Subtitle 2"/>
          <p:cNvSpPr>
            <a:spLocks noGrp="1"/>
          </p:cNvSpPr>
          <p:nvPr>
            <p:ph type="subTitle" idx="1"/>
          </p:nvPr>
        </p:nvSpPr>
        <p:spPr bwMode="gray">
          <a:xfrm>
            <a:off x="405715" y="5272087"/>
            <a:ext cx="8921212" cy="414338"/>
          </a:xfrm>
        </p:spPr>
        <p:txBody>
          <a:bodyPr/>
          <a:lstStyle>
            <a:lvl1pPr marL="0" indent="0" algn="l">
              <a:spcBef>
                <a:spcPts val="0"/>
              </a:spcBef>
              <a:buNone/>
              <a:defRPr sz="2800">
                <a:latin typeface="Calibri" panose="020F0502020204030204" pitchFamily="34" charset="0"/>
                <a:cs typeface="Calibri" panose="020F0502020204030204" pitchFamily="34" charset="0"/>
              </a:defRPr>
            </a:lvl1pPr>
            <a:lvl2pPr marL="0" indent="0" algn="l">
              <a:spcBef>
                <a:spcPts val="0"/>
              </a:spcBef>
              <a:buNone/>
              <a:defRPr sz="2800"/>
            </a:lvl2pPr>
            <a:lvl3pPr marL="0" indent="0" algn="l">
              <a:spcBef>
                <a:spcPts val="0"/>
              </a:spcBef>
              <a:buNone/>
              <a:defRPr sz="2800"/>
            </a:lvl3pPr>
            <a:lvl4pPr marL="0" indent="0" algn="l">
              <a:spcBef>
                <a:spcPts val="0"/>
              </a:spcBef>
              <a:buNone/>
              <a:defRPr sz="2800"/>
            </a:lvl4pPr>
            <a:lvl5pPr marL="0" indent="0" algn="l">
              <a:spcBef>
                <a:spcPts val="0"/>
              </a:spcBef>
              <a:buNone/>
              <a:defRPr sz="2800"/>
            </a:lvl5pPr>
            <a:lvl6pPr marL="0" indent="0" algn="l">
              <a:spcBef>
                <a:spcPts val="0"/>
              </a:spcBef>
              <a:buNone/>
              <a:defRPr sz="2800"/>
            </a:lvl6pPr>
            <a:lvl7pPr marL="0" indent="0" algn="l">
              <a:spcBef>
                <a:spcPts val="0"/>
              </a:spcBef>
              <a:buNone/>
              <a:defRPr sz="2800"/>
            </a:lvl7pPr>
            <a:lvl8pPr marL="0" indent="0" algn="l">
              <a:spcBef>
                <a:spcPts val="0"/>
              </a:spcBef>
              <a:buNone/>
              <a:defRPr sz="2800"/>
            </a:lvl8pPr>
            <a:lvl9pPr marL="0" indent="0" algn="l">
              <a:spcBef>
                <a:spcPts val="0"/>
              </a:spcBef>
              <a:buNone/>
              <a:defRPr sz="2800"/>
            </a:lvl9pPr>
          </a:lstStyle>
          <a:p>
            <a:pPr lvl="0"/>
            <a:r>
              <a:rPr lang="de-DE"/>
              <a:t>Master-Untertitelformat bearbeiten</a:t>
            </a:r>
            <a:endParaRPr lang="en-US" dirty="0"/>
          </a:p>
        </p:txBody>
      </p:sp>
      <p:sp>
        <p:nvSpPr>
          <p:cNvPr id="4" name="Date Placeholder 3"/>
          <p:cNvSpPr>
            <a:spLocks noGrp="1"/>
          </p:cNvSpPr>
          <p:nvPr>
            <p:ph type="dt" sz="half" idx="10"/>
          </p:nvPr>
        </p:nvSpPr>
        <p:spPr bwMode="gray"/>
        <p:txBody>
          <a:bodyPr/>
          <a:lstStyle/>
          <a:p>
            <a:fld id="{B5BB544D-367E-4EB9-B594-12E2948A8C6F}" type="datetime1">
              <a:rPr lang="en-US" smtClean="0"/>
              <a:t>11/17/2022</a:t>
            </a:fld>
            <a:endParaRPr lang="en-US" dirty="0"/>
          </a:p>
        </p:txBody>
      </p:sp>
      <p:sp>
        <p:nvSpPr>
          <p:cNvPr id="5" name="Footer Placeholder 4"/>
          <p:cNvSpPr>
            <a:spLocks noGrp="1"/>
          </p:cNvSpPr>
          <p:nvPr>
            <p:ph type="ftr" sz="quarter" idx="11"/>
          </p:nvPr>
        </p:nvSpPr>
        <p:spPr bwMode="gray"/>
        <p:txBody>
          <a:bodyPr/>
          <a:lstStyle/>
          <a:p>
            <a:endParaRPr lang="en-US" dirty="0"/>
          </a:p>
        </p:txBody>
      </p:sp>
      <p:sp>
        <p:nvSpPr>
          <p:cNvPr id="6" name="Slide Number Placeholder 5"/>
          <p:cNvSpPr>
            <a:spLocks noGrp="1"/>
          </p:cNvSpPr>
          <p:nvPr>
            <p:ph type="sldNum" sz="quarter" idx="12"/>
          </p:nvPr>
        </p:nvSpPr>
        <p:spPr bwMode="gray"/>
        <p:txBody>
          <a:bodyPr/>
          <a:lstStyle>
            <a:lvl1pPr>
              <a:defRPr>
                <a:noFill/>
              </a:defRPr>
            </a:lvl1pPr>
            <a:lvl2pPr>
              <a:defRPr>
                <a:noFill/>
              </a:defRPr>
            </a:lvl2pPr>
            <a:lvl3pPr>
              <a:defRPr>
                <a:noFill/>
              </a:defRPr>
            </a:lvl3pPr>
            <a:lvl4pPr>
              <a:defRPr>
                <a:noFill/>
              </a:defRPr>
            </a:lvl4pPr>
            <a:lvl5pPr>
              <a:defRPr>
                <a:noFill/>
              </a:defRPr>
            </a:lvl5pPr>
            <a:lvl6pPr>
              <a:defRPr>
                <a:noFill/>
              </a:defRPr>
            </a:lvl6pPr>
            <a:lvl7pPr>
              <a:defRPr>
                <a:noFill/>
              </a:defRPr>
            </a:lvl7pPr>
            <a:lvl8pPr>
              <a:defRPr>
                <a:noFill/>
              </a:defRPr>
            </a:lvl8pPr>
            <a:lvl9pPr>
              <a:defRPr>
                <a:noFill/>
              </a:defRPr>
            </a:lvl9pPr>
          </a:lstStyle>
          <a:p>
            <a:fld id="{66AA3846-8976-4D24-8224-CEE1235CE9F4}" type="slidenum">
              <a:rPr lang="en-US" smtClean="0"/>
              <a:pPr/>
              <a:t>‹#›</a:t>
            </a:fld>
            <a:endParaRPr lang="en-US" dirty="0"/>
          </a:p>
        </p:txBody>
      </p:sp>
      <p:sp>
        <p:nvSpPr>
          <p:cNvPr id="79" name="Text Placeholder 78">
            <a:extLst>
              <a:ext uri="{FF2B5EF4-FFF2-40B4-BE49-F238E27FC236}">
                <a16:creationId xmlns:a16="http://schemas.microsoft.com/office/drawing/2014/main" id="{D478C85D-0D76-47CB-8C7A-2CFA61ADBA85}"/>
              </a:ext>
            </a:extLst>
          </p:cNvPr>
          <p:cNvSpPr>
            <a:spLocks noGrp="1"/>
          </p:cNvSpPr>
          <p:nvPr>
            <p:ph type="body" sz="quarter" idx="14"/>
          </p:nvPr>
        </p:nvSpPr>
        <p:spPr bwMode="gray">
          <a:xfrm>
            <a:off x="416828" y="5946776"/>
            <a:ext cx="5321099" cy="238124"/>
          </a:xfrm>
        </p:spPr>
        <p:txBody>
          <a:bodyPr/>
          <a:lstStyle>
            <a:lvl1pPr marL="0" indent="0">
              <a:spcBef>
                <a:spcPts val="0"/>
              </a:spcBef>
              <a:buFont typeface="Arial" panose="020B0604020202020204" pitchFamily="34" charset="0"/>
              <a:buNone/>
              <a:defRPr sz="1600">
                <a:solidFill>
                  <a:schemeClr val="tx1"/>
                </a:solidFill>
                <a:latin typeface="Calibri" panose="020F0502020204030204" pitchFamily="34" charset="0"/>
                <a:cs typeface="Calibri" panose="020F0502020204030204" pitchFamily="34" charset="0"/>
              </a:defRPr>
            </a:lvl1pPr>
            <a:lvl2pPr marL="0" indent="0">
              <a:spcBef>
                <a:spcPts val="0"/>
              </a:spcBef>
              <a:buFont typeface="Arial" panose="020B0604020202020204" pitchFamily="34" charset="0"/>
              <a:buNone/>
              <a:defRPr sz="1600">
                <a:solidFill>
                  <a:schemeClr val="tx1"/>
                </a:solidFill>
                <a:latin typeface="Calibri" panose="020F0502020204030204" pitchFamily="34" charset="0"/>
                <a:cs typeface="Calibri" panose="020F0502020204030204" pitchFamily="34" charset="0"/>
              </a:defRPr>
            </a:lvl2pPr>
            <a:lvl3pPr marL="0" indent="0">
              <a:spcBef>
                <a:spcPts val="0"/>
              </a:spcBef>
              <a:buFont typeface="Arial" panose="020B0604020202020204" pitchFamily="34" charset="0"/>
              <a:buNone/>
              <a:defRPr sz="1600">
                <a:solidFill>
                  <a:schemeClr val="tx1"/>
                </a:solidFill>
                <a:latin typeface="Calibri" panose="020F0502020204030204" pitchFamily="34" charset="0"/>
                <a:cs typeface="Calibri" panose="020F0502020204030204" pitchFamily="34" charset="0"/>
              </a:defRPr>
            </a:lvl3pPr>
            <a:lvl4pPr marL="0" indent="0">
              <a:spcBef>
                <a:spcPts val="0"/>
              </a:spcBef>
              <a:buFont typeface="Arial" panose="020B0604020202020204" pitchFamily="34" charset="0"/>
              <a:buNone/>
              <a:defRPr sz="1600">
                <a:solidFill>
                  <a:schemeClr val="tx1"/>
                </a:solidFill>
                <a:latin typeface="Calibri" panose="020F0502020204030204" pitchFamily="34" charset="0"/>
                <a:cs typeface="Calibri" panose="020F0502020204030204" pitchFamily="34" charset="0"/>
              </a:defRPr>
            </a:lvl4pPr>
            <a:lvl5pPr marL="0" indent="0">
              <a:spcBef>
                <a:spcPts val="0"/>
              </a:spcBef>
              <a:buFont typeface="Arial" panose="020B0604020202020204" pitchFamily="34" charset="0"/>
              <a:buNone/>
              <a:defRPr sz="1600">
                <a:solidFill>
                  <a:schemeClr val="tx1"/>
                </a:solidFill>
                <a:latin typeface="Calibri" panose="020F0502020204030204" pitchFamily="34" charset="0"/>
                <a:cs typeface="Calibri" panose="020F0502020204030204" pitchFamily="34" charset="0"/>
              </a:defRPr>
            </a:lvl5pPr>
            <a:lvl6pPr marL="0" indent="0">
              <a:spcBef>
                <a:spcPts val="0"/>
              </a:spcBef>
              <a:buFont typeface="Arial" panose="020B0604020202020204" pitchFamily="34" charset="0"/>
              <a:buNone/>
              <a:defRPr sz="1600">
                <a:solidFill>
                  <a:schemeClr val="tx1"/>
                </a:solidFill>
              </a:defRPr>
            </a:lvl6pPr>
            <a:lvl7pPr marL="0" indent="0">
              <a:spcBef>
                <a:spcPts val="0"/>
              </a:spcBef>
              <a:buFont typeface="Arial" panose="020B0604020202020204" pitchFamily="34" charset="0"/>
              <a:buNone/>
              <a:defRPr sz="1600">
                <a:solidFill>
                  <a:schemeClr val="tx1"/>
                </a:solidFill>
              </a:defRPr>
            </a:lvl7pPr>
            <a:lvl8pPr marL="0" indent="0">
              <a:spcBef>
                <a:spcPts val="0"/>
              </a:spcBef>
              <a:buFont typeface="Arial" panose="020B0604020202020204" pitchFamily="34" charset="0"/>
              <a:buNone/>
              <a:defRPr sz="1600">
                <a:solidFill>
                  <a:schemeClr val="tx1"/>
                </a:solidFill>
              </a:defRPr>
            </a:lvl8pPr>
            <a:lvl9pPr marL="0" indent="0">
              <a:spcBef>
                <a:spcPts val="0"/>
              </a:spcBef>
              <a:buFont typeface="Arial" panose="020B0604020202020204" pitchFamily="34" charset="0"/>
              <a:buNone/>
              <a:defRPr sz="1600">
                <a:solidFill>
                  <a:schemeClr val="tx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grpSp>
        <p:nvGrpSpPr>
          <p:cNvPr id="81" name="Group 80">
            <a:extLst>
              <a:ext uri="{FF2B5EF4-FFF2-40B4-BE49-F238E27FC236}">
                <a16:creationId xmlns:a16="http://schemas.microsoft.com/office/drawing/2014/main" id="{F6981068-6445-4488-BBE2-B96D48D0CB9E}"/>
              </a:ext>
            </a:extLst>
          </p:cNvPr>
          <p:cNvGrpSpPr/>
          <p:nvPr/>
        </p:nvGrpSpPr>
        <p:grpSpPr bwMode="gray">
          <a:xfrm>
            <a:off x="431912" y="-137594"/>
            <a:ext cx="11660843" cy="116162"/>
            <a:chOff x="431800" y="-137594"/>
            <a:chExt cx="11657806" cy="116162"/>
          </a:xfrm>
        </p:grpSpPr>
        <p:grpSp>
          <p:nvGrpSpPr>
            <p:cNvPr id="82" name="Group 81">
              <a:extLst>
                <a:ext uri="{FF2B5EF4-FFF2-40B4-BE49-F238E27FC236}">
                  <a16:creationId xmlns:a16="http://schemas.microsoft.com/office/drawing/2014/main" id="{413E4756-0ADA-40B4-BEBB-470B003B931F}"/>
                </a:ext>
              </a:extLst>
            </p:cNvPr>
            <p:cNvGrpSpPr/>
            <p:nvPr/>
          </p:nvGrpSpPr>
          <p:grpSpPr bwMode="gray">
            <a:xfrm>
              <a:off x="431800" y="-137594"/>
              <a:ext cx="332581" cy="116162"/>
              <a:chOff x="431800" y="-137594"/>
              <a:chExt cx="332581" cy="116162"/>
            </a:xfrm>
          </p:grpSpPr>
          <p:cxnSp>
            <p:nvCxnSpPr>
              <p:cNvPr id="92" name="Straight Connector 91">
                <a:extLst>
                  <a:ext uri="{FF2B5EF4-FFF2-40B4-BE49-F238E27FC236}">
                    <a16:creationId xmlns:a16="http://schemas.microsoft.com/office/drawing/2014/main" id="{2A0E65C9-4FCD-4DBC-B322-FEB5BE9023C7}"/>
                  </a:ext>
                </a:extLst>
              </p:cNvPr>
              <p:cNvCxnSpPr>
                <a:cxnSpLocks/>
              </p:cNvCxnSpPr>
              <p:nvPr/>
            </p:nvCxnSpPr>
            <p:spPr bwMode="gray">
              <a:xfrm flipV="1">
                <a:off x="431800" y="-137594"/>
                <a:ext cx="0" cy="104257"/>
              </a:xfrm>
              <a:prstGeom prst="line">
                <a:avLst/>
              </a:prstGeom>
              <a:ln w="6350">
                <a:solidFill>
                  <a:schemeClr val="accent2"/>
                </a:solidFill>
                <a:tailEnd type="oval" w="sm" len="sm"/>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FF78E6E0-A11E-4FB9-AAEE-4661D191105C}"/>
                  </a:ext>
                </a:extLst>
              </p:cNvPr>
              <p:cNvSpPr txBox="1"/>
              <p:nvPr/>
            </p:nvSpPr>
            <p:spPr bwMode="gray">
              <a:xfrm>
                <a:off x="452437" y="-119063"/>
                <a:ext cx="311944" cy="97631"/>
              </a:xfrm>
              <a:prstGeom prst="rect">
                <a:avLst/>
              </a:prstGeom>
              <a:noFill/>
            </p:spPr>
            <p:txBody>
              <a:bodyPr wrap="square" lIns="0" tIns="0" rIns="0" bIns="0" rtlCol="0">
                <a:noAutofit/>
              </a:bodyPr>
              <a:lstStyle/>
              <a:p>
                <a:pPr algn="l"/>
                <a:r>
                  <a:rPr lang="en-US" sz="600" dirty="0">
                    <a:solidFill>
                      <a:schemeClr val="accent2"/>
                    </a:solidFill>
                  </a:rPr>
                  <a:t>15,73</a:t>
                </a:r>
              </a:p>
            </p:txBody>
          </p:sp>
        </p:grpSp>
        <p:grpSp>
          <p:nvGrpSpPr>
            <p:cNvPr id="83" name="Group 82">
              <a:extLst>
                <a:ext uri="{FF2B5EF4-FFF2-40B4-BE49-F238E27FC236}">
                  <a16:creationId xmlns:a16="http://schemas.microsoft.com/office/drawing/2014/main" id="{07F3BE9F-7822-4420-B780-927F1DC4153C}"/>
                </a:ext>
              </a:extLst>
            </p:cNvPr>
            <p:cNvGrpSpPr/>
            <p:nvPr/>
          </p:nvGrpSpPr>
          <p:grpSpPr bwMode="gray">
            <a:xfrm>
              <a:off x="11757025" y="-137594"/>
              <a:ext cx="332581" cy="116162"/>
              <a:chOff x="431800" y="-137594"/>
              <a:chExt cx="332581" cy="116162"/>
            </a:xfrm>
          </p:grpSpPr>
          <p:cxnSp>
            <p:nvCxnSpPr>
              <p:cNvPr id="90" name="Straight Connector 89">
                <a:extLst>
                  <a:ext uri="{FF2B5EF4-FFF2-40B4-BE49-F238E27FC236}">
                    <a16:creationId xmlns:a16="http://schemas.microsoft.com/office/drawing/2014/main" id="{10B67863-4397-4773-B7BC-4453C6D11222}"/>
                  </a:ext>
                </a:extLst>
              </p:cNvPr>
              <p:cNvCxnSpPr>
                <a:cxnSpLocks/>
              </p:cNvCxnSpPr>
              <p:nvPr/>
            </p:nvCxnSpPr>
            <p:spPr bwMode="gray">
              <a:xfrm flipV="1">
                <a:off x="431800" y="-137594"/>
                <a:ext cx="0" cy="104257"/>
              </a:xfrm>
              <a:prstGeom prst="line">
                <a:avLst/>
              </a:prstGeom>
              <a:ln w="6350">
                <a:solidFill>
                  <a:schemeClr val="accent2"/>
                </a:solidFill>
                <a:tailEnd type="oval" w="sm" len="sm"/>
              </a:ln>
            </p:spPr>
            <p:style>
              <a:lnRef idx="1">
                <a:schemeClr val="accent1"/>
              </a:lnRef>
              <a:fillRef idx="0">
                <a:schemeClr val="accent1"/>
              </a:fillRef>
              <a:effectRef idx="0">
                <a:schemeClr val="accent1"/>
              </a:effectRef>
              <a:fontRef idx="minor">
                <a:schemeClr val="tx1"/>
              </a:fontRef>
            </p:style>
          </p:cxnSp>
          <p:sp>
            <p:nvSpPr>
              <p:cNvPr id="91" name="TextBox 90">
                <a:extLst>
                  <a:ext uri="{FF2B5EF4-FFF2-40B4-BE49-F238E27FC236}">
                    <a16:creationId xmlns:a16="http://schemas.microsoft.com/office/drawing/2014/main" id="{1FAF1407-D87E-488B-A3E6-6B230F555C55}"/>
                  </a:ext>
                </a:extLst>
              </p:cNvPr>
              <p:cNvSpPr txBox="1"/>
              <p:nvPr/>
            </p:nvSpPr>
            <p:spPr bwMode="gray">
              <a:xfrm>
                <a:off x="452437" y="-119063"/>
                <a:ext cx="311944" cy="97631"/>
              </a:xfrm>
              <a:prstGeom prst="rect">
                <a:avLst/>
              </a:prstGeom>
              <a:noFill/>
            </p:spPr>
            <p:txBody>
              <a:bodyPr wrap="square" lIns="0" tIns="0" rIns="0" bIns="0" rtlCol="0">
                <a:noAutofit/>
              </a:bodyPr>
              <a:lstStyle/>
              <a:p>
                <a:pPr algn="l"/>
                <a:r>
                  <a:rPr lang="en-US" sz="600" dirty="0">
                    <a:solidFill>
                      <a:schemeClr val="accent2"/>
                    </a:solidFill>
                  </a:rPr>
                  <a:t>15,73</a:t>
                </a:r>
              </a:p>
            </p:txBody>
          </p:sp>
        </p:grpSp>
        <p:grpSp>
          <p:nvGrpSpPr>
            <p:cNvPr id="84" name="Group 83">
              <a:extLst>
                <a:ext uri="{FF2B5EF4-FFF2-40B4-BE49-F238E27FC236}">
                  <a16:creationId xmlns:a16="http://schemas.microsoft.com/office/drawing/2014/main" id="{64176752-F0B2-4AFE-A58A-BBE3990372BC}"/>
                </a:ext>
              </a:extLst>
            </p:cNvPr>
            <p:cNvGrpSpPr/>
            <p:nvPr/>
          </p:nvGrpSpPr>
          <p:grpSpPr bwMode="gray">
            <a:xfrm>
              <a:off x="6451600" y="-137594"/>
              <a:ext cx="332581" cy="116162"/>
              <a:chOff x="431800" y="-137594"/>
              <a:chExt cx="332581" cy="116162"/>
            </a:xfrm>
          </p:grpSpPr>
          <p:cxnSp>
            <p:nvCxnSpPr>
              <p:cNvPr id="88" name="Straight Connector 87">
                <a:extLst>
                  <a:ext uri="{FF2B5EF4-FFF2-40B4-BE49-F238E27FC236}">
                    <a16:creationId xmlns:a16="http://schemas.microsoft.com/office/drawing/2014/main" id="{84FCAC45-CF9B-4259-BB07-9A634D7287C9}"/>
                  </a:ext>
                </a:extLst>
              </p:cNvPr>
              <p:cNvCxnSpPr>
                <a:cxnSpLocks/>
              </p:cNvCxnSpPr>
              <p:nvPr/>
            </p:nvCxnSpPr>
            <p:spPr bwMode="gray">
              <a:xfrm flipV="1">
                <a:off x="431800" y="-137594"/>
                <a:ext cx="0" cy="104257"/>
              </a:xfrm>
              <a:prstGeom prst="line">
                <a:avLst/>
              </a:prstGeom>
              <a:ln w="6350">
                <a:solidFill>
                  <a:schemeClr val="accent2"/>
                </a:solidFill>
                <a:tailEnd type="oval" w="sm" len="sm"/>
              </a:ln>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703D4E4E-1843-4E32-867F-B7AFF6DF6C89}"/>
                  </a:ext>
                </a:extLst>
              </p:cNvPr>
              <p:cNvSpPr txBox="1"/>
              <p:nvPr/>
            </p:nvSpPr>
            <p:spPr bwMode="gray">
              <a:xfrm>
                <a:off x="452437" y="-119063"/>
                <a:ext cx="311944" cy="97631"/>
              </a:xfrm>
              <a:prstGeom prst="rect">
                <a:avLst/>
              </a:prstGeom>
              <a:noFill/>
            </p:spPr>
            <p:txBody>
              <a:bodyPr wrap="square" lIns="0" tIns="0" rIns="0" bIns="0" rtlCol="0">
                <a:noAutofit/>
              </a:bodyPr>
              <a:lstStyle/>
              <a:p>
                <a:pPr algn="l"/>
                <a:r>
                  <a:rPr lang="en-US" sz="600" dirty="0">
                    <a:solidFill>
                      <a:schemeClr val="accent2"/>
                    </a:solidFill>
                  </a:rPr>
                  <a:t>0,99</a:t>
                </a:r>
              </a:p>
            </p:txBody>
          </p:sp>
        </p:grpSp>
        <p:grpSp>
          <p:nvGrpSpPr>
            <p:cNvPr id="85" name="Group 84">
              <a:extLst>
                <a:ext uri="{FF2B5EF4-FFF2-40B4-BE49-F238E27FC236}">
                  <a16:creationId xmlns:a16="http://schemas.microsoft.com/office/drawing/2014/main" id="{AD293070-1C40-48AB-B804-FF2E0ABCEF21}"/>
                </a:ext>
              </a:extLst>
            </p:cNvPr>
            <p:cNvGrpSpPr/>
            <p:nvPr/>
          </p:nvGrpSpPr>
          <p:grpSpPr bwMode="gray">
            <a:xfrm>
              <a:off x="5738813" y="-137594"/>
              <a:ext cx="332581" cy="116162"/>
              <a:chOff x="431800" y="-137594"/>
              <a:chExt cx="332581" cy="116162"/>
            </a:xfrm>
          </p:grpSpPr>
          <p:cxnSp>
            <p:nvCxnSpPr>
              <p:cNvPr id="86" name="Straight Connector 85">
                <a:extLst>
                  <a:ext uri="{FF2B5EF4-FFF2-40B4-BE49-F238E27FC236}">
                    <a16:creationId xmlns:a16="http://schemas.microsoft.com/office/drawing/2014/main" id="{2A693FAF-B077-4418-9799-264DA5789E1B}"/>
                  </a:ext>
                </a:extLst>
              </p:cNvPr>
              <p:cNvCxnSpPr>
                <a:cxnSpLocks/>
              </p:cNvCxnSpPr>
              <p:nvPr/>
            </p:nvCxnSpPr>
            <p:spPr bwMode="gray">
              <a:xfrm flipV="1">
                <a:off x="431800" y="-137594"/>
                <a:ext cx="0" cy="104257"/>
              </a:xfrm>
              <a:prstGeom prst="line">
                <a:avLst/>
              </a:prstGeom>
              <a:ln w="6350">
                <a:solidFill>
                  <a:schemeClr val="accent2"/>
                </a:solidFill>
                <a:tailEnd type="oval" w="sm" len="sm"/>
              </a:ln>
            </p:spPr>
            <p:style>
              <a:lnRef idx="1">
                <a:schemeClr val="accent1"/>
              </a:lnRef>
              <a:fillRef idx="0">
                <a:schemeClr val="accent1"/>
              </a:fillRef>
              <a:effectRef idx="0">
                <a:schemeClr val="accent1"/>
              </a:effectRef>
              <a:fontRef idx="minor">
                <a:schemeClr val="tx1"/>
              </a:fontRef>
            </p:style>
          </p:cxnSp>
          <p:sp>
            <p:nvSpPr>
              <p:cNvPr id="87" name="TextBox 86">
                <a:extLst>
                  <a:ext uri="{FF2B5EF4-FFF2-40B4-BE49-F238E27FC236}">
                    <a16:creationId xmlns:a16="http://schemas.microsoft.com/office/drawing/2014/main" id="{A3F51940-E5C8-488D-93D6-9709024BC1D7}"/>
                  </a:ext>
                </a:extLst>
              </p:cNvPr>
              <p:cNvSpPr txBox="1"/>
              <p:nvPr/>
            </p:nvSpPr>
            <p:spPr bwMode="gray">
              <a:xfrm>
                <a:off x="452437" y="-119063"/>
                <a:ext cx="311944" cy="97631"/>
              </a:xfrm>
              <a:prstGeom prst="rect">
                <a:avLst/>
              </a:prstGeom>
              <a:noFill/>
            </p:spPr>
            <p:txBody>
              <a:bodyPr wrap="square" lIns="0" tIns="0" rIns="0" bIns="0" rtlCol="0">
                <a:noAutofit/>
              </a:bodyPr>
              <a:lstStyle/>
              <a:p>
                <a:pPr algn="l"/>
                <a:r>
                  <a:rPr lang="en-US" sz="600" dirty="0">
                    <a:solidFill>
                      <a:schemeClr val="accent2"/>
                    </a:solidFill>
                  </a:rPr>
                  <a:t>0,99</a:t>
                </a:r>
              </a:p>
            </p:txBody>
          </p:sp>
        </p:grpSp>
      </p:grpSp>
      <p:sp>
        <p:nvSpPr>
          <p:cNvPr id="41" name="Rectangle 40">
            <a:extLst>
              <a:ext uri="{FF2B5EF4-FFF2-40B4-BE49-F238E27FC236}">
                <a16:creationId xmlns:a16="http://schemas.microsoft.com/office/drawing/2014/main" id="{75790976-4CFB-4E69-A1A1-1AD5ADDFB4D9}"/>
              </a:ext>
            </a:extLst>
          </p:cNvPr>
          <p:cNvSpPr/>
          <p:nvPr/>
        </p:nvSpPr>
        <p:spPr bwMode="gray">
          <a:xfrm>
            <a:off x="-624160" y="0"/>
            <a:ext cx="457171" cy="457052"/>
          </a:xfrm>
          <a:prstGeom prst="rect">
            <a:avLst/>
          </a:prstGeom>
          <a:solidFill>
            <a:schemeClr val="bg1">
              <a:alpha val="0"/>
            </a:schemeClr>
          </a:solidFill>
          <a:ln w="63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tx1"/>
                </a:solidFill>
              </a:rPr>
              <a:t>255</a:t>
            </a:r>
          </a:p>
          <a:p>
            <a:pPr algn="ctr"/>
            <a:r>
              <a:rPr lang="de-DE" sz="800" dirty="0">
                <a:solidFill>
                  <a:schemeClr val="tx1"/>
                </a:solidFill>
              </a:rPr>
              <a:t>255</a:t>
            </a:r>
          </a:p>
          <a:p>
            <a:pPr algn="ctr"/>
            <a:r>
              <a:rPr lang="de-DE" sz="800" dirty="0">
                <a:solidFill>
                  <a:schemeClr val="tx1"/>
                </a:solidFill>
              </a:rPr>
              <a:t>255</a:t>
            </a:r>
            <a:endParaRPr lang="en-US" sz="800" dirty="0">
              <a:solidFill>
                <a:schemeClr val="tx1"/>
              </a:solidFill>
            </a:endParaRPr>
          </a:p>
        </p:txBody>
      </p:sp>
      <p:sp>
        <p:nvSpPr>
          <p:cNvPr id="42" name="Rectangle 41">
            <a:extLst>
              <a:ext uri="{FF2B5EF4-FFF2-40B4-BE49-F238E27FC236}">
                <a16:creationId xmlns:a16="http://schemas.microsoft.com/office/drawing/2014/main" id="{6A41C8F3-0D32-417D-9938-56FB4251857D}"/>
              </a:ext>
            </a:extLst>
          </p:cNvPr>
          <p:cNvSpPr/>
          <p:nvPr/>
        </p:nvSpPr>
        <p:spPr bwMode="gray">
          <a:xfrm>
            <a:off x="-624160" y="590269"/>
            <a:ext cx="457171" cy="457052"/>
          </a:xfrm>
          <a:prstGeom prst="rect">
            <a:avLst/>
          </a:prstGeom>
          <a:solidFill>
            <a:srgbClr val="262F3C"/>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38</a:t>
            </a:r>
          </a:p>
          <a:p>
            <a:pPr algn="ctr"/>
            <a:r>
              <a:rPr lang="de-DE" sz="800" dirty="0">
                <a:solidFill>
                  <a:schemeClr val="bg1"/>
                </a:solidFill>
              </a:rPr>
              <a:t>47</a:t>
            </a:r>
          </a:p>
          <a:p>
            <a:pPr algn="ctr"/>
            <a:r>
              <a:rPr lang="de-DE" sz="800" dirty="0">
                <a:solidFill>
                  <a:schemeClr val="bg1"/>
                </a:solidFill>
              </a:rPr>
              <a:t>60</a:t>
            </a:r>
            <a:endParaRPr lang="en-US" sz="800" dirty="0">
              <a:solidFill>
                <a:schemeClr val="bg1"/>
              </a:solidFill>
            </a:endParaRPr>
          </a:p>
        </p:txBody>
      </p:sp>
      <p:sp>
        <p:nvSpPr>
          <p:cNvPr id="43" name="Rectangle 42">
            <a:extLst>
              <a:ext uri="{FF2B5EF4-FFF2-40B4-BE49-F238E27FC236}">
                <a16:creationId xmlns:a16="http://schemas.microsoft.com/office/drawing/2014/main" id="{537D71B4-D577-418A-B4B0-775491198353}"/>
              </a:ext>
            </a:extLst>
          </p:cNvPr>
          <p:cNvSpPr/>
          <p:nvPr/>
        </p:nvSpPr>
        <p:spPr bwMode="gray">
          <a:xfrm>
            <a:off x="-624160" y="1180538"/>
            <a:ext cx="457171" cy="457052"/>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175</a:t>
            </a:r>
          </a:p>
          <a:p>
            <a:pPr algn="ctr"/>
            <a:r>
              <a:rPr lang="de-DE" sz="800" dirty="0">
                <a:solidFill>
                  <a:schemeClr val="bg1"/>
                </a:solidFill>
              </a:rPr>
              <a:t>171</a:t>
            </a:r>
          </a:p>
          <a:p>
            <a:pPr algn="ctr"/>
            <a:r>
              <a:rPr lang="de-DE" sz="800" dirty="0">
                <a:solidFill>
                  <a:schemeClr val="bg1"/>
                </a:solidFill>
              </a:rPr>
              <a:t>171</a:t>
            </a:r>
            <a:endParaRPr lang="en-US" sz="800" dirty="0">
              <a:solidFill>
                <a:schemeClr val="bg1"/>
              </a:solidFill>
            </a:endParaRPr>
          </a:p>
        </p:txBody>
      </p:sp>
      <p:sp>
        <p:nvSpPr>
          <p:cNvPr id="44" name="Rectangle 43">
            <a:extLst>
              <a:ext uri="{FF2B5EF4-FFF2-40B4-BE49-F238E27FC236}">
                <a16:creationId xmlns:a16="http://schemas.microsoft.com/office/drawing/2014/main" id="{60CBAFA1-5D3C-43E1-9E4F-623534082290}"/>
              </a:ext>
            </a:extLst>
          </p:cNvPr>
          <p:cNvSpPr/>
          <p:nvPr/>
        </p:nvSpPr>
        <p:spPr bwMode="gray">
          <a:xfrm>
            <a:off x="-624160" y="1770807"/>
            <a:ext cx="457171" cy="457052"/>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173</a:t>
            </a:r>
          </a:p>
          <a:p>
            <a:pPr algn="ctr"/>
            <a:r>
              <a:rPr lang="de-DE" sz="800" dirty="0">
                <a:solidFill>
                  <a:schemeClr val="bg1"/>
                </a:solidFill>
              </a:rPr>
              <a:t>185</a:t>
            </a:r>
          </a:p>
          <a:p>
            <a:pPr algn="ctr"/>
            <a:r>
              <a:rPr lang="de-DE" sz="800" dirty="0">
                <a:solidFill>
                  <a:schemeClr val="bg1"/>
                </a:solidFill>
              </a:rPr>
              <a:t>202</a:t>
            </a:r>
            <a:endParaRPr lang="en-US" sz="800" dirty="0">
              <a:solidFill>
                <a:schemeClr val="bg1"/>
              </a:solidFill>
            </a:endParaRPr>
          </a:p>
        </p:txBody>
      </p:sp>
      <p:sp>
        <p:nvSpPr>
          <p:cNvPr id="45" name="Rectangle 44">
            <a:extLst>
              <a:ext uri="{FF2B5EF4-FFF2-40B4-BE49-F238E27FC236}">
                <a16:creationId xmlns:a16="http://schemas.microsoft.com/office/drawing/2014/main" id="{096D1BBF-FE7A-42ED-B200-3333F1C60BAE}"/>
              </a:ext>
            </a:extLst>
          </p:cNvPr>
          <p:cNvSpPr/>
          <p:nvPr/>
        </p:nvSpPr>
        <p:spPr bwMode="gray">
          <a:xfrm>
            <a:off x="-624160" y="2361076"/>
            <a:ext cx="457171" cy="457052"/>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51</a:t>
            </a:r>
          </a:p>
          <a:p>
            <a:pPr algn="ctr"/>
            <a:r>
              <a:rPr lang="de-DE" sz="800" dirty="0">
                <a:solidFill>
                  <a:schemeClr val="bg1"/>
                </a:solidFill>
              </a:rPr>
              <a:t>63</a:t>
            </a:r>
          </a:p>
          <a:p>
            <a:pPr algn="ctr"/>
            <a:r>
              <a:rPr lang="de-DE" sz="800" dirty="0">
                <a:solidFill>
                  <a:schemeClr val="bg1"/>
                </a:solidFill>
              </a:rPr>
              <a:t>80</a:t>
            </a:r>
            <a:endParaRPr lang="en-US" sz="800" dirty="0">
              <a:solidFill>
                <a:schemeClr val="bg1"/>
              </a:solidFill>
            </a:endParaRPr>
          </a:p>
        </p:txBody>
      </p:sp>
      <p:sp>
        <p:nvSpPr>
          <p:cNvPr id="46" name="Rectangle 45">
            <a:extLst>
              <a:ext uri="{FF2B5EF4-FFF2-40B4-BE49-F238E27FC236}">
                <a16:creationId xmlns:a16="http://schemas.microsoft.com/office/drawing/2014/main" id="{5DD60B4B-676B-4179-BBCE-00C78BD383EE}"/>
              </a:ext>
            </a:extLst>
          </p:cNvPr>
          <p:cNvSpPr/>
          <p:nvPr/>
        </p:nvSpPr>
        <p:spPr bwMode="gray">
          <a:xfrm>
            <a:off x="-624160" y="2951345"/>
            <a:ext cx="457171" cy="457052"/>
          </a:xfrm>
          <a:prstGeom prst="rect">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237</a:t>
            </a:r>
          </a:p>
          <a:p>
            <a:pPr algn="ctr"/>
            <a:r>
              <a:rPr lang="de-DE" sz="800" dirty="0">
                <a:solidFill>
                  <a:schemeClr val="bg1"/>
                </a:solidFill>
              </a:rPr>
              <a:t>125</a:t>
            </a:r>
          </a:p>
          <a:p>
            <a:pPr algn="ctr"/>
            <a:r>
              <a:rPr lang="de-DE" sz="800" dirty="0">
                <a:solidFill>
                  <a:schemeClr val="bg1"/>
                </a:solidFill>
              </a:rPr>
              <a:t>49</a:t>
            </a:r>
            <a:endParaRPr lang="en-US" sz="800" dirty="0">
              <a:solidFill>
                <a:schemeClr val="bg1"/>
              </a:solidFill>
            </a:endParaRPr>
          </a:p>
        </p:txBody>
      </p:sp>
      <p:sp>
        <p:nvSpPr>
          <p:cNvPr id="47" name="Rectangle 46">
            <a:extLst>
              <a:ext uri="{FF2B5EF4-FFF2-40B4-BE49-F238E27FC236}">
                <a16:creationId xmlns:a16="http://schemas.microsoft.com/office/drawing/2014/main" id="{90C3B9D2-8103-4BC5-A251-B3ABA10D41F4}"/>
              </a:ext>
            </a:extLst>
          </p:cNvPr>
          <p:cNvSpPr/>
          <p:nvPr/>
        </p:nvSpPr>
        <p:spPr bwMode="gray">
          <a:xfrm>
            <a:off x="-624160" y="3541614"/>
            <a:ext cx="457171" cy="457052"/>
          </a:xfrm>
          <a:prstGeom prst="rect">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tx1"/>
                </a:solidFill>
              </a:rPr>
              <a:t>214</a:t>
            </a:r>
          </a:p>
          <a:p>
            <a:pPr algn="ctr"/>
            <a:r>
              <a:rPr lang="de-DE" sz="800" dirty="0">
                <a:solidFill>
                  <a:schemeClr val="tx1"/>
                </a:solidFill>
              </a:rPr>
              <a:t>220</a:t>
            </a:r>
          </a:p>
          <a:p>
            <a:pPr algn="ctr"/>
            <a:r>
              <a:rPr lang="de-DE" sz="800" dirty="0">
                <a:solidFill>
                  <a:schemeClr val="tx1"/>
                </a:solidFill>
              </a:rPr>
              <a:t>229</a:t>
            </a:r>
            <a:endParaRPr lang="en-US" sz="800" dirty="0">
              <a:solidFill>
                <a:schemeClr val="tx1"/>
              </a:solidFill>
            </a:endParaRPr>
          </a:p>
        </p:txBody>
      </p:sp>
      <p:sp>
        <p:nvSpPr>
          <p:cNvPr id="48" name="Rectangle 47">
            <a:extLst>
              <a:ext uri="{FF2B5EF4-FFF2-40B4-BE49-F238E27FC236}">
                <a16:creationId xmlns:a16="http://schemas.microsoft.com/office/drawing/2014/main" id="{6F0AF73A-B048-47B7-BEEC-A145391EA1A0}"/>
              </a:ext>
            </a:extLst>
          </p:cNvPr>
          <p:cNvSpPr/>
          <p:nvPr/>
        </p:nvSpPr>
        <p:spPr bwMode="gray">
          <a:xfrm>
            <a:off x="-624160" y="4131883"/>
            <a:ext cx="457171" cy="457052"/>
          </a:xfrm>
          <a:prstGeom prst="rect">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68</a:t>
            </a:r>
          </a:p>
          <a:p>
            <a:pPr algn="ctr"/>
            <a:r>
              <a:rPr lang="de-DE" sz="800" dirty="0">
                <a:solidFill>
                  <a:schemeClr val="bg1"/>
                </a:solidFill>
              </a:rPr>
              <a:t>84</a:t>
            </a:r>
          </a:p>
          <a:p>
            <a:pPr algn="ctr"/>
            <a:r>
              <a:rPr lang="de-DE" sz="800" dirty="0">
                <a:solidFill>
                  <a:schemeClr val="bg1"/>
                </a:solidFill>
              </a:rPr>
              <a:t>106</a:t>
            </a:r>
            <a:endParaRPr lang="en-US" sz="800" dirty="0">
              <a:solidFill>
                <a:schemeClr val="bg1"/>
              </a:solidFill>
            </a:endParaRPr>
          </a:p>
        </p:txBody>
      </p:sp>
      <p:sp>
        <p:nvSpPr>
          <p:cNvPr id="49" name="Rectangle 48">
            <a:extLst>
              <a:ext uri="{FF2B5EF4-FFF2-40B4-BE49-F238E27FC236}">
                <a16:creationId xmlns:a16="http://schemas.microsoft.com/office/drawing/2014/main" id="{6C54A74B-20E3-482A-9FD4-56C26A063038}"/>
              </a:ext>
            </a:extLst>
          </p:cNvPr>
          <p:cNvSpPr/>
          <p:nvPr/>
        </p:nvSpPr>
        <p:spPr bwMode="gray">
          <a:xfrm>
            <a:off x="-624160" y="4722152"/>
            <a:ext cx="457171" cy="457052"/>
          </a:xfrm>
          <a:prstGeom prst="rect">
            <a:avLst/>
          </a:prstGeom>
          <a:solidFill>
            <a:schemeClr val="accent5"/>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tx1"/>
                </a:solidFill>
              </a:rPr>
              <a:t>255</a:t>
            </a:r>
          </a:p>
          <a:p>
            <a:pPr algn="ctr"/>
            <a:r>
              <a:rPr lang="de-DE" sz="800" dirty="0">
                <a:solidFill>
                  <a:schemeClr val="tx1"/>
                </a:solidFill>
              </a:rPr>
              <a:t>192</a:t>
            </a:r>
          </a:p>
          <a:p>
            <a:pPr algn="ctr"/>
            <a:r>
              <a:rPr lang="de-DE" sz="800" dirty="0">
                <a:solidFill>
                  <a:schemeClr val="tx1"/>
                </a:solidFill>
              </a:rPr>
              <a:t>0</a:t>
            </a:r>
            <a:endParaRPr lang="en-US" sz="800" dirty="0">
              <a:solidFill>
                <a:schemeClr val="tx1"/>
              </a:solidFill>
            </a:endParaRPr>
          </a:p>
        </p:txBody>
      </p:sp>
      <p:sp>
        <p:nvSpPr>
          <p:cNvPr id="50" name="Rectangle 49">
            <a:extLst>
              <a:ext uri="{FF2B5EF4-FFF2-40B4-BE49-F238E27FC236}">
                <a16:creationId xmlns:a16="http://schemas.microsoft.com/office/drawing/2014/main" id="{DBDBD4CD-FA3A-4B0C-A1DB-4DB8B71959F7}"/>
              </a:ext>
            </a:extLst>
          </p:cNvPr>
          <p:cNvSpPr/>
          <p:nvPr/>
        </p:nvSpPr>
        <p:spPr bwMode="gray">
          <a:xfrm>
            <a:off x="-624160" y="5312420"/>
            <a:ext cx="457171" cy="457052"/>
          </a:xfrm>
          <a:prstGeom prst="rect">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tx1"/>
                </a:solidFill>
              </a:rPr>
              <a:t>231</a:t>
            </a:r>
          </a:p>
          <a:p>
            <a:pPr algn="ctr"/>
            <a:r>
              <a:rPr lang="de-DE" sz="800" dirty="0">
                <a:solidFill>
                  <a:schemeClr val="tx1"/>
                </a:solidFill>
              </a:rPr>
              <a:t>230</a:t>
            </a:r>
          </a:p>
          <a:p>
            <a:pPr algn="ctr"/>
            <a:r>
              <a:rPr lang="de-DE" sz="800" dirty="0">
                <a:solidFill>
                  <a:schemeClr val="tx1"/>
                </a:solidFill>
              </a:rPr>
              <a:t>230</a:t>
            </a:r>
            <a:endParaRPr lang="en-US" sz="800" dirty="0">
              <a:solidFill>
                <a:schemeClr val="tx1"/>
              </a:solidFill>
            </a:endParaRPr>
          </a:p>
        </p:txBody>
      </p:sp>
      <p:grpSp>
        <p:nvGrpSpPr>
          <p:cNvPr id="33" name="Group 32">
            <a:extLst>
              <a:ext uri="{FF2B5EF4-FFF2-40B4-BE49-F238E27FC236}">
                <a16:creationId xmlns:a16="http://schemas.microsoft.com/office/drawing/2014/main" id="{706F37D2-C569-4CA3-9227-7AAC0E78DFCC}"/>
              </a:ext>
            </a:extLst>
          </p:cNvPr>
          <p:cNvGrpSpPr/>
          <p:nvPr/>
        </p:nvGrpSpPr>
        <p:grpSpPr>
          <a:xfrm>
            <a:off x="12231953" y="1743075"/>
            <a:ext cx="312025" cy="133088"/>
            <a:chOff x="452437" y="-154520"/>
            <a:chExt cx="311944" cy="133088"/>
          </a:xfrm>
        </p:grpSpPr>
        <p:cxnSp>
          <p:nvCxnSpPr>
            <p:cNvPr id="35" name="Straight Connector 34">
              <a:extLst>
                <a:ext uri="{FF2B5EF4-FFF2-40B4-BE49-F238E27FC236}">
                  <a16:creationId xmlns:a16="http://schemas.microsoft.com/office/drawing/2014/main" id="{2170F204-9B0E-48BC-955D-D1CF85871428}"/>
                </a:ext>
              </a:extLst>
            </p:cNvPr>
            <p:cNvCxnSpPr>
              <a:cxnSpLocks/>
            </p:cNvCxnSpPr>
            <p:nvPr/>
          </p:nvCxnSpPr>
          <p:spPr bwMode="gray">
            <a:xfrm rot="5400000" flipV="1">
              <a:off x="504566" y="-206649"/>
              <a:ext cx="0" cy="104257"/>
            </a:xfrm>
            <a:prstGeom prst="line">
              <a:avLst/>
            </a:prstGeom>
            <a:ln w="6350">
              <a:solidFill>
                <a:schemeClr val="accent2"/>
              </a:solidFill>
              <a:tailEnd type="oval" w="sm" len="sm"/>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57639D74-7C38-4842-9867-776EE81AA48F}"/>
                </a:ext>
              </a:extLst>
            </p:cNvPr>
            <p:cNvSpPr txBox="1"/>
            <p:nvPr/>
          </p:nvSpPr>
          <p:spPr bwMode="gray">
            <a:xfrm>
              <a:off x="452437" y="-119063"/>
              <a:ext cx="311944" cy="97631"/>
            </a:xfrm>
            <a:prstGeom prst="rect">
              <a:avLst/>
            </a:prstGeom>
            <a:noFill/>
          </p:spPr>
          <p:txBody>
            <a:bodyPr wrap="square" lIns="0" tIns="0" rIns="0" bIns="0" rtlCol="0">
              <a:noAutofit/>
            </a:bodyPr>
            <a:lstStyle/>
            <a:p>
              <a:pPr algn="l"/>
              <a:r>
                <a:rPr lang="en-US" sz="600" dirty="0">
                  <a:solidFill>
                    <a:schemeClr val="accent2"/>
                  </a:solidFill>
                </a:rPr>
                <a:t>4,68</a:t>
              </a:r>
            </a:p>
          </p:txBody>
        </p:sp>
      </p:grpSp>
      <p:grpSp>
        <p:nvGrpSpPr>
          <p:cNvPr id="37" name="Group 36">
            <a:extLst>
              <a:ext uri="{FF2B5EF4-FFF2-40B4-BE49-F238E27FC236}">
                <a16:creationId xmlns:a16="http://schemas.microsoft.com/office/drawing/2014/main" id="{E71B59BE-5D9D-426A-8EBB-7A039B86FF2A}"/>
              </a:ext>
            </a:extLst>
          </p:cNvPr>
          <p:cNvGrpSpPr/>
          <p:nvPr/>
        </p:nvGrpSpPr>
        <p:grpSpPr>
          <a:xfrm>
            <a:off x="12231953" y="6323013"/>
            <a:ext cx="312025" cy="133088"/>
            <a:chOff x="452437" y="-154520"/>
            <a:chExt cx="311944" cy="133088"/>
          </a:xfrm>
        </p:grpSpPr>
        <p:cxnSp>
          <p:nvCxnSpPr>
            <p:cNvPr id="38" name="Straight Connector 37">
              <a:extLst>
                <a:ext uri="{FF2B5EF4-FFF2-40B4-BE49-F238E27FC236}">
                  <a16:creationId xmlns:a16="http://schemas.microsoft.com/office/drawing/2014/main" id="{CBC922FF-2F5B-4175-84A8-DD7CE547C83E}"/>
                </a:ext>
              </a:extLst>
            </p:cNvPr>
            <p:cNvCxnSpPr>
              <a:cxnSpLocks/>
            </p:cNvCxnSpPr>
            <p:nvPr/>
          </p:nvCxnSpPr>
          <p:spPr bwMode="gray">
            <a:xfrm rot="5400000" flipV="1">
              <a:off x="504566" y="-206649"/>
              <a:ext cx="0" cy="104257"/>
            </a:xfrm>
            <a:prstGeom prst="line">
              <a:avLst/>
            </a:prstGeom>
            <a:ln w="6350">
              <a:solidFill>
                <a:schemeClr val="accent2"/>
              </a:solidFill>
              <a:tailEnd type="oval" w="sm" len="sm"/>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36057258-12F6-489F-8AB2-A11ED7E8A9AD}"/>
                </a:ext>
              </a:extLst>
            </p:cNvPr>
            <p:cNvSpPr txBox="1"/>
            <p:nvPr/>
          </p:nvSpPr>
          <p:spPr bwMode="gray">
            <a:xfrm>
              <a:off x="452437" y="-119063"/>
              <a:ext cx="311944" cy="97631"/>
            </a:xfrm>
            <a:prstGeom prst="rect">
              <a:avLst/>
            </a:prstGeom>
            <a:noFill/>
          </p:spPr>
          <p:txBody>
            <a:bodyPr wrap="square" lIns="0" tIns="0" rIns="0" bIns="0" rtlCol="0">
              <a:noAutofit/>
            </a:bodyPr>
            <a:lstStyle/>
            <a:p>
              <a:pPr algn="l"/>
              <a:r>
                <a:rPr lang="en-US" sz="600" dirty="0">
                  <a:solidFill>
                    <a:schemeClr val="accent2"/>
                  </a:solidFill>
                </a:rPr>
                <a:t>8,04</a:t>
              </a:r>
            </a:p>
          </p:txBody>
        </p:sp>
      </p:grpSp>
      <p:sp>
        <p:nvSpPr>
          <p:cNvPr id="53" name="Titel 1">
            <a:extLst>
              <a:ext uri="{FF2B5EF4-FFF2-40B4-BE49-F238E27FC236}">
                <a16:creationId xmlns:a16="http://schemas.microsoft.com/office/drawing/2014/main" id="{CB060D37-875C-4455-9200-E41FAE7B588E}"/>
              </a:ext>
            </a:extLst>
          </p:cNvPr>
          <p:cNvSpPr txBox="1">
            <a:spLocks/>
          </p:cNvSpPr>
          <p:nvPr userDrawn="1"/>
        </p:nvSpPr>
        <p:spPr>
          <a:xfrm>
            <a:off x="1524397" y="1122363"/>
            <a:ext cx="9146382" cy="23876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HelveticaRounded LT Std Bd" panose="020F0804030503020204" pitchFamily="34" charset="0"/>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de-DE" sz="6000" b="0" i="0" u="none" strike="noStrike" kern="1200" cap="none" spc="0" normalizeH="0" baseline="0" noProof="0" dirty="0">
              <a:ln>
                <a:noFill/>
              </a:ln>
              <a:solidFill>
                <a:srgbClr val="014156"/>
              </a:solidFill>
              <a:effectLst/>
              <a:uLnTx/>
              <a:uFillTx/>
              <a:latin typeface="HelveticaRounded LT Std Bd" panose="020F0804030503020204" pitchFamily="34" charset="0"/>
              <a:ea typeface="+mj-ea"/>
              <a:cs typeface="+mj-cs"/>
            </a:endParaRPr>
          </a:p>
        </p:txBody>
      </p:sp>
      <p:pic>
        <p:nvPicPr>
          <p:cNvPr id="55" name="Image 7">
            <a:extLst>
              <a:ext uri="{FF2B5EF4-FFF2-40B4-BE49-F238E27FC236}">
                <a16:creationId xmlns:a16="http://schemas.microsoft.com/office/drawing/2014/main" id="{41CF99E7-CAB2-4CC7-A4FE-8897FC96235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52103" y="185739"/>
            <a:ext cx="1414413" cy="254528"/>
          </a:xfrm>
          <a:prstGeom prst="rect">
            <a:avLst/>
          </a:prstGeom>
        </p:spPr>
      </p:pic>
    </p:spTree>
    <p:extLst>
      <p:ext uri="{BB962C8B-B14F-4D97-AF65-F5344CB8AC3E}">
        <p14:creationId xmlns:p14="http://schemas.microsoft.com/office/powerpoint/2010/main" val="1070613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7" name="Text Placeholder 78">
            <a:extLst>
              <a:ext uri="{FF2B5EF4-FFF2-40B4-BE49-F238E27FC236}">
                <a16:creationId xmlns:a16="http://schemas.microsoft.com/office/drawing/2014/main" id="{2D8AB393-B60E-41D0-A906-6EB582889535}"/>
              </a:ext>
            </a:extLst>
          </p:cNvPr>
          <p:cNvSpPr>
            <a:spLocks noGrp="1"/>
          </p:cNvSpPr>
          <p:nvPr>
            <p:ph type="body" sz="quarter" idx="22"/>
          </p:nvPr>
        </p:nvSpPr>
        <p:spPr bwMode="gray">
          <a:xfrm>
            <a:off x="431912" y="4640195"/>
            <a:ext cx="252066" cy="252000"/>
          </a:xfrm>
          <a:solidFill>
            <a:schemeClr val="tx1"/>
          </a:solidFill>
        </p:spPr>
        <p:txBody>
          <a:bodyPr anchor="ctr"/>
          <a:lstStyle>
            <a:lvl1pPr marL="0" indent="0" algn="ctr">
              <a:spcBef>
                <a:spcPts val="0"/>
              </a:spcBef>
              <a:buFont typeface="Arial" panose="020B0604020202020204" pitchFamily="34" charset="0"/>
              <a:buNone/>
              <a:defRPr sz="1400" b="1">
                <a:solidFill>
                  <a:schemeClr val="bg1"/>
                </a:solidFill>
              </a:defRPr>
            </a:lvl1pPr>
            <a:lvl2pPr marL="0" indent="0" algn="ctr">
              <a:spcBef>
                <a:spcPts val="0"/>
              </a:spcBef>
              <a:buFont typeface="Arial" panose="020B0604020202020204" pitchFamily="34" charset="0"/>
              <a:buNone/>
              <a:defRPr sz="1400" b="1">
                <a:solidFill>
                  <a:schemeClr val="bg1"/>
                </a:solidFill>
              </a:defRPr>
            </a:lvl2pPr>
            <a:lvl3pPr marL="0" indent="0" algn="ctr">
              <a:spcBef>
                <a:spcPts val="0"/>
              </a:spcBef>
              <a:buFont typeface="Arial" panose="020B0604020202020204" pitchFamily="34" charset="0"/>
              <a:buNone/>
              <a:defRPr sz="1400" b="1">
                <a:solidFill>
                  <a:schemeClr val="bg1"/>
                </a:solidFill>
              </a:defRPr>
            </a:lvl3pPr>
            <a:lvl4pPr marL="0" indent="0" algn="ctr">
              <a:spcBef>
                <a:spcPts val="0"/>
              </a:spcBef>
              <a:buFont typeface="Arial" panose="020B0604020202020204" pitchFamily="34" charset="0"/>
              <a:buNone/>
              <a:defRPr sz="1400" b="1">
                <a:solidFill>
                  <a:schemeClr val="bg1"/>
                </a:solidFill>
              </a:defRPr>
            </a:lvl4pPr>
            <a:lvl5pPr marL="0" indent="0" algn="ctr">
              <a:spcBef>
                <a:spcPts val="0"/>
              </a:spcBef>
              <a:buFont typeface="Arial" panose="020B0604020202020204" pitchFamily="34" charset="0"/>
              <a:buNone/>
              <a:defRPr sz="1400" b="1">
                <a:solidFill>
                  <a:schemeClr val="bg1"/>
                </a:solidFill>
              </a:defRPr>
            </a:lvl5pPr>
            <a:lvl6pPr marL="0" indent="0" algn="ctr">
              <a:spcBef>
                <a:spcPts val="0"/>
              </a:spcBef>
              <a:buFont typeface="Arial" panose="020B0604020202020204" pitchFamily="34" charset="0"/>
              <a:buNone/>
              <a:defRPr sz="1400" b="1">
                <a:solidFill>
                  <a:schemeClr val="bg1"/>
                </a:solidFill>
              </a:defRPr>
            </a:lvl6pPr>
            <a:lvl7pPr marL="0" indent="0" algn="ctr">
              <a:spcBef>
                <a:spcPts val="0"/>
              </a:spcBef>
              <a:buFont typeface="Arial" panose="020B0604020202020204" pitchFamily="34" charset="0"/>
              <a:buNone/>
              <a:defRPr sz="1400" b="1">
                <a:solidFill>
                  <a:schemeClr val="bg1"/>
                </a:solidFill>
              </a:defRPr>
            </a:lvl7pPr>
            <a:lvl8pPr marL="0" indent="0" algn="ctr">
              <a:spcBef>
                <a:spcPts val="0"/>
              </a:spcBef>
              <a:buFont typeface="Arial" panose="020B0604020202020204" pitchFamily="34" charset="0"/>
              <a:buNone/>
              <a:defRPr sz="1400" b="1">
                <a:solidFill>
                  <a:schemeClr val="bg1"/>
                </a:solidFill>
              </a:defRPr>
            </a:lvl8pPr>
            <a:lvl9pPr marL="0" indent="0" algn="ctr">
              <a:spcBef>
                <a:spcPts val="0"/>
              </a:spcBef>
              <a:buFont typeface="Arial" panose="020B0604020202020204" pitchFamily="34" charset="0"/>
              <a:buNone/>
              <a:defRPr sz="1400" b="1">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6" name="Text Placeholder 78">
            <a:extLst>
              <a:ext uri="{FF2B5EF4-FFF2-40B4-BE49-F238E27FC236}">
                <a16:creationId xmlns:a16="http://schemas.microsoft.com/office/drawing/2014/main" id="{A5851E46-AAEF-44B6-8D26-B7430D3DD438}"/>
              </a:ext>
            </a:extLst>
          </p:cNvPr>
          <p:cNvSpPr>
            <a:spLocks noGrp="1"/>
          </p:cNvSpPr>
          <p:nvPr>
            <p:ph type="body" sz="quarter" idx="21"/>
          </p:nvPr>
        </p:nvSpPr>
        <p:spPr bwMode="gray">
          <a:xfrm>
            <a:off x="431912" y="3942349"/>
            <a:ext cx="252066" cy="252000"/>
          </a:xfrm>
          <a:solidFill>
            <a:schemeClr val="tx1"/>
          </a:solidFill>
        </p:spPr>
        <p:txBody>
          <a:bodyPr anchor="ctr"/>
          <a:lstStyle>
            <a:lvl1pPr marL="0" indent="0" algn="ctr">
              <a:spcBef>
                <a:spcPts val="0"/>
              </a:spcBef>
              <a:buFont typeface="Arial" panose="020B0604020202020204" pitchFamily="34" charset="0"/>
              <a:buNone/>
              <a:defRPr sz="1400" b="1">
                <a:solidFill>
                  <a:schemeClr val="bg1"/>
                </a:solidFill>
              </a:defRPr>
            </a:lvl1pPr>
            <a:lvl2pPr marL="0" indent="0" algn="ctr">
              <a:spcBef>
                <a:spcPts val="0"/>
              </a:spcBef>
              <a:buFont typeface="Arial" panose="020B0604020202020204" pitchFamily="34" charset="0"/>
              <a:buNone/>
              <a:defRPr sz="1400" b="1">
                <a:solidFill>
                  <a:schemeClr val="bg1"/>
                </a:solidFill>
              </a:defRPr>
            </a:lvl2pPr>
            <a:lvl3pPr marL="0" indent="0" algn="ctr">
              <a:spcBef>
                <a:spcPts val="0"/>
              </a:spcBef>
              <a:buFont typeface="Arial" panose="020B0604020202020204" pitchFamily="34" charset="0"/>
              <a:buNone/>
              <a:defRPr sz="1400" b="1">
                <a:solidFill>
                  <a:schemeClr val="bg1"/>
                </a:solidFill>
              </a:defRPr>
            </a:lvl3pPr>
            <a:lvl4pPr marL="0" indent="0" algn="ctr">
              <a:spcBef>
                <a:spcPts val="0"/>
              </a:spcBef>
              <a:buFont typeface="Arial" panose="020B0604020202020204" pitchFamily="34" charset="0"/>
              <a:buNone/>
              <a:defRPr sz="1400" b="1">
                <a:solidFill>
                  <a:schemeClr val="bg1"/>
                </a:solidFill>
              </a:defRPr>
            </a:lvl4pPr>
            <a:lvl5pPr marL="0" indent="0" algn="ctr">
              <a:spcBef>
                <a:spcPts val="0"/>
              </a:spcBef>
              <a:buFont typeface="Arial" panose="020B0604020202020204" pitchFamily="34" charset="0"/>
              <a:buNone/>
              <a:defRPr sz="1400" b="1">
                <a:solidFill>
                  <a:schemeClr val="bg1"/>
                </a:solidFill>
              </a:defRPr>
            </a:lvl5pPr>
            <a:lvl6pPr marL="0" indent="0" algn="ctr">
              <a:spcBef>
                <a:spcPts val="0"/>
              </a:spcBef>
              <a:buFont typeface="Arial" panose="020B0604020202020204" pitchFamily="34" charset="0"/>
              <a:buNone/>
              <a:defRPr sz="1400" b="1">
                <a:solidFill>
                  <a:schemeClr val="bg1"/>
                </a:solidFill>
              </a:defRPr>
            </a:lvl6pPr>
            <a:lvl7pPr marL="0" indent="0" algn="ctr">
              <a:spcBef>
                <a:spcPts val="0"/>
              </a:spcBef>
              <a:buFont typeface="Arial" panose="020B0604020202020204" pitchFamily="34" charset="0"/>
              <a:buNone/>
              <a:defRPr sz="1400" b="1">
                <a:solidFill>
                  <a:schemeClr val="bg1"/>
                </a:solidFill>
              </a:defRPr>
            </a:lvl7pPr>
            <a:lvl8pPr marL="0" indent="0" algn="ctr">
              <a:spcBef>
                <a:spcPts val="0"/>
              </a:spcBef>
              <a:buFont typeface="Arial" panose="020B0604020202020204" pitchFamily="34" charset="0"/>
              <a:buNone/>
              <a:defRPr sz="1400" b="1">
                <a:solidFill>
                  <a:schemeClr val="bg1"/>
                </a:solidFill>
              </a:defRPr>
            </a:lvl8pPr>
            <a:lvl9pPr marL="0" indent="0" algn="ctr">
              <a:spcBef>
                <a:spcPts val="0"/>
              </a:spcBef>
              <a:buFont typeface="Arial" panose="020B0604020202020204" pitchFamily="34" charset="0"/>
              <a:buNone/>
              <a:defRPr sz="1400" b="1">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5" name="Text Placeholder 78">
            <a:extLst>
              <a:ext uri="{FF2B5EF4-FFF2-40B4-BE49-F238E27FC236}">
                <a16:creationId xmlns:a16="http://schemas.microsoft.com/office/drawing/2014/main" id="{00DA6AFB-02DA-495D-B7D5-1BFDA17F11EA}"/>
              </a:ext>
            </a:extLst>
          </p:cNvPr>
          <p:cNvSpPr>
            <a:spLocks noGrp="1"/>
          </p:cNvSpPr>
          <p:nvPr>
            <p:ph type="body" sz="quarter" idx="20"/>
          </p:nvPr>
        </p:nvSpPr>
        <p:spPr bwMode="gray">
          <a:xfrm>
            <a:off x="431912" y="3244502"/>
            <a:ext cx="252066" cy="252000"/>
          </a:xfrm>
          <a:solidFill>
            <a:schemeClr val="tx1"/>
          </a:solidFill>
        </p:spPr>
        <p:txBody>
          <a:bodyPr anchor="ctr"/>
          <a:lstStyle>
            <a:lvl1pPr marL="0" indent="0" algn="ctr">
              <a:spcBef>
                <a:spcPts val="0"/>
              </a:spcBef>
              <a:buFont typeface="Arial" panose="020B0604020202020204" pitchFamily="34" charset="0"/>
              <a:buNone/>
              <a:defRPr sz="1400" b="1">
                <a:solidFill>
                  <a:schemeClr val="bg1"/>
                </a:solidFill>
                <a:latin typeface="Calibri" panose="020F0502020204030204" pitchFamily="34" charset="0"/>
                <a:cs typeface="Calibri" panose="020F0502020204030204" pitchFamily="34" charset="0"/>
              </a:defRPr>
            </a:lvl1pPr>
            <a:lvl2pPr marL="0" indent="0" algn="ctr">
              <a:spcBef>
                <a:spcPts val="0"/>
              </a:spcBef>
              <a:buFont typeface="Arial" panose="020B0604020202020204" pitchFamily="34" charset="0"/>
              <a:buNone/>
              <a:defRPr sz="1400" b="1">
                <a:solidFill>
                  <a:schemeClr val="bg1"/>
                </a:solidFill>
                <a:latin typeface="Calibri" panose="020F0502020204030204" pitchFamily="34" charset="0"/>
                <a:cs typeface="Calibri" panose="020F0502020204030204" pitchFamily="34" charset="0"/>
              </a:defRPr>
            </a:lvl2pPr>
            <a:lvl3pPr marL="0" indent="0" algn="ctr">
              <a:spcBef>
                <a:spcPts val="0"/>
              </a:spcBef>
              <a:buFont typeface="Arial" panose="020B0604020202020204" pitchFamily="34" charset="0"/>
              <a:buNone/>
              <a:defRPr sz="1400" b="1">
                <a:solidFill>
                  <a:schemeClr val="bg1"/>
                </a:solidFill>
                <a:latin typeface="Calibri" panose="020F0502020204030204" pitchFamily="34" charset="0"/>
                <a:cs typeface="Calibri" panose="020F0502020204030204" pitchFamily="34" charset="0"/>
              </a:defRPr>
            </a:lvl3pPr>
            <a:lvl4pPr marL="0" indent="0" algn="ctr">
              <a:spcBef>
                <a:spcPts val="0"/>
              </a:spcBef>
              <a:buFont typeface="Arial" panose="020B0604020202020204" pitchFamily="34" charset="0"/>
              <a:buNone/>
              <a:defRPr sz="1400" b="1">
                <a:solidFill>
                  <a:schemeClr val="bg1"/>
                </a:solidFill>
                <a:latin typeface="Calibri" panose="020F0502020204030204" pitchFamily="34" charset="0"/>
                <a:cs typeface="Calibri" panose="020F0502020204030204" pitchFamily="34" charset="0"/>
              </a:defRPr>
            </a:lvl4pPr>
            <a:lvl5pPr marL="0" indent="0" algn="ctr">
              <a:spcBef>
                <a:spcPts val="0"/>
              </a:spcBef>
              <a:buFont typeface="Arial" panose="020B0604020202020204" pitchFamily="34" charset="0"/>
              <a:buNone/>
              <a:defRPr sz="1400" b="1">
                <a:solidFill>
                  <a:schemeClr val="bg1"/>
                </a:solidFill>
                <a:latin typeface="Calibri" panose="020F0502020204030204" pitchFamily="34" charset="0"/>
                <a:cs typeface="Calibri" panose="020F0502020204030204" pitchFamily="34" charset="0"/>
              </a:defRPr>
            </a:lvl5pPr>
            <a:lvl6pPr marL="0" indent="0" algn="ctr">
              <a:spcBef>
                <a:spcPts val="0"/>
              </a:spcBef>
              <a:buFont typeface="Arial" panose="020B0604020202020204" pitchFamily="34" charset="0"/>
              <a:buNone/>
              <a:defRPr sz="1400" b="1">
                <a:solidFill>
                  <a:schemeClr val="bg1"/>
                </a:solidFill>
              </a:defRPr>
            </a:lvl6pPr>
            <a:lvl7pPr marL="0" indent="0" algn="ctr">
              <a:spcBef>
                <a:spcPts val="0"/>
              </a:spcBef>
              <a:buFont typeface="Arial" panose="020B0604020202020204" pitchFamily="34" charset="0"/>
              <a:buNone/>
              <a:defRPr sz="1400" b="1">
                <a:solidFill>
                  <a:schemeClr val="bg1"/>
                </a:solidFill>
              </a:defRPr>
            </a:lvl7pPr>
            <a:lvl8pPr marL="0" indent="0" algn="ctr">
              <a:spcBef>
                <a:spcPts val="0"/>
              </a:spcBef>
              <a:buFont typeface="Arial" panose="020B0604020202020204" pitchFamily="34" charset="0"/>
              <a:buNone/>
              <a:defRPr sz="1400" b="1">
                <a:solidFill>
                  <a:schemeClr val="bg1"/>
                </a:solidFill>
              </a:defRPr>
            </a:lvl8pPr>
            <a:lvl9pPr marL="0" indent="0" algn="ctr">
              <a:spcBef>
                <a:spcPts val="0"/>
              </a:spcBef>
              <a:buFont typeface="Arial" panose="020B0604020202020204" pitchFamily="34" charset="0"/>
              <a:buNone/>
              <a:defRPr sz="1400" b="1">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4" name="Text Placeholder 78">
            <a:extLst>
              <a:ext uri="{FF2B5EF4-FFF2-40B4-BE49-F238E27FC236}">
                <a16:creationId xmlns:a16="http://schemas.microsoft.com/office/drawing/2014/main" id="{361F8330-70C6-43B9-9363-BB4C67171EE3}"/>
              </a:ext>
            </a:extLst>
          </p:cNvPr>
          <p:cNvSpPr>
            <a:spLocks noGrp="1"/>
          </p:cNvSpPr>
          <p:nvPr>
            <p:ph type="body" sz="quarter" idx="19"/>
          </p:nvPr>
        </p:nvSpPr>
        <p:spPr bwMode="gray">
          <a:xfrm>
            <a:off x="431912" y="2546655"/>
            <a:ext cx="252066" cy="252000"/>
          </a:xfrm>
          <a:solidFill>
            <a:schemeClr val="tx1"/>
          </a:solidFill>
        </p:spPr>
        <p:txBody>
          <a:bodyPr anchor="ctr"/>
          <a:lstStyle>
            <a:lvl1pPr marL="0" indent="0" algn="ctr">
              <a:spcBef>
                <a:spcPts val="0"/>
              </a:spcBef>
              <a:buFont typeface="Arial" panose="020B0604020202020204" pitchFamily="34" charset="0"/>
              <a:buNone/>
              <a:defRPr sz="1400" b="1">
                <a:solidFill>
                  <a:schemeClr val="bg1"/>
                </a:solidFill>
              </a:defRPr>
            </a:lvl1pPr>
            <a:lvl2pPr marL="0" indent="0" algn="ctr">
              <a:spcBef>
                <a:spcPts val="0"/>
              </a:spcBef>
              <a:buFont typeface="Arial" panose="020B0604020202020204" pitchFamily="34" charset="0"/>
              <a:buNone/>
              <a:defRPr sz="1400" b="1">
                <a:solidFill>
                  <a:schemeClr val="bg1"/>
                </a:solidFill>
              </a:defRPr>
            </a:lvl2pPr>
            <a:lvl3pPr marL="0" indent="0" algn="ctr">
              <a:spcBef>
                <a:spcPts val="0"/>
              </a:spcBef>
              <a:buFont typeface="Arial" panose="020B0604020202020204" pitchFamily="34" charset="0"/>
              <a:buNone/>
              <a:defRPr sz="1400" b="1">
                <a:solidFill>
                  <a:schemeClr val="bg1"/>
                </a:solidFill>
              </a:defRPr>
            </a:lvl3pPr>
            <a:lvl4pPr marL="0" indent="0" algn="ctr">
              <a:spcBef>
                <a:spcPts val="0"/>
              </a:spcBef>
              <a:buFont typeface="Arial" panose="020B0604020202020204" pitchFamily="34" charset="0"/>
              <a:buNone/>
              <a:defRPr sz="1400" b="1">
                <a:solidFill>
                  <a:schemeClr val="bg1"/>
                </a:solidFill>
              </a:defRPr>
            </a:lvl4pPr>
            <a:lvl5pPr marL="0" indent="0" algn="ctr">
              <a:spcBef>
                <a:spcPts val="0"/>
              </a:spcBef>
              <a:buFont typeface="Arial" panose="020B0604020202020204" pitchFamily="34" charset="0"/>
              <a:buNone/>
              <a:defRPr sz="1400" b="1">
                <a:solidFill>
                  <a:schemeClr val="bg1"/>
                </a:solidFill>
              </a:defRPr>
            </a:lvl5pPr>
            <a:lvl6pPr marL="0" indent="0" algn="ctr">
              <a:spcBef>
                <a:spcPts val="0"/>
              </a:spcBef>
              <a:buFont typeface="Arial" panose="020B0604020202020204" pitchFamily="34" charset="0"/>
              <a:buNone/>
              <a:defRPr sz="1400" b="1">
                <a:solidFill>
                  <a:schemeClr val="bg1"/>
                </a:solidFill>
              </a:defRPr>
            </a:lvl6pPr>
            <a:lvl7pPr marL="0" indent="0" algn="ctr">
              <a:spcBef>
                <a:spcPts val="0"/>
              </a:spcBef>
              <a:buFont typeface="Arial" panose="020B0604020202020204" pitchFamily="34" charset="0"/>
              <a:buNone/>
              <a:defRPr sz="1400" b="1">
                <a:solidFill>
                  <a:schemeClr val="bg1"/>
                </a:solidFill>
              </a:defRPr>
            </a:lvl7pPr>
            <a:lvl8pPr marL="0" indent="0" algn="ctr">
              <a:spcBef>
                <a:spcPts val="0"/>
              </a:spcBef>
              <a:buFont typeface="Arial" panose="020B0604020202020204" pitchFamily="34" charset="0"/>
              <a:buNone/>
              <a:defRPr sz="1400" b="1">
                <a:solidFill>
                  <a:schemeClr val="bg1"/>
                </a:solidFill>
              </a:defRPr>
            </a:lvl8pPr>
            <a:lvl9pPr marL="0" indent="0" algn="ctr">
              <a:spcBef>
                <a:spcPts val="0"/>
              </a:spcBef>
              <a:buFont typeface="Arial" panose="020B0604020202020204" pitchFamily="34" charset="0"/>
              <a:buNone/>
              <a:defRPr sz="1400" b="1">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3" name="Text Placeholder 78">
            <a:extLst>
              <a:ext uri="{FF2B5EF4-FFF2-40B4-BE49-F238E27FC236}">
                <a16:creationId xmlns:a16="http://schemas.microsoft.com/office/drawing/2014/main" id="{3E44FB15-E1CC-4448-8A9D-8FD59F42D029}"/>
              </a:ext>
            </a:extLst>
          </p:cNvPr>
          <p:cNvSpPr>
            <a:spLocks noGrp="1"/>
          </p:cNvSpPr>
          <p:nvPr>
            <p:ph type="body" sz="quarter" idx="18"/>
          </p:nvPr>
        </p:nvSpPr>
        <p:spPr bwMode="gray">
          <a:xfrm>
            <a:off x="431912" y="1848808"/>
            <a:ext cx="252066" cy="252000"/>
          </a:xfrm>
          <a:solidFill>
            <a:schemeClr val="tx1"/>
          </a:solidFill>
        </p:spPr>
        <p:txBody>
          <a:bodyPr anchor="ctr"/>
          <a:lstStyle>
            <a:lvl1pPr marL="0" indent="0" algn="ctr">
              <a:spcBef>
                <a:spcPts val="0"/>
              </a:spcBef>
              <a:buFont typeface="Arial" panose="020B0604020202020204" pitchFamily="34" charset="0"/>
              <a:buNone/>
              <a:defRPr sz="1400" b="1">
                <a:solidFill>
                  <a:schemeClr val="bg1"/>
                </a:solidFill>
                <a:latin typeface="Calibri" panose="020F0502020204030204" pitchFamily="34" charset="0"/>
                <a:cs typeface="Calibri" panose="020F0502020204030204" pitchFamily="34" charset="0"/>
              </a:defRPr>
            </a:lvl1pPr>
            <a:lvl2pPr marL="0" indent="0" algn="ctr">
              <a:spcBef>
                <a:spcPts val="0"/>
              </a:spcBef>
              <a:buFont typeface="Arial" panose="020B0604020202020204" pitchFamily="34" charset="0"/>
              <a:buNone/>
              <a:defRPr sz="1400" b="1">
                <a:solidFill>
                  <a:schemeClr val="bg1"/>
                </a:solidFill>
                <a:latin typeface="Calibri" panose="020F0502020204030204" pitchFamily="34" charset="0"/>
                <a:cs typeface="Calibri" panose="020F0502020204030204" pitchFamily="34" charset="0"/>
              </a:defRPr>
            </a:lvl2pPr>
            <a:lvl3pPr marL="0" indent="0" algn="ctr">
              <a:spcBef>
                <a:spcPts val="0"/>
              </a:spcBef>
              <a:buFont typeface="Arial" panose="020B0604020202020204" pitchFamily="34" charset="0"/>
              <a:buNone/>
              <a:defRPr sz="1400" b="1">
                <a:solidFill>
                  <a:schemeClr val="bg1"/>
                </a:solidFill>
                <a:latin typeface="Calibri" panose="020F0502020204030204" pitchFamily="34" charset="0"/>
                <a:cs typeface="Calibri" panose="020F0502020204030204" pitchFamily="34" charset="0"/>
              </a:defRPr>
            </a:lvl3pPr>
            <a:lvl4pPr marL="0" indent="0" algn="ctr">
              <a:spcBef>
                <a:spcPts val="0"/>
              </a:spcBef>
              <a:buFont typeface="Arial" panose="020B0604020202020204" pitchFamily="34" charset="0"/>
              <a:buNone/>
              <a:defRPr sz="1400" b="1">
                <a:solidFill>
                  <a:schemeClr val="bg1"/>
                </a:solidFill>
                <a:latin typeface="Calibri" panose="020F0502020204030204" pitchFamily="34" charset="0"/>
                <a:cs typeface="Calibri" panose="020F0502020204030204" pitchFamily="34" charset="0"/>
              </a:defRPr>
            </a:lvl4pPr>
            <a:lvl5pPr marL="0" indent="0" algn="ctr">
              <a:spcBef>
                <a:spcPts val="0"/>
              </a:spcBef>
              <a:buFont typeface="Arial" panose="020B0604020202020204" pitchFamily="34" charset="0"/>
              <a:buNone/>
              <a:defRPr sz="1400" b="1">
                <a:solidFill>
                  <a:schemeClr val="bg1"/>
                </a:solidFill>
                <a:latin typeface="Calibri" panose="020F0502020204030204" pitchFamily="34" charset="0"/>
                <a:cs typeface="Calibri" panose="020F0502020204030204" pitchFamily="34" charset="0"/>
              </a:defRPr>
            </a:lvl5pPr>
            <a:lvl6pPr marL="0" indent="0" algn="ctr">
              <a:spcBef>
                <a:spcPts val="0"/>
              </a:spcBef>
              <a:buFont typeface="Arial" panose="020B0604020202020204" pitchFamily="34" charset="0"/>
              <a:buNone/>
              <a:defRPr sz="1400" b="1">
                <a:solidFill>
                  <a:schemeClr val="bg1"/>
                </a:solidFill>
              </a:defRPr>
            </a:lvl6pPr>
            <a:lvl7pPr marL="0" indent="0" algn="ctr">
              <a:spcBef>
                <a:spcPts val="0"/>
              </a:spcBef>
              <a:buFont typeface="Arial" panose="020B0604020202020204" pitchFamily="34" charset="0"/>
              <a:buNone/>
              <a:defRPr sz="1400" b="1">
                <a:solidFill>
                  <a:schemeClr val="bg1"/>
                </a:solidFill>
              </a:defRPr>
            </a:lvl7pPr>
            <a:lvl8pPr marL="0" indent="0" algn="ctr">
              <a:spcBef>
                <a:spcPts val="0"/>
              </a:spcBef>
              <a:buFont typeface="Arial" panose="020B0604020202020204" pitchFamily="34" charset="0"/>
              <a:buNone/>
              <a:defRPr sz="1400" b="1">
                <a:solidFill>
                  <a:schemeClr val="bg1"/>
                </a:solidFill>
              </a:defRPr>
            </a:lvl8pPr>
            <a:lvl9pPr marL="0" indent="0" algn="ctr">
              <a:spcBef>
                <a:spcPts val="0"/>
              </a:spcBef>
              <a:buFont typeface="Arial" panose="020B0604020202020204" pitchFamily="34" charset="0"/>
              <a:buNone/>
              <a:defRPr sz="1400" b="1">
                <a:solidFill>
                  <a:schemeClr val="bg1"/>
                </a:solidFill>
              </a:defRPr>
            </a:lvl9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8" name="Text Placeholder 7">
            <a:extLst>
              <a:ext uri="{FF2B5EF4-FFF2-40B4-BE49-F238E27FC236}">
                <a16:creationId xmlns:a16="http://schemas.microsoft.com/office/drawing/2014/main" id="{AED67736-538E-4EDC-A684-6255A1612E97}"/>
              </a:ext>
            </a:extLst>
          </p:cNvPr>
          <p:cNvSpPr>
            <a:spLocks noGrp="1"/>
          </p:cNvSpPr>
          <p:nvPr>
            <p:ph type="body" sz="quarter" idx="13"/>
          </p:nvPr>
        </p:nvSpPr>
        <p:spPr bwMode="gray">
          <a:xfrm>
            <a:off x="824080" y="1689101"/>
            <a:ext cx="7475825" cy="571414"/>
          </a:xfrm>
        </p:spPr>
        <p:txBody>
          <a:bodyPr anchor="ctr"/>
          <a:lstStyle>
            <a:lvl1pPr marL="0" indent="0">
              <a:spcBef>
                <a:spcPts val="0"/>
              </a:spcBef>
              <a:buFont typeface="Arial" panose="020B0604020202020204" pitchFamily="34" charset="0"/>
              <a:buNone/>
              <a:defRPr sz="1800">
                <a:latin typeface="Calibri" panose="020F0502020204030204" pitchFamily="34" charset="0"/>
                <a:cs typeface="Calibri" panose="020F0502020204030204" pitchFamily="34" charset="0"/>
              </a:defRPr>
            </a:lvl1pPr>
            <a:lvl2pPr marL="0" indent="0">
              <a:spcBef>
                <a:spcPts val="0"/>
              </a:spcBef>
              <a:buNone/>
              <a:defRPr sz="1800">
                <a:latin typeface="Calibri" panose="020F0502020204030204" pitchFamily="34" charset="0"/>
                <a:cs typeface="Calibri" panose="020F0502020204030204" pitchFamily="34" charset="0"/>
              </a:defRPr>
            </a:lvl2pPr>
            <a:lvl3pPr marL="0" indent="0">
              <a:spcBef>
                <a:spcPts val="0"/>
              </a:spcBef>
              <a:buNone/>
              <a:defRPr sz="1800">
                <a:latin typeface="Calibri" panose="020F0502020204030204" pitchFamily="34" charset="0"/>
                <a:cs typeface="Calibri" panose="020F0502020204030204" pitchFamily="34" charset="0"/>
              </a:defRPr>
            </a:lvl3pPr>
            <a:lvl4pPr marL="0" indent="0">
              <a:spcBef>
                <a:spcPts val="0"/>
              </a:spcBef>
              <a:buNone/>
              <a:defRPr sz="1800">
                <a:latin typeface="Calibri" panose="020F0502020204030204" pitchFamily="34" charset="0"/>
                <a:cs typeface="Calibri" panose="020F0502020204030204" pitchFamily="34" charset="0"/>
              </a:defRPr>
            </a:lvl4pPr>
            <a:lvl5pPr marL="0" indent="0">
              <a:spcBef>
                <a:spcPts val="0"/>
              </a:spcBef>
              <a:buNone/>
              <a:defRPr sz="1800">
                <a:latin typeface="Calibri" panose="020F0502020204030204" pitchFamily="34" charset="0"/>
                <a:cs typeface="Calibri" panose="020F0502020204030204" pitchFamily="34" charset="0"/>
              </a:defRPr>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 name="Title 1"/>
          <p:cNvSpPr>
            <a:spLocks noGrp="1"/>
          </p:cNvSpPr>
          <p:nvPr>
            <p:ph type="title"/>
          </p:nvPr>
        </p:nvSpPr>
        <p:spPr bwMode="gray"/>
        <p:txBody>
          <a:bodyPr/>
          <a:lstStyle>
            <a:lvl1pPr>
              <a:defRPr>
                <a:latin typeface="Calibri" panose="020F0502020204030204" pitchFamily="34" charset="0"/>
                <a:cs typeface="Calibri" panose="020F0502020204030204" pitchFamily="34" charset="0"/>
              </a:defRPr>
            </a:lvl1pPr>
          </a:lstStyle>
          <a:p>
            <a:r>
              <a:rPr lang="de-DE"/>
              <a:t>Mastertitelformat bearbeiten</a:t>
            </a:r>
            <a:endParaRPr lang="en-US" dirty="0"/>
          </a:p>
        </p:txBody>
      </p:sp>
      <p:sp>
        <p:nvSpPr>
          <p:cNvPr id="4" name="Date Placeholder 3"/>
          <p:cNvSpPr>
            <a:spLocks noGrp="1"/>
          </p:cNvSpPr>
          <p:nvPr>
            <p:ph type="dt" sz="half" idx="10"/>
          </p:nvPr>
        </p:nvSpPr>
        <p:spPr bwMode="gray"/>
        <p:txBody>
          <a:bodyPr/>
          <a:lstStyle>
            <a:lvl1pPr>
              <a:defRPr>
                <a:latin typeface="Calibri" panose="020F0502020204030204" pitchFamily="34" charset="0"/>
                <a:cs typeface="Calibri" panose="020F0502020204030204" pitchFamily="34" charset="0"/>
              </a:defRPr>
            </a:lvl1pPr>
          </a:lstStyle>
          <a:p>
            <a:fld id="{8A4065F3-0B89-4DCA-811B-B0642510D177}" type="datetime1">
              <a:rPr lang="en-US" smtClean="0"/>
              <a:pPr/>
              <a:t>11/17/2022</a:t>
            </a:fld>
            <a:endParaRPr lang="en-US" dirty="0"/>
          </a:p>
        </p:txBody>
      </p:sp>
      <p:sp>
        <p:nvSpPr>
          <p:cNvPr id="5" name="Footer Placeholder 4"/>
          <p:cNvSpPr>
            <a:spLocks noGrp="1"/>
          </p:cNvSpPr>
          <p:nvPr>
            <p:ph type="ftr" sz="quarter" idx="11"/>
          </p:nvPr>
        </p:nvSpPr>
        <p:spPr bwMode="gray"/>
        <p:txBody>
          <a:bodyPr/>
          <a:lstStyle>
            <a:lvl1pPr>
              <a:defRPr>
                <a:latin typeface="Calibri" panose="020F0502020204030204" pitchFamily="34" charset="0"/>
                <a:cs typeface="Calibri" panose="020F0502020204030204" pitchFamily="34" charset="0"/>
              </a:defRPr>
            </a:lvl1pPr>
          </a:lstStyle>
          <a:p>
            <a:endParaRPr lang="en-US" dirty="0"/>
          </a:p>
        </p:txBody>
      </p:sp>
      <p:sp>
        <p:nvSpPr>
          <p:cNvPr id="6" name="Slide Number Placeholder 5"/>
          <p:cNvSpPr>
            <a:spLocks noGrp="1"/>
          </p:cNvSpPr>
          <p:nvPr>
            <p:ph type="sldNum" sz="quarter" idx="12"/>
          </p:nvPr>
        </p:nvSpPr>
        <p:spPr bwMode="gray"/>
        <p:txBody>
          <a:bodyPr/>
          <a:lstStyle/>
          <a:p>
            <a:fld id="{66AA3846-8976-4D24-8224-CEE1235CE9F4}" type="slidenum">
              <a:rPr lang="en-US" smtClean="0"/>
              <a:t>‹#›</a:t>
            </a:fld>
            <a:endParaRPr lang="en-US" dirty="0"/>
          </a:p>
        </p:txBody>
      </p:sp>
      <p:sp>
        <p:nvSpPr>
          <p:cNvPr id="11" name="Subtitle 2">
            <a:extLst>
              <a:ext uri="{FF2B5EF4-FFF2-40B4-BE49-F238E27FC236}">
                <a16:creationId xmlns:a16="http://schemas.microsoft.com/office/drawing/2014/main" id="{27D97A63-DA12-4A04-BBC9-D7F458EA1CB3}"/>
              </a:ext>
            </a:extLst>
          </p:cNvPr>
          <p:cNvSpPr>
            <a:spLocks noGrp="1"/>
          </p:cNvSpPr>
          <p:nvPr>
            <p:ph type="subTitle" idx="1"/>
          </p:nvPr>
        </p:nvSpPr>
        <p:spPr bwMode="gray">
          <a:xfrm>
            <a:off x="420004" y="1106489"/>
            <a:ext cx="11337702" cy="255587"/>
          </a:xfrm>
        </p:spPr>
        <p:txBody>
          <a:bodyPr/>
          <a:lstStyle>
            <a:lvl1pPr marL="0" indent="0" algn="l">
              <a:spcBef>
                <a:spcPts val="0"/>
              </a:spcBef>
              <a:buNone/>
              <a:defRPr sz="1600" b="1">
                <a:latin typeface="Calibri" panose="020F0502020204030204" pitchFamily="34" charset="0"/>
                <a:cs typeface="Calibri" panose="020F0502020204030204" pitchFamily="34" charset="0"/>
              </a:defRPr>
            </a:lvl1pPr>
            <a:lvl2pPr marL="0" indent="0" algn="l">
              <a:spcBef>
                <a:spcPts val="0"/>
              </a:spcBef>
              <a:buNone/>
              <a:defRPr sz="1600" b="1"/>
            </a:lvl2pPr>
            <a:lvl3pPr marL="0" indent="0" algn="l">
              <a:spcBef>
                <a:spcPts val="0"/>
              </a:spcBef>
              <a:buNone/>
              <a:defRPr sz="1600" b="1"/>
            </a:lvl3pPr>
            <a:lvl4pPr marL="0" indent="0" algn="l">
              <a:spcBef>
                <a:spcPts val="0"/>
              </a:spcBef>
              <a:buNone/>
              <a:defRPr sz="1600" b="1"/>
            </a:lvl4pPr>
            <a:lvl5pPr marL="0" indent="0" algn="l">
              <a:spcBef>
                <a:spcPts val="0"/>
              </a:spcBef>
              <a:buNone/>
              <a:defRPr sz="1600" b="1"/>
            </a:lvl5pPr>
            <a:lvl6pPr marL="0" indent="0" algn="l">
              <a:spcBef>
                <a:spcPts val="0"/>
              </a:spcBef>
              <a:buNone/>
              <a:defRPr sz="1600" b="1"/>
            </a:lvl6pPr>
            <a:lvl7pPr marL="0" indent="0" algn="l">
              <a:spcBef>
                <a:spcPts val="0"/>
              </a:spcBef>
              <a:buNone/>
              <a:defRPr sz="1600" b="1"/>
            </a:lvl7pPr>
            <a:lvl8pPr marL="0" indent="0" algn="l">
              <a:spcBef>
                <a:spcPts val="0"/>
              </a:spcBef>
              <a:buNone/>
              <a:defRPr sz="1600" b="1"/>
            </a:lvl8pPr>
            <a:lvl9pPr marL="0" indent="0" algn="l">
              <a:spcBef>
                <a:spcPts val="0"/>
              </a:spcBef>
              <a:buNone/>
              <a:defRPr sz="1600" b="1"/>
            </a:lvl9pPr>
          </a:lstStyle>
          <a:p>
            <a:pPr lvl="0"/>
            <a:r>
              <a:rPr lang="de-DE"/>
              <a:t>Master-Untertitelformat bearbeiten</a:t>
            </a:r>
            <a:endParaRPr lang="en-US" dirty="0"/>
          </a:p>
        </p:txBody>
      </p:sp>
      <p:sp>
        <p:nvSpPr>
          <p:cNvPr id="19" name="Text Placeholder 7">
            <a:extLst>
              <a:ext uri="{FF2B5EF4-FFF2-40B4-BE49-F238E27FC236}">
                <a16:creationId xmlns:a16="http://schemas.microsoft.com/office/drawing/2014/main" id="{EB06762B-9338-490E-A51A-86178D17E4AF}"/>
              </a:ext>
            </a:extLst>
          </p:cNvPr>
          <p:cNvSpPr>
            <a:spLocks noGrp="1"/>
          </p:cNvSpPr>
          <p:nvPr>
            <p:ph type="body" sz="quarter" idx="14"/>
          </p:nvPr>
        </p:nvSpPr>
        <p:spPr bwMode="gray">
          <a:xfrm>
            <a:off x="824080" y="2386948"/>
            <a:ext cx="7475825" cy="571414"/>
          </a:xfrm>
        </p:spPr>
        <p:txBody>
          <a:bodyPr anchor="ctr"/>
          <a:lstStyle>
            <a:lvl1pPr marL="0" indent="0">
              <a:spcBef>
                <a:spcPts val="0"/>
              </a:spcBef>
              <a:buFont typeface="Arial" panose="020B0604020202020204" pitchFamily="34" charset="0"/>
              <a:buNone/>
              <a:defRPr sz="1800">
                <a:latin typeface="Calibri" panose="020F0502020204030204" pitchFamily="34" charset="0"/>
                <a:cs typeface="Calibri" panose="020F0502020204030204" pitchFamily="34" charset="0"/>
              </a:defRPr>
            </a:lvl1pPr>
            <a:lvl2pPr marL="0" indent="0">
              <a:spcBef>
                <a:spcPts val="0"/>
              </a:spcBef>
              <a:buNone/>
              <a:defRPr sz="1800">
                <a:latin typeface="Calibri" panose="020F0502020204030204" pitchFamily="34" charset="0"/>
                <a:cs typeface="Calibri" panose="020F0502020204030204" pitchFamily="34" charset="0"/>
              </a:defRPr>
            </a:lvl2pPr>
            <a:lvl3pPr marL="0" indent="0">
              <a:spcBef>
                <a:spcPts val="0"/>
              </a:spcBef>
              <a:buNone/>
              <a:defRPr sz="1800">
                <a:latin typeface="Calibri" panose="020F0502020204030204" pitchFamily="34" charset="0"/>
                <a:cs typeface="Calibri" panose="020F0502020204030204" pitchFamily="34" charset="0"/>
              </a:defRPr>
            </a:lvl3pPr>
            <a:lvl4pPr marL="0" indent="0">
              <a:spcBef>
                <a:spcPts val="0"/>
              </a:spcBef>
              <a:buNone/>
              <a:defRPr sz="1800">
                <a:latin typeface="Calibri" panose="020F0502020204030204" pitchFamily="34" charset="0"/>
                <a:cs typeface="Calibri" panose="020F0502020204030204" pitchFamily="34" charset="0"/>
              </a:defRPr>
            </a:lvl4pPr>
            <a:lvl5pPr marL="0" indent="0">
              <a:spcBef>
                <a:spcPts val="0"/>
              </a:spcBef>
              <a:buNone/>
              <a:defRPr sz="1800">
                <a:latin typeface="Calibri" panose="020F0502020204030204" pitchFamily="34" charset="0"/>
                <a:cs typeface="Calibri" panose="020F0502020204030204" pitchFamily="34" charset="0"/>
              </a:defRPr>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0" name="Text Placeholder 7">
            <a:extLst>
              <a:ext uri="{FF2B5EF4-FFF2-40B4-BE49-F238E27FC236}">
                <a16:creationId xmlns:a16="http://schemas.microsoft.com/office/drawing/2014/main" id="{17A05CAE-6C1F-4478-A298-68483FDDB387}"/>
              </a:ext>
            </a:extLst>
          </p:cNvPr>
          <p:cNvSpPr>
            <a:spLocks noGrp="1"/>
          </p:cNvSpPr>
          <p:nvPr>
            <p:ph type="body" sz="quarter" idx="15"/>
          </p:nvPr>
        </p:nvSpPr>
        <p:spPr bwMode="gray">
          <a:xfrm>
            <a:off x="824080" y="3084795"/>
            <a:ext cx="7475825" cy="571414"/>
          </a:xfrm>
        </p:spPr>
        <p:txBody>
          <a:bodyPr anchor="ctr"/>
          <a:lstStyle>
            <a:lvl1pPr marL="0" indent="0">
              <a:spcBef>
                <a:spcPts val="0"/>
              </a:spcBef>
              <a:buFont typeface="Arial" panose="020B0604020202020204" pitchFamily="34" charset="0"/>
              <a:buNone/>
              <a:defRPr sz="1800">
                <a:latin typeface="Calibri" panose="020F0502020204030204" pitchFamily="34" charset="0"/>
                <a:cs typeface="Calibri" panose="020F0502020204030204" pitchFamily="34" charset="0"/>
              </a:defRPr>
            </a:lvl1pPr>
            <a:lvl2pPr marL="0" indent="0">
              <a:spcBef>
                <a:spcPts val="0"/>
              </a:spcBef>
              <a:buNone/>
              <a:defRPr sz="1800">
                <a:latin typeface="Calibri" panose="020F0502020204030204" pitchFamily="34" charset="0"/>
                <a:cs typeface="Calibri" panose="020F0502020204030204" pitchFamily="34" charset="0"/>
              </a:defRPr>
            </a:lvl2pPr>
            <a:lvl3pPr marL="0" indent="0">
              <a:spcBef>
                <a:spcPts val="0"/>
              </a:spcBef>
              <a:buNone/>
              <a:defRPr sz="1800">
                <a:latin typeface="Calibri" panose="020F0502020204030204" pitchFamily="34" charset="0"/>
                <a:cs typeface="Calibri" panose="020F0502020204030204" pitchFamily="34" charset="0"/>
              </a:defRPr>
            </a:lvl3pPr>
            <a:lvl4pPr marL="0" indent="0">
              <a:spcBef>
                <a:spcPts val="0"/>
              </a:spcBef>
              <a:buNone/>
              <a:defRPr sz="1800">
                <a:latin typeface="Calibri" panose="020F0502020204030204" pitchFamily="34" charset="0"/>
                <a:cs typeface="Calibri" panose="020F0502020204030204" pitchFamily="34" charset="0"/>
              </a:defRPr>
            </a:lvl4pPr>
            <a:lvl5pPr marL="0" indent="0">
              <a:spcBef>
                <a:spcPts val="0"/>
              </a:spcBef>
              <a:buNone/>
              <a:defRPr sz="1800">
                <a:latin typeface="Calibri" panose="020F0502020204030204" pitchFamily="34" charset="0"/>
                <a:cs typeface="Calibri" panose="020F0502020204030204" pitchFamily="34" charset="0"/>
              </a:defRPr>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1" name="Text Placeholder 7">
            <a:extLst>
              <a:ext uri="{FF2B5EF4-FFF2-40B4-BE49-F238E27FC236}">
                <a16:creationId xmlns:a16="http://schemas.microsoft.com/office/drawing/2014/main" id="{1F73A826-EA84-46CA-A188-B6B782DCF9D7}"/>
              </a:ext>
            </a:extLst>
          </p:cNvPr>
          <p:cNvSpPr>
            <a:spLocks noGrp="1"/>
          </p:cNvSpPr>
          <p:nvPr>
            <p:ph type="body" sz="quarter" idx="16"/>
          </p:nvPr>
        </p:nvSpPr>
        <p:spPr bwMode="gray">
          <a:xfrm>
            <a:off x="824080" y="3782642"/>
            <a:ext cx="7475825" cy="571414"/>
          </a:xfrm>
        </p:spPr>
        <p:txBody>
          <a:bodyPr anchor="ctr"/>
          <a:lstStyle>
            <a:lvl1pPr marL="0" indent="0">
              <a:spcBef>
                <a:spcPts val="0"/>
              </a:spcBef>
              <a:buFont typeface="Arial" panose="020B0604020202020204" pitchFamily="34" charset="0"/>
              <a:buNone/>
              <a:defRPr sz="1800">
                <a:latin typeface="Calibri" panose="020F0502020204030204" pitchFamily="34" charset="0"/>
                <a:cs typeface="Calibri" panose="020F0502020204030204" pitchFamily="34" charset="0"/>
              </a:defRPr>
            </a:lvl1pPr>
            <a:lvl2pPr marL="0" indent="0">
              <a:spcBef>
                <a:spcPts val="0"/>
              </a:spcBef>
              <a:buNone/>
              <a:defRPr sz="1800">
                <a:latin typeface="Calibri" panose="020F0502020204030204" pitchFamily="34" charset="0"/>
                <a:cs typeface="Calibri" panose="020F0502020204030204" pitchFamily="34" charset="0"/>
              </a:defRPr>
            </a:lvl2pPr>
            <a:lvl3pPr marL="0" indent="0">
              <a:spcBef>
                <a:spcPts val="0"/>
              </a:spcBef>
              <a:buNone/>
              <a:defRPr sz="1800">
                <a:latin typeface="Calibri" panose="020F0502020204030204" pitchFamily="34" charset="0"/>
                <a:cs typeface="Calibri" panose="020F0502020204030204" pitchFamily="34" charset="0"/>
              </a:defRPr>
            </a:lvl3pPr>
            <a:lvl4pPr marL="0" indent="0">
              <a:spcBef>
                <a:spcPts val="0"/>
              </a:spcBef>
              <a:buNone/>
              <a:defRPr sz="1800">
                <a:latin typeface="Calibri" panose="020F0502020204030204" pitchFamily="34" charset="0"/>
                <a:cs typeface="Calibri" panose="020F0502020204030204" pitchFamily="34" charset="0"/>
              </a:defRPr>
            </a:lvl4pPr>
            <a:lvl5pPr marL="0" indent="0">
              <a:spcBef>
                <a:spcPts val="0"/>
              </a:spcBef>
              <a:buNone/>
              <a:defRPr sz="1800">
                <a:latin typeface="Calibri" panose="020F0502020204030204" pitchFamily="34" charset="0"/>
                <a:cs typeface="Calibri" panose="020F0502020204030204" pitchFamily="34" charset="0"/>
              </a:defRPr>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2" name="Text Placeholder 7">
            <a:extLst>
              <a:ext uri="{FF2B5EF4-FFF2-40B4-BE49-F238E27FC236}">
                <a16:creationId xmlns:a16="http://schemas.microsoft.com/office/drawing/2014/main" id="{096E7866-DDAF-4CED-822B-608E7473BB5F}"/>
              </a:ext>
            </a:extLst>
          </p:cNvPr>
          <p:cNvSpPr>
            <a:spLocks noGrp="1"/>
          </p:cNvSpPr>
          <p:nvPr>
            <p:ph type="body" sz="quarter" idx="17"/>
          </p:nvPr>
        </p:nvSpPr>
        <p:spPr bwMode="gray">
          <a:xfrm>
            <a:off x="824080" y="4480488"/>
            <a:ext cx="7475825" cy="571414"/>
          </a:xfrm>
        </p:spPr>
        <p:txBody>
          <a:bodyPr anchor="ctr"/>
          <a:lstStyle>
            <a:lvl1pPr marL="0" indent="0">
              <a:spcBef>
                <a:spcPts val="0"/>
              </a:spcBef>
              <a:buFont typeface="Arial" panose="020B0604020202020204" pitchFamily="34" charset="0"/>
              <a:buNone/>
              <a:defRPr sz="1800">
                <a:latin typeface="Calibri" panose="020F0502020204030204" pitchFamily="34" charset="0"/>
                <a:cs typeface="Calibri" panose="020F0502020204030204" pitchFamily="34" charset="0"/>
              </a:defRPr>
            </a:lvl1pPr>
            <a:lvl2pPr marL="0" indent="0">
              <a:spcBef>
                <a:spcPts val="0"/>
              </a:spcBef>
              <a:buNone/>
              <a:defRPr sz="1800">
                <a:latin typeface="Calibri" panose="020F0502020204030204" pitchFamily="34" charset="0"/>
                <a:cs typeface="Calibri" panose="020F0502020204030204" pitchFamily="34" charset="0"/>
              </a:defRPr>
            </a:lvl2pPr>
            <a:lvl3pPr marL="0" indent="0">
              <a:spcBef>
                <a:spcPts val="0"/>
              </a:spcBef>
              <a:buNone/>
              <a:defRPr sz="1800">
                <a:latin typeface="Calibri" panose="020F0502020204030204" pitchFamily="34" charset="0"/>
                <a:cs typeface="Calibri" panose="020F0502020204030204" pitchFamily="34" charset="0"/>
              </a:defRPr>
            </a:lvl3pPr>
            <a:lvl4pPr marL="0" indent="0">
              <a:spcBef>
                <a:spcPts val="0"/>
              </a:spcBef>
              <a:buNone/>
              <a:defRPr sz="1800">
                <a:latin typeface="Calibri" panose="020F0502020204030204" pitchFamily="34" charset="0"/>
                <a:cs typeface="Calibri" panose="020F0502020204030204" pitchFamily="34" charset="0"/>
              </a:defRPr>
            </a:lvl4pPr>
            <a:lvl5pPr marL="0" indent="0">
              <a:spcBef>
                <a:spcPts val="0"/>
              </a:spcBef>
              <a:buNone/>
              <a:defRPr sz="1800">
                <a:latin typeface="Calibri" panose="020F0502020204030204" pitchFamily="34" charset="0"/>
                <a:cs typeface="Calibri" panose="020F0502020204030204" pitchFamily="34" charset="0"/>
              </a:defRPr>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96988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ext">
    <p:spTree>
      <p:nvGrpSpPr>
        <p:cNvPr id="1" name=""/>
        <p:cNvGrpSpPr/>
        <p:nvPr/>
      </p:nvGrpSpPr>
      <p:grpSpPr>
        <a:xfrm>
          <a:off x="0" y="0"/>
          <a:ext cx="0" cy="0"/>
          <a:chOff x="0" y="0"/>
          <a:chExt cx="0" cy="0"/>
        </a:xfrm>
      </p:grpSpPr>
      <p:sp>
        <p:nvSpPr>
          <p:cNvPr id="23" name="Text Placeholder 78">
            <a:extLst>
              <a:ext uri="{FF2B5EF4-FFF2-40B4-BE49-F238E27FC236}">
                <a16:creationId xmlns:a16="http://schemas.microsoft.com/office/drawing/2014/main" id="{120556BE-D7B5-4C3F-B270-1F39E006AB7F}"/>
              </a:ext>
            </a:extLst>
          </p:cNvPr>
          <p:cNvSpPr>
            <a:spLocks noGrp="1"/>
          </p:cNvSpPr>
          <p:nvPr>
            <p:ph type="body" sz="quarter" idx="14"/>
          </p:nvPr>
        </p:nvSpPr>
        <p:spPr bwMode="gray">
          <a:xfrm>
            <a:off x="431912" y="506707"/>
            <a:ext cx="115230" cy="115200"/>
          </a:xfrm>
          <a:solidFill>
            <a:schemeClr val="tx1"/>
          </a:solidFill>
        </p:spPr>
        <p:txBody>
          <a:bodyPr anchor="ctr"/>
          <a:lstStyle>
            <a:lvl1pPr marL="0" indent="0" algn="ctr">
              <a:spcBef>
                <a:spcPts val="0"/>
              </a:spcBef>
              <a:buFont typeface="Arial" panose="020B0604020202020204" pitchFamily="34" charset="0"/>
              <a:buNone/>
              <a:defRPr sz="800">
                <a:solidFill>
                  <a:schemeClr val="bg1"/>
                </a:solidFill>
              </a:defRPr>
            </a:lvl1pPr>
            <a:lvl2pPr marL="0" indent="0" algn="ctr">
              <a:spcBef>
                <a:spcPts val="0"/>
              </a:spcBef>
              <a:buFont typeface="Arial" panose="020B0604020202020204" pitchFamily="34" charset="0"/>
              <a:buNone/>
              <a:defRPr sz="800">
                <a:solidFill>
                  <a:schemeClr val="bg1"/>
                </a:solidFill>
              </a:defRPr>
            </a:lvl2pPr>
            <a:lvl3pPr marL="0" indent="0" algn="ctr">
              <a:spcBef>
                <a:spcPts val="0"/>
              </a:spcBef>
              <a:buFont typeface="Arial" panose="020B0604020202020204" pitchFamily="34" charset="0"/>
              <a:buNone/>
              <a:defRPr sz="800">
                <a:solidFill>
                  <a:schemeClr val="bg1"/>
                </a:solidFill>
              </a:defRPr>
            </a:lvl3pPr>
            <a:lvl4pPr marL="0" indent="0" algn="ctr">
              <a:spcBef>
                <a:spcPts val="0"/>
              </a:spcBef>
              <a:buFont typeface="Arial" panose="020B0604020202020204" pitchFamily="34" charset="0"/>
              <a:buNone/>
              <a:defRPr sz="800">
                <a:solidFill>
                  <a:schemeClr val="bg1"/>
                </a:solidFill>
              </a:defRPr>
            </a:lvl4pPr>
            <a:lvl5pPr marL="0" indent="0" algn="ctr">
              <a:spcBef>
                <a:spcPts val="0"/>
              </a:spcBef>
              <a:buFont typeface="Arial" panose="020B0604020202020204" pitchFamily="34" charset="0"/>
              <a:buNone/>
              <a:defRPr sz="800">
                <a:solidFill>
                  <a:schemeClr val="bg1"/>
                </a:solidFill>
              </a:defRPr>
            </a:lvl5pPr>
            <a:lvl6pPr marL="0" indent="0" algn="ctr">
              <a:spcBef>
                <a:spcPts val="0"/>
              </a:spcBef>
              <a:buFont typeface="Arial" panose="020B0604020202020204" pitchFamily="34" charset="0"/>
              <a:buNone/>
              <a:defRPr sz="800">
                <a:solidFill>
                  <a:schemeClr val="bg1"/>
                </a:solidFill>
              </a:defRPr>
            </a:lvl6pPr>
            <a:lvl7pPr marL="0" indent="0" algn="ctr">
              <a:spcBef>
                <a:spcPts val="0"/>
              </a:spcBef>
              <a:buFont typeface="Arial" panose="020B0604020202020204" pitchFamily="34" charset="0"/>
              <a:buNone/>
              <a:defRPr sz="800">
                <a:solidFill>
                  <a:schemeClr val="bg1"/>
                </a:solidFill>
              </a:defRPr>
            </a:lvl7pPr>
            <a:lvl8pPr marL="0" indent="0" algn="ctr">
              <a:spcBef>
                <a:spcPts val="0"/>
              </a:spcBef>
              <a:buFont typeface="Arial" panose="020B0604020202020204" pitchFamily="34" charset="0"/>
              <a:buNone/>
              <a:defRPr sz="800">
                <a:solidFill>
                  <a:schemeClr val="bg1"/>
                </a:solidFill>
              </a:defRPr>
            </a:lvl8pPr>
            <a:lvl9pPr marL="0" indent="0" algn="ctr">
              <a:spcBef>
                <a:spcPts val="0"/>
              </a:spcBef>
              <a:buFont typeface="Arial" panose="020B0604020202020204" pitchFamily="34" charset="0"/>
              <a:buNone/>
              <a:defRPr sz="800">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2" name="Text Placeholder 78">
            <a:extLst>
              <a:ext uri="{FF2B5EF4-FFF2-40B4-BE49-F238E27FC236}">
                <a16:creationId xmlns:a16="http://schemas.microsoft.com/office/drawing/2014/main" id="{DC30A21F-69AB-41BB-B892-4EFBC7626059}"/>
              </a:ext>
            </a:extLst>
          </p:cNvPr>
          <p:cNvSpPr>
            <a:spLocks noGrp="1"/>
          </p:cNvSpPr>
          <p:nvPr>
            <p:ph type="body" sz="quarter" idx="15"/>
          </p:nvPr>
        </p:nvSpPr>
        <p:spPr bwMode="gray">
          <a:xfrm>
            <a:off x="592401" y="488810"/>
            <a:ext cx="5858499" cy="155180"/>
          </a:xfrm>
          <a:noFill/>
          <a:ln>
            <a:noFill/>
          </a:ln>
        </p:spPr>
        <p:txBody>
          <a:bodyPr anchor="t"/>
          <a:lstStyle>
            <a:lvl1pPr marL="0" indent="0" algn="l">
              <a:spcBef>
                <a:spcPts val="0"/>
              </a:spcBef>
              <a:buFont typeface="Arial" panose="020B0604020202020204" pitchFamily="34" charset="0"/>
              <a:buNone/>
              <a:defRPr sz="1000">
                <a:solidFill>
                  <a:schemeClr val="tx1"/>
                </a:solidFill>
              </a:defRPr>
            </a:lvl1pPr>
            <a:lvl2pPr marL="0" indent="0" algn="l">
              <a:spcBef>
                <a:spcPts val="0"/>
              </a:spcBef>
              <a:buFont typeface="Arial" panose="020B0604020202020204" pitchFamily="34" charset="0"/>
              <a:buNone/>
              <a:defRPr sz="1000">
                <a:solidFill>
                  <a:schemeClr val="tx1"/>
                </a:solidFill>
              </a:defRPr>
            </a:lvl2pPr>
            <a:lvl3pPr marL="0" indent="0" algn="l">
              <a:spcBef>
                <a:spcPts val="0"/>
              </a:spcBef>
              <a:buFont typeface="Arial" panose="020B0604020202020204" pitchFamily="34" charset="0"/>
              <a:buNone/>
              <a:defRPr sz="1000">
                <a:solidFill>
                  <a:schemeClr val="tx1"/>
                </a:solidFill>
              </a:defRPr>
            </a:lvl3pPr>
            <a:lvl4pPr marL="0" indent="0" algn="l">
              <a:spcBef>
                <a:spcPts val="0"/>
              </a:spcBef>
              <a:buFont typeface="Arial" panose="020B0604020202020204" pitchFamily="34" charset="0"/>
              <a:buNone/>
              <a:defRPr sz="1000">
                <a:solidFill>
                  <a:schemeClr val="tx1"/>
                </a:solidFill>
              </a:defRPr>
            </a:lvl4pPr>
            <a:lvl5pPr marL="0" indent="0" algn="l">
              <a:spcBef>
                <a:spcPts val="0"/>
              </a:spcBef>
              <a:buFont typeface="Arial" panose="020B0604020202020204" pitchFamily="34" charset="0"/>
              <a:buNone/>
              <a:defRPr sz="1000">
                <a:solidFill>
                  <a:schemeClr val="tx1"/>
                </a:solidFill>
              </a:defRPr>
            </a:lvl5pPr>
            <a:lvl6pPr marL="0" indent="0" algn="l">
              <a:spcBef>
                <a:spcPts val="0"/>
              </a:spcBef>
              <a:buFont typeface="Arial" panose="020B0604020202020204" pitchFamily="34" charset="0"/>
              <a:buNone/>
              <a:defRPr sz="1000">
                <a:solidFill>
                  <a:schemeClr val="tx1"/>
                </a:solidFill>
              </a:defRPr>
            </a:lvl6pPr>
            <a:lvl7pPr marL="0" indent="0" algn="l">
              <a:spcBef>
                <a:spcPts val="0"/>
              </a:spcBef>
              <a:buFont typeface="Arial" panose="020B0604020202020204" pitchFamily="34" charset="0"/>
              <a:buNone/>
              <a:defRPr sz="1000">
                <a:solidFill>
                  <a:schemeClr val="tx1"/>
                </a:solidFill>
              </a:defRPr>
            </a:lvl7pPr>
            <a:lvl8pPr marL="0" indent="0" algn="l">
              <a:spcBef>
                <a:spcPts val="0"/>
              </a:spcBef>
              <a:buFont typeface="Arial" panose="020B0604020202020204" pitchFamily="34" charset="0"/>
              <a:buNone/>
              <a:defRPr sz="1000">
                <a:solidFill>
                  <a:schemeClr val="tx1"/>
                </a:solidFill>
              </a:defRPr>
            </a:lvl8pPr>
            <a:lvl9pPr marL="0" indent="0" algn="l">
              <a:spcBef>
                <a:spcPts val="0"/>
              </a:spcBef>
              <a:buFont typeface="Arial" panose="020B0604020202020204" pitchFamily="34" charset="0"/>
              <a:buNone/>
              <a:defRPr sz="1000">
                <a:solidFill>
                  <a:schemeClr val="tx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 name="Title 1"/>
          <p:cNvSpPr>
            <a:spLocks noGrp="1"/>
          </p:cNvSpPr>
          <p:nvPr>
            <p:ph type="title"/>
          </p:nvPr>
        </p:nvSpPr>
        <p:spPr bwMode="gray"/>
        <p:txBody>
          <a:bodyPr/>
          <a:lstStyle/>
          <a:p>
            <a:r>
              <a:rPr lang="de-DE"/>
              <a:t>Mastertitelformat bearbeiten</a:t>
            </a:r>
            <a:endParaRPr lang="en-US" dirty="0"/>
          </a:p>
        </p:txBody>
      </p:sp>
      <p:sp>
        <p:nvSpPr>
          <p:cNvPr id="4" name="Date Placeholder 3"/>
          <p:cNvSpPr>
            <a:spLocks noGrp="1"/>
          </p:cNvSpPr>
          <p:nvPr>
            <p:ph type="dt" sz="half" idx="10"/>
          </p:nvPr>
        </p:nvSpPr>
        <p:spPr bwMode="gray"/>
        <p:txBody>
          <a:bodyPr/>
          <a:lstStyle/>
          <a:p>
            <a:fld id="{B08FB2D3-05D4-4B98-9AF1-9022C0492E12}" type="datetime1">
              <a:rPr lang="en-US" smtClean="0"/>
              <a:t>11/17/2022</a:t>
            </a:fld>
            <a:endParaRPr lang="en-US" dirty="0"/>
          </a:p>
        </p:txBody>
      </p:sp>
      <p:sp>
        <p:nvSpPr>
          <p:cNvPr id="5" name="Footer Placeholder 4"/>
          <p:cNvSpPr>
            <a:spLocks noGrp="1"/>
          </p:cNvSpPr>
          <p:nvPr>
            <p:ph type="ftr" sz="quarter" idx="11"/>
          </p:nvPr>
        </p:nvSpPr>
        <p:spPr bwMode="gray"/>
        <p:txBody>
          <a:bodyPr/>
          <a:lstStyle/>
          <a:p>
            <a:endParaRPr lang="en-US" dirty="0"/>
          </a:p>
        </p:txBody>
      </p:sp>
      <p:sp>
        <p:nvSpPr>
          <p:cNvPr id="6" name="Slide Number Placeholder 5"/>
          <p:cNvSpPr>
            <a:spLocks noGrp="1"/>
          </p:cNvSpPr>
          <p:nvPr>
            <p:ph type="sldNum" sz="quarter" idx="12"/>
          </p:nvPr>
        </p:nvSpPr>
        <p:spPr bwMode="gray"/>
        <p:txBody>
          <a:bodyPr/>
          <a:lstStyle/>
          <a:p>
            <a:fld id="{66AA3846-8976-4D24-8224-CEE1235CE9F4}" type="slidenum">
              <a:rPr lang="en-US" smtClean="0"/>
              <a:t>‹#›</a:t>
            </a:fld>
            <a:endParaRPr lang="en-US" dirty="0"/>
          </a:p>
        </p:txBody>
      </p:sp>
      <p:sp>
        <p:nvSpPr>
          <p:cNvPr id="8" name="Text Placeholder 7">
            <a:extLst>
              <a:ext uri="{FF2B5EF4-FFF2-40B4-BE49-F238E27FC236}">
                <a16:creationId xmlns:a16="http://schemas.microsoft.com/office/drawing/2014/main" id="{AED67736-538E-4EDC-A684-6255A1612E97}"/>
              </a:ext>
            </a:extLst>
          </p:cNvPr>
          <p:cNvSpPr>
            <a:spLocks noGrp="1"/>
          </p:cNvSpPr>
          <p:nvPr>
            <p:ph type="body" sz="quarter" idx="13"/>
          </p:nvPr>
        </p:nvSpPr>
        <p:spPr bwMode="gray">
          <a:xfrm>
            <a:off x="420002" y="1701005"/>
            <a:ext cx="11337704" cy="4619627"/>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11" name="Subtitle 2">
            <a:extLst>
              <a:ext uri="{FF2B5EF4-FFF2-40B4-BE49-F238E27FC236}">
                <a16:creationId xmlns:a16="http://schemas.microsoft.com/office/drawing/2014/main" id="{27D97A63-DA12-4A04-BBC9-D7F458EA1CB3}"/>
              </a:ext>
            </a:extLst>
          </p:cNvPr>
          <p:cNvSpPr>
            <a:spLocks noGrp="1"/>
          </p:cNvSpPr>
          <p:nvPr>
            <p:ph type="subTitle" idx="1"/>
          </p:nvPr>
        </p:nvSpPr>
        <p:spPr bwMode="gray">
          <a:xfrm>
            <a:off x="420004" y="1106489"/>
            <a:ext cx="11337702" cy="255587"/>
          </a:xfrm>
        </p:spPr>
        <p:txBody>
          <a:bodyPr/>
          <a:lstStyle>
            <a:lvl1pPr marL="0" indent="0" algn="l">
              <a:spcBef>
                <a:spcPts val="0"/>
              </a:spcBef>
              <a:buNone/>
              <a:defRPr sz="1600" b="1"/>
            </a:lvl1pPr>
            <a:lvl2pPr marL="0" indent="0" algn="l">
              <a:spcBef>
                <a:spcPts val="0"/>
              </a:spcBef>
              <a:buNone/>
              <a:defRPr sz="1600" b="1"/>
            </a:lvl2pPr>
            <a:lvl3pPr marL="0" indent="0" algn="l">
              <a:spcBef>
                <a:spcPts val="0"/>
              </a:spcBef>
              <a:buNone/>
              <a:defRPr sz="1600" b="1"/>
            </a:lvl3pPr>
            <a:lvl4pPr marL="0" indent="0" algn="l">
              <a:spcBef>
                <a:spcPts val="0"/>
              </a:spcBef>
              <a:buNone/>
              <a:defRPr sz="1600" b="1"/>
            </a:lvl4pPr>
            <a:lvl5pPr marL="0" indent="0" algn="l">
              <a:spcBef>
                <a:spcPts val="0"/>
              </a:spcBef>
              <a:buNone/>
              <a:defRPr sz="1600" b="1"/>
            </a:lvl5pPr>
            <a:lvl6pPr marL="0" indent="0" algn="l">
              <a:spcBef>
                <a:spcPts val="0"/>
              </a:spcBef>
              <a:buNone/>
              <a:defRPr sz="1600" b="1"/>
            </a:lvl6pPr>
            <a:lvl7pPr marL="0" indent="0" algn="l">
              <a:spcBef>
                <a:spcPts val="0"/>
              </a:spcBef>
              <a:buNone/>
              <a:defRPr sz="1600" b="1"/>
            </a:lvl7pPr>
            <a:lvl8pPr marL="0" indent="0" algn="l">
              <a:spcBef>
                <a:spcPts val="0"/>
              </a:spcBef>
              <a:buNone/>
              <a:defRPr sz="1600" b="1"/>
            </a:lvl8pPr>
            <a:lvl9pPr marL="0" indent="0" algn="l">
              <a:spcBef>
                <a:spcPts val="0"/>
              </a:spcBef>
              <a:buNone/>
              <a:defRPr sz="1600" b="1"/>
            </a:lvl9pPr>
          </a:lstStyle>
          <a:p>
            <a:pPr lvl="0"/>
            <a:r>
              <a:rPr lang="de-DE"/>
              <a:t>Master-Untertitelformat bearbeiten</a:t>
            </a:r>
            <a:endParaRPr lang="en-US" dirty="0"/>
          </a:p>
        </p:txBody>
      </p:sp>
    </p:spTree>
    <p:extLst>
      <p:ext uri="{BB962C8B-B14F-4D97-AF65-F5344CB8AC3E}">
        <p14:creationId xmlns:p14="http://schemas.microsoft.com/office/powerpoint/2010/main" val="2791718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ext (2)">
    <p:spTree>
      <p:nvGrpSpPr>
        <p:cNvPr id="1" name=""/>
        <p:cNvGrpSpPr/>
        <p:nvPr/>
      </p:nvGrpSpPr>
      <p:grpSpPr>
        <a:xfrm>
          <a:off x="0" y="0"/>
          <a:ext cx="0" cy="0"/>
          <a:chOff x="0" y="0"/>
          <a:chExt cx="0" cy="0"/>
        </a:xfrm>
      </p:grpSpPr>
      <p:sp>
        <p:nvSpPr>
          <p:cNvPr id="20" name="Text Placeholder 78">
            <a:extLst>
              <a:ext uri="{FF2B5EF4-FFF2-40B4-BE49-F238E27FC236}">
                <a16:creationId xmlns:a16="http://schemas.microsoft.com/office/drawing/2014/main" id="{F7099330-976A-47A5-84BF-B5C6D9C36066}"/>
              </a:ext>
            </a:extLst>
          </p:cNvPr>
          <p:cNvSpPr>
            <a:spLocks noGrp="1"/>
          </p:cNvSpPr>
          <p:nvPr>
            <p:ph type="body" sz="quarter" idx="14"/>
          </p:nvPr>
        </p:nvSpPr>
        <p:spPr bwMode="gray">
          <a:xfrm>
            <a:off x="431912" y="506707"/>
            <a:ext cx="115230" cy="115200"/>
          </a:xfrm>
          <a:solidFill>
            <a:schemeClr val="tx1"/>
          </a:solidFill>
        </p:spPr>
        <p:txBody>
          <a:bodyPr anchor="ctr"/>
          <a:lstStyle>
            <a:lvl1pPr marL="0" indent="0" algn="ctr">
              <a:spcBef>
                <a:spcPts val="0"/>
              </a:spcBef>
              <a:buFont typeface="Arial" panose="020B0604020202020204" pitchFamily="34" charset="0"/>
              <a:buNone/>
              <a:defRPr sz="800">
                <a:solidFill>
                  <a:schemeClr val="bg1"/>
                </a:solidFill>
              </a:defRPr>
            </a:lvl1pPr>
            <a:lvl2pPr marL="0" indent="0" algn="ctr">
              <a:spcBef>
                <a:spcPts val="0"/>
              </a:spcBef>
              <a:buFont typeface="Arial" panose="020B0604020202020204" pitchFamily="34" charset="0"/>
              <a:buNone/>
              <a:defRPr sz="800">
                <a:solidFill>
                  <a:schemeClr val="bg1"/>
                </a:solidFill>
              </a:defRPr>
            </a:lvl2pPr>
            <a:lvl3pPr marL="0" indent="0" algn="ctr">
              <a:spcBef>
                <a:spcPts val="0"/>
              </a:spcBef>
              <a:buFont typeface="Arial" panose="020B0604020202020204" pitchFamily="34" charset="0"/>
              <a:buNone/>
              <a:defRPr sz="800">
                <a:solidFill>
                  <a:schemeClr val="bg1"/>
                </a:solidFill>
              </a:defRPr>
            </a:lvl3pPr>
            <a:lvl4pPr marL="0" indent="0" algn="ctr">
              <a:spcBef>
                <a:spcPts val="0"/>
              </a:spcBef>
              <a:buFont typeface="Arial" panose="020B0604020202020204" pitchFamily="34" charset="0"/>
              <a:buNone/>
              <a:defRPr sz="800">
                <a:solidFill>
                  <a:schemeClr val="bg1"/>
                </a:solidFill>
              </a:defRPr>
            </a:lvl4pPr>
            <a:lvl5pPr marL="0" indent="0" algn="ctr">
              <a:spcBef>
                <a:spcPts val="0"/>
              </a:spcBef>
              <a:buFont typeface="Arial" panose="020B0604020202020204" pitchFamily="34" charset="0"/>
              <a:buNone/>
              <a:defRPr sz="800">
                <a:solidFill>
                  <a:schemeClr val="bg1"/>
                </a:solidFill>
              </a:defRPr>
            </a:lvl5pPr>
            <a:lvl6pPr marL="0" indent="0" algn="ctr">
              <a:spcBef>
                <a:spcPts val="0"/>
              </a:spcBef>
              <a:buFont typeface="Arial" panose="020B0604020202020204" pitchFamily="34" charset="0"/>
              <a:buNone/>
              <a:defRPr sz="800">
                <a:solidFill>
                  <a:schemeClr val="bg1"/>
                </a:solidFill>
              </a:defRPr>
            </a:lvl6pPr>
            <a:lvl7pPr marL="0" indent="0" algn="ctr">
              <a:spcBef>
                <a:spcPts val="0"/>
              </a:spcBef>
              <a:buFont typeface="Arial" panose="020B0604020202020204" pitchFamily="34" charset="0"/>
              <a:buNone/>
              <a:defRPr sz="800">
                <a:solidFill>
                  <a:schemeClr val="bg1"/>
                </a:solidFill>
              </a:defRPr>
            </a:lvl7pPr>
            <a:lvl8pPr marL="0" indent="0" algn="ctr">
              <a:spcBef>
                <a:spcPts val="0"/>
              </a:spcBef>
              <a:buFont typeface="Arial" panose="020B0604020202020204" pitchFamily="34" charset="0"/>
              <a:buNone/>
              <a:defRPr sz="800">
                <a:solidFill>
                  <a:schemeClr val="bg1"/>
                </a:solidFill>
              </a:defRPr>
            </a:lvl8pPr>
            <a:lvl9pPr marL="0" indent="0" algn="ctr">
              <a:spcBef>
                <a:spcPts val="0"/>
              </a:spcBef>
              <a:buFont typeface="Arial" panose="020B0604020202020204" pitchFamily="34" charset="0"/>
              <a:buNone/>
              <a:defRPr sz="800">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19" name="Text Placeholder 78">
            <a:extLst>
              <a:ext uri="{FF2B5EF4-FFF2-40B4-BE49-F238E27FC236}">
                <a16:creationId xmlns:a16="http://schemas.microsoft.com/office/drawing/2014/main" id="{F6C62C21-2457-4A78-9B3F-8F1F4EB789B1}"/>
              </a:ext>
            </a:extLst>
          </p:cNvPr>
          <p:cNvSpPr>
            <a:spLocks noGrp="1"/>
          </p:cNvSpPr>
          <p:nvPr>
            <p:ph type="body" sz="quarter" idx="15"/>
          </p:nvPr>
        </p:nvSpPr>
        <p:spPr bwMode="gray">
          <a:xfrm>
            <a:off x="592401" y="488810"/>
            <a:ext cx="5858499" cy="155180"/>
          </a:xfrm>
          <a:noFill/>
          <a:ln>
            <a:noFill/>
          </a:ln>
        </p:spPr>
        <p:txBody>
          <a:bodyPr anchor="t"/>
          <a:lstStyle>
            <a:lvl1pPr marL="0" indent="0" algn="l">
              <a:spcBef>
                <a:spcPts val="0"/>
              </a:spcBef>
              <a:buFont typeface="Arial" panose="020B0604020202020204" pitchFamily="34" charset="0"/>
              <a:buNone/>
              <a:defRPr sz="1000">
                <a:solidFill>
                  <a:schemeClr val="tx1"/>
                </a:solidFill>
              </a:defRPr>
            </a:lvl1pPr>
            <a:lvl2pPr marL="0" indent="0" algn="l">
              <a:spcBef>
                <a:spcPts val="0"/>
              </a:spcBef>
              <a:buFont typeface="Arial" panose="020B0604020202020204" pitchFamily="34" charset="0"/>
              <a:buNone/>
              <a:defRPr sz="1000">
                <a:solidFill>
                  <a:schemeClr val="tx1"/>
                </a:solidFill>
              </a:defRPr>
            </a:lvl2pPr>
            <a:lvl3pPr marL="0" indent="0" algn="l">
              <a:spcBef>
                <a:spcPts val="0"/>
              </a:spcBef>
              <a:buFont typeface="Arial" panose="020B0604020202020204" pitchFamily="34" charset="0"/>
              <a:buNone/>
              <a:defRPr sz="1000">
                <a:solidFill>
                  <a:schemeClr val="tx1"/>
                </a:solidFill>
              </a:defRPr>
            </a:lvl3pPr>
            <a:lvl4pPr marL="0" indent="0" algn="l">
              <a:spcBef>
                <a:spcPts val="0"/>
              </a:spcBef>
              <a:buFont typeface="Arial" panose="020B0604020202020204" pitchFamily="34" charset="0"/>
              <a:buNone/>
              <a:defRPr sz="1000">
                <a:solidFill>
                  <a:schemeClr val="tx1"/>
                </a:solidFill>
              </a:defRPr>
            </a:lvl4pPr>
            <a:lvl5pPr marL="0" indent="0" algn="l">
              <a:spcBef>
                <a:spcPts val="0"/>
              </a:spcBef>
              <a:buFont typeface="Arial" panose="020B0604020202020204" pitchFamily="34" charset="0"/>
              <a:buNone/>
              <a:defRPr sz="1000">
                <a:solidFill>
                  <a:schemeClr val="tx1"/>
                </a:solidFill>
              </a:defRPr>
            </a:lvl5pPr>
            <a:lvl6pPr marL="0" indent="0" algn="l">
              <a:spcBef>
                <a:spcPts val="0"/>
              </a:spcBef>
              <a:buFont typeface="Arial" panose="020B0604020202020204" pitchFamily="34" charset="0"/>
              <a:buNone/>
              <a:defRPr sz="1000">
                <a:solidFill>
                  <a:schemeClr val="tx1"/>
                </a:solidFill>
              </a:defRPr>
            </a:lvl6pPr>
            <a:lvl7pPr marL="0" indent="0" algn="l">
              <a:spcBef>
                <a:spcPts val="0"/>
              </a:spcBef>
              <a:buFont typeface="Arial" panose="020B0604020202020204" pitchFamily="34" charset="0"/>
              <a:buNone/>
              <a:defRPr sz="1000">
                <a:solidFill>
                  <a:schemeClr val="tx1"/>
                </a:solidFill>
              </a:defRPr>
            </a:lvl7pPr>
            <a:lvl8pPr marL="0" indent="0" algn="l">
              <a:spcBef>
                <a:spcPts val="0"/>
              </a:spcBef>
              <a:buFont typeface="Arial" panose="020B0604020202020204" pitchFamily="34" charset="0"/>
              <a:buNone/>
              <a:defRPr sz="1000">
                <a:solidFill>
                  <a:schemeClr val="tx1"/>
                </a:solidFill>
              </a:defRPr>
            </a:lvl8pPr>
            <a:lvl9pPr marL="0" indent="0" algn="l">
              <a:spcBef>
                <a:spcPts val="0"/>
              </a:spcBef>
              <a:buFont typeface="Arial" panose="020B0604020202020204" pitchFamily="34" charset="0"/>
              <a:buNone/>
              <a:defRPr sz="1000">
                <a:solidFill>
                  <a:schemeClr val="tx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 name="Title 1"/>
          <p:cNvSpPr>
            <a:spLocks noGrp="1"/>
          </p:cNvSpPr>
          <p:nvPr>
            <p:ph type="title"/>
          </p:nvPr>
        </p:nvSpPr>
        <p:spPr bwMode="gray"/>
        <p:txBody>
          <a:bodyPr/>
          <a:lstStyle/>
          <a:p>
            <a:r>
              <a:rPr lang="de-DE"/>
              <a:t>Mastertitelformat bearbeiten</a:t>
            </a:r>
            <a:endParaRPr lang="en-US" dirty="0"/>
          </a:p>
        </p:txBody>
      </p:sp>
      <p:sp>
        <p:nvSpPr>
          <p:cNvPr id="4" name="Date Placeholder 3"/>
          <p:cNvSpPr>
            <a:spLocks noGrp="1"/>
          </p:cNvSpPr>
          <p:nvPr>
            <p:ph type="dt" sz="half" idx="10"/>
          </p:nvPr>
        </p:nvSpPr>
        <p:spPr bwMode="gray"/>
        <p:txBody>
          <a:bodyPr/>
          <a:lstStyle/>
          <a:p>
            <a:fld id="{BDC36867-AF14-4F21-B2D1-C8EBB7CFCFDD}" type="datetime1">
              <a:rPr lang="en-US" smtClean="0"/>
              <a:t>11/17/2022</a:t>
            </a:fld>
            <a:endParaRPr lang="en-US" dirty="0"/>
          </a:p>
        </p:txBody>
      </p:sp>
      <p:sp>
        <p:nvSpPr>
          <p:cNvPr id="5" name="Footer Placeholder 4"/>
          <p:cNvSpPr>
            <a:spLocks noGrp="1"/>
          </p:cNvSpPr>
          <p:nvPr>
            <p:ph type="ftr" sz="quarter" idx="11"/>
          </p:nvPr>
        </p:nvSpPr>
        <p:spPr bwMode="gray"/>
        <p:txBody>
          <a:bodyPr/>
          <a:lstStyle/>
          <a:p>
            <a:endParaRPr lang="en-US" dirty="0"/>
          </a:p>
        </p:txBody>
      </p:sp>
      <p:sp>
        <p:nvSpPr>
          <p:cNvPr id="6" name="Slide Number Placeholder 5"/>
          <p:cNvSpPr>
            <a:spLocks noGrp="1"/>
          </p:cNvSpPr>
          <p:nvPr>
            <p:ph type="sldNum" sz="quarter" idx="12"/>
          </p:nvPr>
        </p:nvSpPr>
        <p:spPr bwMode="gray"/>
        <p:txBody>
          <a:bodyPr/>
          <a:lstStyle/>
          <a:p>
            <a:fld id="{66AA3846-8976-4D24-8224-CEE1235CE9F4}" type="slidenum">
              <a:rPr lang="en-US" smtClean="0"/>
              <a:pPr/>
              <a:t>‹#›</a:t>
            </a:fld>
            <a:endParaRPr lang="en-US" dirty="0"/>
          </a:p>
        </p:txBody>
      </p:sp>
      <p:sp>
        <p:nvSpPr>
          <p:cNvPr id="8" name="Text Placeholder 7">
            <a:extLst>
              <a:ext uri="{FF2B5EF4-FFF2-40B4-BE49-F238E27FC236}">
                <a16:creationId xmlns:a16="http://schemas.microsoft.com/office/drawing/2014/main" id="{AED67736-538E-4EDC-A684-6255A1612E97}"/>
              </a:ext>
            </a:extLst>
          </p:cNvPr>
          <p:cNvSpPr>
            <a:spLocks noGrp="1"/>
          </p:cNvSpPr>
          <p:nvPr>
            <p:ph type="body" sz="quarter" idx="13"/>
          </p:nvPr>
        </p:nvSpPr>
        <p:spPr bwMode="gray">
          <a:xfrm>
            <a:off x="420002" y="1701005"/>
            <a:ext cx="5317925" cy="4619627"/>
          </a:xfrm>
        </p:spPr>
        <p:txBody>
          <a:bodyPr/>
          <a:lstStyle>
            <a:lvl1pPr>
              <a:spcAft>
                <a:spcPts val="600"/>
              </a:spcAft>
              <a:defRPr sz="1600">
                <a:solidFill>
                  <a:schemeClr val="bg2"/>
                </a:solidFill>
                <a:latin typeface="Arial Black" panose="020B0A04020102020204" pitchFamily="34" charset="0"/>
              </a:defRPr>
            </a:lvl1pPr>
            <a:lvl5pPr>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11" name="Subtitle 2">
            <a:extLst>
              <a:ext uri="{FF2B5EF4-FFF2-40B4-BE49-F238E27FC236}">
                <a16:creationId xmlns:a16="http://schemas.microsoft.com/office/drawing/2014/main" id="{27D97A63-DA12-4A04-BBC9-D7F458EA1CB3}"/>
              </a:ext>
            </a:extLst>
          </p:cNvPr>
          <p:cNvSpPr>
            <a:spLocks noGrp="1"/>
          </p:cNvSpPr>
          <p:nvPr>
            <p:ph type="subTitle" idx="1"/>
          </p:nvPr>
        </p:nvSpPr>
        <p:spPr bwMode="gray">
          <a:xfrm>
            <a:off x="420004" y="1106489"/>
            <a:ext cx="11337702" cy="255587"/>
          </a:xfrm>
        </p:spPr>
        <p:txBody>
          <a:bodyPr/>
          <a:lstStyle>
            <a:lvl1pPr marL="0" indent="0" algn="l">
              <a:spcBef>
                <a:spcPts val="0"/>
              </a:spcBef>
              <a:buNone/>
              <a:defRPr sz="1600" b="1"/>
            </a:lvl1pPr>
            <a:lvl2pPr marL="0" indent="0" algn="l">
              <a:spcBef>
                <a:spcPts val="0"/>
              </a:spcBef>
              <a:buNone/>
              <a:defRPr sz="1600" b="1"/>
            </a:lvl2pPr>
            <a:lvl3pPr marL="0" indent="0" algn="l">
              <a:spcBef>
                <a:spcPts val="0"/>
              </a:spcBef>
              <a:buNone/>
              <a:defRPr sz="1600" b="1"/>
            </a:lvl3pPr>
            <a:lvl4pPr marL="0" indent="0" algn="l">
              <a:spcBef>
                <a:spcPts val="0"/>
              </a:spcBef>
              <a:buNone/>
              <a:defRPr sz="1600" b="1"/>
            </a:lvl4pPr>
            <a:lvl5pPr marL="0" indent="0" algn="l">
              <a:spcBef>
                <a:spcPts val="0"/>
              </a:spcBef>
              <a:buNone/>
              <a:defRPr sz="1600" b="1"/>
            </a:lvl5pPr>
            <a:lvl6pPr marL="0" indent="0" algn="l">
              <a:spcBef>
                <a:spcPts val="0"/>
              </a:spcBef>
              <a:buNone/>
              <a:defRPr sz="1600" b="1"/>
            </a:lvl6pPr>
            <a:lvl7pPr marL="0" indent="0" algn="l">
              <a:spcBef>
                <a:spcPts val="0"/>
              </a:spcBef>
              <a:buNone/>
              <a:defRPr sz="1600" b="1"/>
            </a:lvl7pPr>
            <a:lvl8pPr marL="0" indent="0" algn="l">
              <a:spcBef>
                <a:spcPts val="0"/>
              </a:spcBef>
              <a:buNone/>
              <a:defRPr sz="1600" b="1"/>
            </a:lvl8pPr>
            <a:lvl9pPr marL="0" indent="0" algn="l">
              <a:spcBef>
                <a:spcPts val="0"/>
              </a:spcBef>
              <a:buNone/>
              <a:defRPr sz="1600" b="1"/>
            </a:lvl9pPr>
          </a:lstStyle>
          <a:p>
            <a:pPr lvl="0"/>
            <a:r>
              <a:rPr lang="de-DE"/>
              <a:t>Master-Untertitelformat bearbeiten</a:t>
            </a:r>
            <a:endParaRPr lang="en-US" dirty="0"/>
          </a:p>
        </p:txBody>
      </p:sp>
      <p:sp>
        <p:nvSpPr>
          <p:cNvPr id="13" name="Text Placeholder 7">
            <a:extLst>
              <a:ext uri="{FF2B5EF4-FFF2-40B4-BE49-F238E27FC236}">
                <a16:creationId xmlns:a16="http://schemas.microsoft.com/office/drawing/2014/main" id="{11B0FC3E-7EAF-463D-BA75-7EF754B688A5}"/>
              </a:ext>
            </a:extLst>
          </p:cNvPr>
          <p:cNvSpPr>
            <a:spLocks noGrp="1"/>
          </p:cNvSpPr>
          <p:nvPr>
            <p:ph type="body" sz="quarter" idx="16"/>
          </p:nvPr>
        </p:nvSpPr>
        <p:spPr bwMode="gray">
          <a:xfrm>
            <a:off x="6439780" y="1701005"/>
            <a:ext cx="5317925" cy="4619627"/>
          </a:xfrm>
        </p:spPr>
        <p:txBody>
          <a:bodyPr/>
          <a:lstStyle>
            <a:lvl1pPr>
              <a:spcAft>
                <a:spcPts val="600"/>
              </a:spcAft>
              <a:defRPr sz="1600">
                <a:solidFill>
                  <a:schemeClr val="bg2"/>
                </a:solidFill>
                <a:latin typeface="Arial Black" panose="020B0A04020102020204" pitchFamily="34" charset="0"/>
              </a:defRPr>
            </a:lvl1pPr>
            <a:lvl5pPr>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896210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ext &amp; Picture">
    <p:spTree>
      <p:nvGrpSpPr>
        <p:cNvPr id="1" name=""/>
        <p:cNvGrpSpPr/>
        <p:nvPr/>
      </p:nvGrpSpPr>
      <p:grpSpPr>
        <a:xfrm>
          <a:off x="0" y="0"/>
          <a:ext cx="0" cy="0"/>
          <a:chOff x="0" y="0"/>
          <a:chExt cx="0" cy="0"/>
        </a:xfrm>
      </p:grpSpPr>
      <p:sp>
        <p:nvSpPr>
          <p:cNvPr id="23" name="Text Placeholder 78">
            <a:extLst>
              <a:ext uri="{FF2B5EF4-FFF2-40B4-BE49-F238E27FC236}">
                <a16:creationId xmlns:a16="http://schemas.microsoft.com/office/drawing/2014/main" id="{120556BE-D7B5-4C3F-B270-1F39E006AB7F}"/>
              </a:ext>
            </a:extLst>
          </p:cNvPr>
          <p:cNvSpPr>
            <a:spLocks noGrp="1"/>
          </p:cNvSpPr>
          <p:nvPr>
            <p:ph type="body" sz="quarter" idx="14"/>
          </p:nvPr>
        </p:nvSpPr>
        <p:spPr bwMode="gray">
          <a:xfrm>
            <a:off x="431912" y="506707"/>
            <a:ext cx="115230" cy="115200"/>
          </a:xfrm>
          <a:solidFill>
            <a:schemeClr val="tx1"/>
          </a:solidFill>
        </p:spPr>
        <p:txBody>
          <a:bodyPr anchor="ctr"/>
          <a:lstStyle>
            <a:lvl1pPr marL="0" indent="0" algn="ctr">
              <a:spcBef>
                <a:spcPts val="0"/>
              </a:spcBef>
              <a:buFont typeface="Arial" panose="020B0604020202020204" pitchFamily="34" charset="0"/>
              <a:buNone/>
              <a:defRPr sz="800">
                <a:solidFill>
                  <a:schemeClr val="bg1"/>
                </a:solidFill>
              </a:defRPr>
            </a:lvl1pPr>
            <a:lvl2pPr marL="0" indent="0" algn="ctr">
              <a:spcBef>
                <a:spcPts val="0"/>
              </a:spcBef>
              <a:buFont typeface="Arial" panose="020B0604020202020204" pitchFamily="34" charset="0"/>
              <a:buNone/>
              <a:defRPr sz="800">
                <a:solidFill>
                  <a:schemeClr val="bg1"/>
                </a:solidFill>
              </a:defRPr>
            </a:lvl2pPr>
            <a:lvl3pPr marL="0" indent="0" algn="ctr">
              <a:spcBef>
                <a:spcPts val="0"/>
              </a:spcBef>
              <a:buFont typeface="Arial" panose="020B0604020202020204" pitchFamily="34" charset="0"/>
              <a:buNone/>
              <a:defRPr sz="800">
                <a:solidFill>
                  <a:schemeClr val="bg1"/>
                </a:solidFill>
              </a:defRPr>
            </a:lvl3pPr>
            <a:lvl4pPr marL="0" indent="0" algn="ctr">
              <a:spcBef>
                <a:spcPts val="0"/>
              </a:spcBef>
              <a:buFont typeface="Arial" panose="020B0604020202020204" pitchFamily="34" charset="0"/>
              <a:buNone/>
              <a:defRPr sz="800">
                <a:solidFill>
                  <a:schemeClr val="bg1"/>
                </a:solidFill>
              </a:defRPr>
            </a:lvl4pPr>
            <a:lvl5pPr marL="0" indent="0" algn="ctr">
              <a:spcBef>
                <a:spcPts val="0"/>
              </a:spcBef>
              <a:buFont typeface="Arial" panose="020B0604020202020204" pitchFamily="34" charset="0"/>
              <a:buNone/>
              <a:defRPr sz="800">
                <a:solidFill>
                  <a:schemeClr val="bg1"/>
                </a:solidFill>
              </a:defRPr>
            </a:lvl5pPr>
            <a:lvl6pPr marL="0" indent="0" algn="ctr">
              <a:spcBef>
                <a:spcPts val="0"/>
              </a:spcBef>
              <a:buFont typeface="Arial" panose="020B0604020202020204" pitchFamily="34" charset="0"/>
              <a:buNone/>
              <a:defRPr sz="800">
                <a:solidFill>
                  <a:schemeClr val="bg1"/>
                </a:solidFill>
              </a:defRPr>
            </a:lvl6pPr>
            <a:lvl7pPr marL="0" indent="0" algn="ctr">
              <a:spcBef>
                <a:spcPts val="0"/>
              </a:spcBef>
              <a:buFont typeface="Arial" panose="020B0604020202020204" pitchFamily="34" charset="0"/>
              <a:buNone/>
              <a:defRPr sz="800">
                <a:solidFill>
                  <a:schemeClr val="bg1"/>
                </a:solidFill>
              </a:defRPr>
            </a:lvl7pPr>
            <a:lvl8pPr marL="0" indent="0" algn="ctr">
              <a:spcBef>
                <a:spcPts val="0"/>
              </a:spcBef>
              <a:buFont typeface="Arial" panose="020B0604020202020204" pitchFamily="34" charset="0"/>
              <a:buNone/>
              <a:defRPr sz="800">
                <a:solidFill>
                  <a:schemeClr val="bg1"/>
                </a:solidFill>
              </a:defRPr>
            </a:lvl8pPr>
            <a:lvl9pPr marL="0" indent="0" algn="ctr">
              <a:spcBef>
                <a:spcPts val="0"/>
              </a:spcBef>
              <a:buFont typeface="Arial" panose="020B0604020202020204" pitchFamily="34" charset="0"/>
              <a:buNone/>
              <a:defRPr sz="800">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2" name="Text Placeholder 78">
            <a:extLst>
              <a:ext uri="{FF2B5EF4-FFF2-40B4-BE49-F238E27FC236}">
                <a16:creationId xmlns:a16="http://schemas.microsoft.com/office/drawing/2014/main" id="{DC30A21F-69AB-41BB-B892-4EFBC7626059}"/>
              </a:ext>
            </a:extLst>
          </p:cNvPr>
          <p:cNvSpPr>
            <a:spLocks noGrp="1"/>
          </p:cNvSpPr>
          <p:nvPr>
            <p:ph type="body" sz="quarter" idx="15"/>
          </p:nvPr>
        </p:nvSpPr>
        <p:spPr bwMode="gray">
          <a:xfrm>
            <a:off x="592401" y="488810"/>
            <a:ext cx="5858499" cy="155180"/>
          </a:xfrm>
          <a:noFill/>
          <a:ln>
            <a:noFill/>
          </a:ln>
        </p:spPr>
        <p:txBody>
          <a:bodyPr anchor="t"/>
          <a:lstStyle>
            <a:lvl1pPr marL="0" indent="0" algn="l">
              <a:spcBef>
                <a:spcPts val="0"/>
              </a:spcBef>
              <a:buFont typeface="Arial" panose="020B0604020202020204" pitchFamily="34" charset="0"/>
              <a:buNone/>
              <a:defRPr sz="1000">
                <a:solidFill>
                  <a:schemeClr val="tx1"/>
                </a:solidFill>
              </a:defRPr>
            </a:lvl1pPr>
            <a:lvl2pPr marL="0" indent="0" algn="l">
              <a:spcBef>
                <a:spcPts val="0"/>
              </a:spcBef>
              <a:buFont typeface="Arial" panose="020B0604020202020204" pitchFamily="34" charset="0"/>
              <a:buNone/>
              <a:defRPr sz="1000">
                <a:solidFill>
                  <a:schemeClr val="tx1"/>
                </a:solidFill>
              </a:defRPr>
            </a:lvl2pPr>
            <a:lvl3pPr marL="0" indent="0" algn="l">
              <a:spcBef>
                <a:spcPts val="0"/>
              </a:spcBef>
              <a:buFont typeface="Arial" panose="020B0604020202020204" pitchFamily="34" charset="0"/>
              <a:buNone/>
              <a:defRPr sz="1000">
                <a:solidFill>
                  <a:schemeClr val="tx1"/>
                </a:solidFill>
              </a:defRPr>
            </a:lvl3pPr>
            <a:lvl4pPr marL="0" indent="0" algn="l">
              <a:spcBef>
                <a:spcPts val="0"/>
              </a:spcBef>
              <a:buFont typeface="Arial" panose="020B0604020202020204" pitchFamily="34" charset="0"/>
              <a:buNone/>
              <a:defRPr sz="1000">
                <a:solidFill>
                  <a:schemeClr val="tx1"/>
                </a:solidFill>
              </a:defRPr>
            </a:lvl4pPr>
            <a:lvl5pPr marL="0" indent="0" algn="l">
              <a:spcBef>
                <a:spcPts val="0"/>
              </a:spcBef>
              <a:buFont typeface="Arial" panose="020B0604020202020204" pitchFamily="34" charset="0"/>
              <a:buNone/>
              <a:defRPr sz="1000">
                <a:solidFill>
                  <a:schemeClr val="tx1"/>
                </a:solidFill>
              </a:defRPr>
            </a:lvl5pPr>
            <a:lvl6pPr marL="0" indent="0" algn="l">
              <a:spcBef>
                <a:spcPts val="0"/>
              </a:spcBef>
              <a:buFont typeface="Arial" panose="020B0604020202020204" pitchFamily="34" charset="0"/>
              <a:buNone/>
              <a:defRPr sz="1000">
                <a:solidFill>
                  <a:schemeClr val="tx1"/>
                </a:solidFill>
              </a:defRPr>
            </a:lvl6pPr>
            <a:lvl7pPr marL="0" indent="0" algn="l">
              <a:spcBef>
                <a:spcPts val="0"/>
              </a:spcBef>
              <a:buFont typeface="Arial" panose="020B0604020202020204" pitchFamily="34" charset="0"/>
              <a:buNone/>
              <a:defRPr sz="1000">
                <a:solidFill>
                  <a:schemeClr val="tx1"/>
                </a:solidFill>
              </a:defRPr>
            </a:lvl7pPr>
            <a:lvl8pPr marL="0" indent="0" algn="l">
              <a:spcBef>
                <a:spcPts val="0"/>
              </a:spcBef>
              <a:buFont typeface="Arial" panose="020B0604020202020204" pitchFamily="34" charset="0"/>
              <a:buNone/>
              <a:defRPr sz="1000">
                <a:solidFill>
                  <a:schemeClr val="tx1"/>
                </a:solidFill>
              </a:defRPr>
            </a:lvl8pPr>
            <a:lvl9pPr marL="0" indent="0" algn="l">
              <a:spcBef>
                <a:spcPts val="0"/>
              </a:spcBef>
              <a:buFont typeface="Arial" panose="020B0604020202020204" pitchFamily="34" charset="0"/>
              <a:buNone/>
              <a:defRPr sz="1000">
                <a:solidFill>
                  <a:schemeClr val="tx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 name="Title 1"/>
          <p:cNvSpPr>
            <a:spLocks noGrp="1"/>
          </p:cNvSpPr>
          <p:nvPr>
            <p:ph type="title"/>
          </p:nvPr>
        </p:nvSpPr>
        <p:spPr bwMode="gray"/>
        <p:txBody>
          <a:bodyPr/>
          <a:lstStyle/>
          <a:p>
            <a:r>
              <a:rPr lang="de-DE"/>
              <a:t>Mastertitelformat bearbeiten</a:t>
            </a:r>
            <a:endParaRPr lang="en-US" dirty="0"/>
          </a:p>
        </p:txBody>
      </p:sp>
      <p:sp>
        <p:nvSpPr>
          <p:cNvPr id="4" name="Date Placeholder 3"/>
          <p:cNvSpPr>
            <a:spLocks noGrp="1"/>
          </p:cNvSpPr>
          <p:nvPr>
            <p:ph type="dt" sz="half" idx="10"/>
          </p:nvPr>
        </p:nvSpPr>
        <p:spPr bwMode="gray"/>
        <p:txBody>
          <a:bodyPr/>
          <a:lstStyle/>
          <a:p>
            <a:fld id="{B08FB2D3-05D4-4B98-9AF1-9022C0492E12}" type="datetime1">
              <a:rPr lang="en-US" smtClean="0"/>
              <a:t>11/17/2022</a:t>
            </a:fld>
            <a:endParaRPr lang="en-US" dirty="0"/>
          </a:p>
        </p:txBody>
      </p:sp>
      <p:sp>
        <p:nvSpPr>
          <p:cNvPr id="5" name="Footer Placeholder 4"/>
          <p:cNvSpPr>
            <a:spLocks noGrp="1"/>
          </p:cNvSpPr>
          <p:nvPr>
            <p:ph type="ftr" sz="quarter" idx="11"/>
          </p:nvPr>
        </p:nvSpPr>
        <p:spPr bwMode="gray"/>
        <p:txBody>
          <a:bodyPr/>
          <a:lstStyle/>
          <a:p>
            <a:endParaRPr lang="en-US" dirty="0"/>
          </a:p>
        </p:txBody>
      </p:sp>
      <p:sp>
        <p:nvSpPr>
          <p:cNvPr id="6" name="Slide Number Placeholder 5"/>
          <p:cNvSpPr>
            <a:spLocks noGrp="1"/>
          </p:cNvSpPr>
          <p:nvPr>
            <p:ph type="sldNum" sz="quarter" idx="12"/>
          </p:nvPr>
        </p:nvSpPr>
        <p:spPr bwMode="gray"/>
        <p:txBody>
          <a:bodyPr/>
          <a:lstStyle/>
          <a:p>
            <a:fld id="{66AA3846-8976-4D24-8224-CEE1235CE9F4}" type="slidenum">
              <a:rPr lang="en-US" smtClean="0"/>
              <a:t>‹#›</a:t>
            </a:fld>
            <a:endParaRPr lang="en-US" dirty="0"/>
          </a:p>
        </p:txBody>
      </p:sp>
      <p:sp>
        <p:nvSpPr>
          <p:cNvPr id="8" name="Text Placeholder 7">
            <a:extLst>
              <a:ext uri="{FF2B5EF4-FFF2-40B4-BE49-F238E27FC236}">
                <a16:creationId xmlns:a16="http://schemas.microsoft.com/office/drawing/2014/main" id="{AED67736-538E-4EDC-A684-6255A1612E97}"/>
              </a:ext>
            </a:extLst>
          </p:cNvPr>
          <p:cNvSpPr>
            <a:spLocks noGrp="1"/>
          </p:cNvSpPr>
          <p:nvPr>
            <p:ph type="body" sz="quarter" idx="13"/>
          </p:nvPr>
        </p:nvSpPr>
        <p:spPr bwMode="gray">
          <a:xfrm>
            <a:off x="420001" y="1701005"/>
            <a:ext cx="5318585" cy="4619627"/>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11" name="Subtitle 2">
            <a:extLst>
              <a:ext uri="{FF2B5EF4-FFF2-40B4-BE49-F238E27FC236}">
                <a16:creationId xmlns:a16="http://schemas.microsoft.com/office/drawing/2014/main" id="{27D97A63-DA12-4A04-BBC9-D7F458EA1CB3}"/>
              </a:ext>
            </a:extLst>
          </p:cNvPr>
          <p:cNvSpPr>
            <a:spLocks noGrp="1"/>
          </p:cNvSpPr>
          <p:nvPr>
            <p:ph type="subTitle" idx="1"/>
          </p:nvPr>
        </p:nvSpPr>
        <p:spPr bwMode="gray">
          <a:xfrm>
            <a:off x="420004" y="1106489"/>
            <a:ext cx="11337702" cy="255587"/>
          </a:xfrm>
        </p:spPr>
        <p:txBody>
          <a:bodyPr/>
          <a:lstStyle>
            <a:lvl1pPr marL="0" indent="0" algn="l">
              <a:spcBef>
                <a:spcPts val="0"/>
              </a:spcBef>
              <a:buNone/>
              <a:defRPr sz="1600" b="1"/>
            </a:lvl1pPr>
            <a:lvl2pPr marL="0" indent="0" algn="l">
              <a:spcBef>
                <a:spcPts val="0"/>
              </a:spcBef>
              <a:buNone/>
              <a:defRPr sz="1600" b="1"/>
            </a:lvl2pPr>
            <a:lvl3pPr marL="0" indent="0" algn="l">
              <a:spcBef>
                <a:spcPts val="0"/>
              </a:spcBef>
              <a:buNone/>
              <a:defRPr sz="1600" b="1"/>
            </a:lvl3pPr>
            <a:lvl4pPr marL="0" indent="0" algn="l">
              <a:spcBef>
                <a:spcPts val="0"/>
              </a:spcBef>
              <a:buNone/>
              <a:defRPr sz="1600" b="1"/>
            </a:lvl4pPr>
            <a:lvl5pPr marL="0" indent="0" algn="l">
              <a:spcBef>
                <a:spcPts val="0"/>
              </a:spcBef>
              <a:buNone/>
              <a:defRPr sz="1600" b="1"/>
            </a:lvl5pPr>
            <a:lvl6pPr marL="0" indent="0" algn="l">
              <a:spcBef>
                <a:spcPts val="0"/>
              </a:spcBef>
              <a:buNone/>
              <a:defRPr sz="1600" b="1"/>
            </a:lvl6pPr>
            <a:lvl7pPr marL="0" indent="0" algn="l">
              <a:spcBef>
                <a:spcPts val="0"/>
              </a:spcBef>
              <a:buNone/>
              <a:defRPr sz="1600" b="1"/>
            </a:lvl7pPr>
            <a:lvl8pPr marL="0" indent="0" algn="l">
              <a:spcBef>
                <a:spcPts val="0"/>
              </a:spcBef>
              <a:buNone/>
              <a:defRPr sz="1600" b="1"/>
            </a:lvl8pPr>
            <a:lvl9pPr marL="0" indent="0" algn="l">
              <a:spcBef>
                <a:spcPts val="0"/>
              </a:spcBef>
              <a:buNone/>
              <a:defRPr sz="1600" b="1"/>
            </a:lvl9pPr>
          </a:lstStyle>
          <a:p>
            <a:pPr lvl="0"/>
            <a:r>
              <a:rPr lang="de-DE"/>
              <a:t>Master-Untertitelformat bearbeiten</a:t>
            </a:r>
            <a:endParaRPr lang="en-US" dirty="0"/>
          </a:p>
        </p:txBody>
      </p:sp>
      <p:sp>
        <p:nvSpPr>
          <p:cNvPr id="12" name="Picture Placeholder 6">
            <a:extLst>
              <a:ext uri="{FF2B5EF4-FFF2-40B4-BE49-F238E27FC236}">
                <a16:creationId xmlns:a16="http://schemas.microsoft.com/office/drawing/2014/main" id="{77D2F209-159E-43E4-9755-3283E551A9E5}"/>
              </a:ext>
            </a:extLst>
          </p:cNvPr>
          <p:cNvSpPr>
            <a:spLocks noGrp="1"/>
          </p:cNvSpPr>
          <p:nvPr>
            <p:ph type="pic" sz="quarter" idx="16"/>
          </p:nvPr>
        </p:nvSpPr>
        <p:spPr bwMode="gray">
          <a:xfrm>
            <a:off x="6454075" y="1743076"/>
            <a:ext cx="5303630" cy="4577557"/>
          </a:xfrm>
        </p:spPr>
        <p:txBody>
          <a:bodyPr bIns="720000" anchor="ctr"/>
          <a:lstStyle>
            <a:lvl1pPr algn="ctr">
              <a:defRPr/>
            </a:lvl1pPr>
          </a:lstStyle>
          <a:p>
            <a:r>
              <a:rPr lang="de-DE" dirty="0"/>
              <a:t>Bild auf Platzhalter ziehen oder durch Klicken auf Symbol hinzufügen</a:t>
            </a:r>
            <a:endParaRPr lang="en-US" dirty="0"/>
          </a:p>
        </p:txBody>
      </p:sp>
    </p:spTree>
    <p:extLst>
      <p:ext uri="{BB962C8B-B14F-4D97-AF65-F5344CB8AC3E}">
        <p14:creationId xmlns:p14="http://schemas.microsoft.com/office/powerpoint/2010/main" val="2692551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Nur Titel">
    <p:spTree>
      <p:nvGrpSpPr>
        <p:cNvPr id="1" name=""/>
        <p:cNvGrpSpPr/>
        <p:nvPr/>
      </p:nvGrpSpPr>
      <p:grpSpPr>
        <a:xfrm>
          <a:off x="0" y="0"/>
          <a:ext cx="0" cy="0"/>
          <a:chOff x="0" y="0"/>
          <a:chExt cx="0" cy="0"/>
        </a:xfrm>
      </p:grpSpPr>
      <p:sp>
        <p:nvSpPr>
          <p:cNvPr id="18" name="Text Placeholder 78">
            <a:extLst>
              <a:ext uri="{FF2B5EF4-FFF2-40B4-BE49-F238E27FC236}">
                <a16:creationId xmlns:a16="http://schemas.microsoft.com/office/drawing/2014/main" id="{6727F450-27F4-421A-9343-55FE3170DDCF}"/>
              </a:ext>
            </a:extLst>
          </p:cNvPr>
          <p:cNvSpPr>
            <a:spLocks noGrp="1"/>
          </p:cNvSpPr>
          <p:nvPr>
            <p:ph type="body" sz="quarter" idx="14"/>
          </p:nvPr>
        </p:nvSpPr>
        <p:spPr bwMode="gray">
          <a:xfrm>
            <a:off x="431912" y="506707"/>
            <a:ext cx="115230" cy="115200"/>
          </a:xfrm>
          <a:solidFill>
            <a:schemeClr val="tx1"/>
          </a:solidFill>
        </p:spPr>
        <p:txBody>
          <a:bodyPr anchor="ctr"/>
          <a:lstStyle>
            <a:lvl1pPr marL="0" indent="0" algn="ctr">
              <a:spcBef>
                <a:spcPts val="0"/>
              </a:spcBef>
              <a:buFont typeface="Arial" panose="020B0604020202020204" pitchFamily="34" charset="0"/>
              <a:buNone/>
              <a:defRPr sz="800">
                <a:solidFill>
                  <a:schemeClr val="bg1"/>
                </a:solidFill>
              </a:defRPr>
            </a:lvl1pPr>
            <a:lvl2pPr marL="0" indent="0" algn="ctr">
              <a:spcBef>
                <a:spcPts val="0"/>
              </a:spcBef>
              <a:buFont typeface="Arial" panose="020B0604020202020204" pitchFamily="34" charset="0"/>
              <a:buNone/>
              <a:defRPr sz="800">
                <a:solidFill>
                  <a:schemeClr val="bg1"/>
                </a:solidFill>
              </a:defRPr>
            </a:lvl2pPr>
            <a:lvl3pPr marL="0" indent="0" algn="ctr">
              <a:spcBef>
                <a:spcPts val="0"/>
              </a:spcBef>
              <a:buFont typeface="Arial" panose="020B0604020202020204" pitchFamily="34" charset="0"/>
              <a:buNone/>
              <a:defRPr sz="800">
                <a:solidFill>
                  <a:schemeClr val="bg1"/>
                </a:solidFill>
              </a:defRPr>
            </a:lvl3pPr>
            <a:lvl4pPr marL="0" indent="0" algn="ctr">
              <a:spcBef>
                <a:spcPts val="0"/>
              </a:spcBef>
              <a:buFont typeface="Arial" panose="020B0604020202020204" pitchFamily="34" charset="0"/>
              <a:buNone/>
              <a:defRPr sz="800">
                <a:solidFill>
                  <a:schemeClr val="bg1"/>
                </a:solidFill>
              </a:defRPr>
            </a:lvl4pPr>
            <a:lvl5pPr marL="0" indent="0" algn="ctr">
              <a:spcBef>
                <a:spcPts val="0"/>
              </a:spcBef>
              <a:buFont typeface="Arial" panose="020B0604020202020204" pitchFamily="34" charset="0"/>
              <a:buNone/>
              <a:defRPr sz="800">
                <a:solidFill>
                  <a:schemeClr val="bg1"/>
                </a:solidFill>
              </a:defRPr>
            </a:lvl5pPr>
            <a:lvl6pPr marL="0" indent="0" algn="ctr">
              <a:spcBef>
                <a:spcPts val="0"/>
              </a:spcBef>
              <a:buFont typeface="Arial" panose="020B0604020202020204" pitchFamily="34" charset="0"/>
              <a:buNone/>
              <a:defRPr sz="800">
                <a:solidFill>
                  <a:schemeClr val="bg1"/>
                </a:solidFill>
              </a:defRPr>
            </a:lvl6pPr>
            <a:lvl7pPr marL="0" indent="0" algn="ctr">
              <a:spcBef>
                <a:spcPts val="0"/>
              </a:spcBef>
              <a:buFont typeface="Arial" panose="020B0604020202020204" pitchFamily="34" charset="0"/>
              <a:buNone/>
              <a:defRPr sz="800">
                <a:solidFill>
                  <a:schemeClr val="bg1"/>
                </a:solidFill>
              </a:defRPr>
            </a:lvl7pPr>
            <a:lvl8pPr marL="0" indent="0" algn="ctr">
              <a:spcBef>
                <a:spcPts val="0"/>
              </a:spcBef>
              <a:buFont typeface="Arial" panose="020B0604020202020204" pitchFamily="34" charset="0"/>
              <a:buNone/>
              <a:defRPr sz="800">
                <a:solidFill>
                  <a:schemeClr val="bg1"/>
                </a:solidFill>
              </a:defRPr>
            </a:lvl8pPr>
            <a:lvl9pPr marL="0" indent="0" algn="ctr">
              <a:spcBef>
                <a:spcPts val="0"/>
              </a:spcBef>
              <a:buFont typeface="Arial" panose="020B0604020202020204" pitchFamily="34" charset="0"/>
              <a:buNone/>
              <a:defRPr sz="800">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14" name="Text Placeholder 78">
            <a:extLst>
              <a:ext uri="{FF2B5EF4-FFF2-40B4-BE49-F238E27FC236}">
                <a16:creationId xmlns:a16="http://schemas.microsoft.com/office/drawing/2014/main" id="{455D7302-E89E-4AA2-BB58-40F97AA60D27}"/>
              </a:ext>
            </a:extLst>
          </p:cNvPr>
          <p:cNvSpPr>
            <a:spLocks noGrp="1"/>
          </p:cNvSpPr>
          <p:nvPr>
            <p:ph type="body" sz="quarter" idx="15"/>
          </p:nvPr>
        </p:nvSpPr>
        <p:spPr bwMode="gray">
          <a:xfrm>
            <a:off x="592401" y="488810"/>
            <a:ext cx="5858499" cy="155180"/>
          </a:xfrm>
          <a:noFill/>
          <a:ln>
            <a:noFill/>
          </a:ln>
        </p:spPr>
        <p:txBody>
          <a:bodyPr anchor="t"/>
          <a:lstStyle>
            <a:lvl1pPr marL="0" indent="0" algn="l">
              <a:spcBef>
                <a:spcPts val="0"/>
              </a:spcBef>
              <a:buFont typeface="Arial" panose="020B0604020202020204" pitchFamily="34" charset="0"/>
              <a:buNone/>
              <a:defRPr sz="1000">
                <a:solidFill>
                  <a:schemeClr val="tx1"/>
                </a:solidFill>
              </a:defRPr>
            </a:lvl1pPr>
            <a:lvl2pPr marL="0" indent="0" algn="l">
              <a:spcBef>
                <a:spcPts val="0"/>
              </a:spcBef>
              <a:buFont typeface="Arial" panose="020B0604020202020204" pitchFamily="34" charset="0"/>
              <a:buNone/>
              <a:defRPr sz="1000">
                <a:solidFill>
                  <a:schemeClr val="tx1"/>
                </a:solidFill>
              </a:defRPr>
            </a:lvl2pPr>
            <a:lvl3pPr marL="0" indent="0" algn="l">
              <a:spcBef>
                <a:spcPts val="0"/>
              </a:spcBef>
              <a:buFont typeface="Arial" panose="020B0604020202020204" pitchFamily="34" charset="0"/>
              <a:buNone/>
              <a:defRPr sz="1000">
                <a:solidFill>
                  <a:schemeClr val="tx1"/>
                </a:solidFill>
              </a:defRPr>
            </a:lvl3pPr>
            <a:lvl4pPr marL="0" indent="0" algn="l">
              <a:spcBef>
                <a:spcPts val="0"/>
              </a:spcBef>
              <a:buFont typeface="Arial" panose="020B0604020202020204" pitchFamily="34" charset="0"/>
              <a:buNone/>
              <a:defRPr sz="1000">
                <a:solidFill>
                  <a:schemeClr val="tx1"/>
                </a:solidFill>
              </a:defRPr>
            </a:lvl4pPr>
            <a:lvl5pPr marL="0" indent="0" algn="l">
              <a:spcBef>
                <a:spcPts val="0"/>
              </a:spcBef>
              <a:buFont typeface="Arial" panose="020B0604020202020204" pitchFamily="34" charset="0"/>
              <a:buNone/>
              <a:defRPr sz="1000">
                <a:solidFill>
                  <a:schemeClr val="tx1"/>
                </a:solidFill>
              </a:defRPr>
            </a:lvl5pPr>
            <a:lvl6pPr marL="0" indent="0" algn="l">
              <a:spcBef>
                <a:spcPts val="0"/>
              </a:spcBef>
              <a:buFont typeface="Arial" panose="020B0604020202020204" pitchFamily="34" charset="0"/>
              <a:buNone/>
              <a:defRPr sz="1000">
                <a:solidFill>
                  <a:schemeClr val="tx1"/>
                </a:solidFill>
              </a:defRPr>
            </a:lvl6pPr>
            <a:lvl7pPr marL="0" indent="0" algn="l">
              <a:spcBef>
                <a:spcPts val="0"/>
              </a:spcBef>
              <a:buFont typeface="Arial" panose="020B0604020202020204" pitchFamily="34" charset="0"/>
              <a:buNone/>
              <a:defRPr sz="1000">
                <a:solidFill>
                  <a:schemeClr val="tx1"/>
                </a:solidFill>
              </a:defRPr>
            </a:lvl7pPr>
            <a:lvl8pPr marL="0" indent="0" algn="l">
              <a:spcBef>
                <a:spcPts val="0"/>
              </a:spcBef>
              <a:buFont typeface="Arial" panose="020B0604020202020204" pitchFamily="34" charset="0"/>
              <a:buNone/>
              <a:defRPr sz="1000">
                <a:solidFill>
                  <a:schemeClr val="tx1"/>
                </a:solidFill>
              </a:defRPr>
            </a:lvl8pPr>
            <a:lvl9pPr marL="0" indent="0" algn="l">
              <a:spcBef>
                <a:spcPts val="0"/>
              </a:spcBef>
              <a:buFont typeface="Arial" panose="020B0604020202020204" pitchFamily="34" charset="0"/>
              <a:buNone/>
              <a:defRPr sz="1000">
                <a:solidFill>
                  <a:schemeClr val="tx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 name="Title 1"/>
          <p:cNvSpPr>
            <a:spLocks noGrp="1"/>
          </p:cNvSpPr>
          <p:nvPr>
            <p:ph type="title"/>
          </p:nvPr>
        </p:nvSpPr>
        <p:spPr bwMode="gray"/>
        <p:txBody>
          <a:bodyPr/>
          <a:lstStyle/>
          <a:p>
            <a:r>
              <a:rPr lang="de-DE"/>
              <a:t>Mastertitelformat bearbeiten</a:t>
            </a:r>
            <a:endParaRPr lang="en-US" dirty="0"/>
          </a:p>
        </p:txBody>
      </p:sp>
      <p:sp>
        <p:nvSpPr>
          <p:cNvPr id="4" name="Date Placeholder 3"/>
          <p:cNvSpPr>
            <a:spLocks noGrp="1"/>
          </p:cNvSpPr>
          <p:nvPr>
            <p:ph type="dt" sz="half" idx="10"/>
          </p:nvPr>
        </p:nvSpPr>
        <p:spPr bwMode="gray"/>
        <p:txBody>
          <a:bodyPr/>
          <a:lstStyle/>
          <a:p>
            <a:fld id="{A7BEF516-237C-450E-A29D-1D50FE4CBCE4}" type="datetime1">
              <a:rPr lang="en-US" smtClean="0"/>
              <a:t>11/17/2022</a:t>
            </a:fld>
            <a:endParaRPr lang="en-US" dirty="0"/>
          </a:p>
        </p:txBody>
      </p:sp>
      <p:sp>
        <p:nvSpPr>
          <p:cNvPr id="5" name="Footer Placeholder 4"/>
          <p:cNvSpPr>
            <a:spLocks noGrp="1"/>
          </p:cNvSpPr>
          <p:nvPr>
            <p:ph type="ftr" sz="quarter" idx="11"/>
          </p:nvPr>
        </p:nvSpPr>
        <p:spPr bwMode="gray"/>
        <p:txBody>
          <a:bodyPr/>
          <a:lstStyle/>
          <a:p>
            <a:endParaRPr lang="en-US" dirty="0"/>
          </a:p>
        </p:txBody>
      </p:sp>
      <p:sp>
        <p:nvSpPr>
          <p:cNvPr id="6" name="Slide Number Placeholder 5"/>
          <p:cNvSpPr>
            <a:spLocks noGrp="1"/>
          </p:cNvSpPr>
          <p:nvPr>
            <p:ph type="sldNum" sz="quarter" idx="12"/>
          </p:nvPr>
        </p:nvSpPr>
        <p:spPr bwMode="gray"/>
        <p:txBody>
          <a:bodyPr/>
          <a:lstStyle/>
          <a:p>
            <a:fld id="{66AA3846-8976-4D24-8224-CEE1235CE9F4}" type="slidenum">
              <a:rPr lang="en-US" smtClean="0"/>
              <a:t>‹#›</a:t>
            </a:fld>
            <a:endParaRPr lang="en-US" dirty="0"/>
          </a:p>
        </p:txBody>
      </p:sp>
      <p:sp>
        <p:nvSpPr>
          <p:cNvPr id="11" name="Subtitle 2">
            <a:extLst>
              <a:ext uri="{FF2B5EF4-FFF2-40B4-BE49-F238E27FC236}">
                <a16:creationId xmlns:a16="http://schemas.microsoft.com/office/drawing/2014/main" id="{27D97A63-DA12-4A04-BBC9-D7F458EA1CB3}"/>
              </a:ext>
            </a:extLst>
          </p:cNvPr>
          <p:cNvSpPr>
            <a:spLocks noGrp="1"/>
          </p:cNvSpPr>
          <p:nvPr>
            <p:ph type="subTitle" idx="1"/>
          </p:nvPr>
        </p:nvSpPr>
        <p:spPr bwMode="gray">
          <a:xfrm>
            <a:off x="420004" y="1106489"/>
            <a:ext cx="11337702" cy="255587"/>
          </a:xfrm>
        </p:spPr>
        <p:txBody>
          <a:bodyPr/>
          <a:lstStyle>
            <a:lvl1pPr marL="0" indent="0" algn="l">
              <a:spcBef>
                <a:spcPts val="0"/>
              </a:spcBef>
              <a:buNone/>
              <a:defRPr sz="1600" b="1"/>
            </a:lvl1pPr>
            <a:lvl2pPr marL="0" indent="0" algn="l">
              <a:spcBef>
                <a:spcPts val="0"/>
              </a:spcBef>
              <a:buNone/>
              <a:defRPr sz="1600" b="1"/>
            </a:lvl2pPr>
            <a:lvl3pPr marL="0" indent="0" algn="l">
              <a:spcBef>
                <a:spcPts val="0"/>
              </a:spcBef>
              <a:buNone/>
              <a:defRPr sz="1600" b="1"/>
            </a:lvl3pPr>
            <a:lvl4pPr marL="0" indent="0" algn="l">
              <a:spcBef>
                <a:spcPts val="0"/>
              </a:spcBef>
              <a:buNone/>
              <a:defRPr sz="1600" b="1"/>
            </a:lvl4pPr>
            <a:lvl5pPr marL="0" indent="0" algn="l">
              <a:spcBef>
                <a:spcPts val="0"/>
              </a:spcBef>
              <a:buNone/>
              <a:defRPr sz="1600" b="1"/>
            </a:lvl5pPr>
            <a:lvl6pPr marL="0" indent="0" algn="l">
              <a:spcBef>
                <a:spcPts val="0"/>
              </a:spcBef>
              <a:buNone/>
              <a:defRPr sz="1600" b="1"/>
            </a:lvl6pPr>
            <a:lvl7pPr marL="0" indent="0" algn="l">
              <a:spcBef>
                <a:spcPts val="0"/>
              </a:spcBef>
              <a:buNone/>
              <a:defRPr sz="1600" b="1"/>
            </a:lvl7pPr>
            <a:lvl8pPr marL="0" indent="0" algn="l">
              <a:spcBef>
                <a:spcPts val="0"/>
              </a:spcBef>
              <a:buNone/>
              <a:defRPr sz="1600" b="1"/>
            </a:lvl8pPr>
            <a:lvl9pPr marL="0" indent="0" algn="l">
              <a:spcBef>
                <a:spcPts val="0"/>
              </a:spcBef>
              <a:buNone/>
              <a:defRPr sz="1600" b="1"/>
            </a:lvl9pPr>
          </a:lstStyle>
          <a:p>
            <a:pPr lvl="0"/>
            <a:r>
              <a:rPr lang="de-DE"/>
              <a:t>Master-Untertitelformat bearbeiten</a:t>
            </a:r>
            <a:endParaRPr lang="en-US" dirty="0"/>
          </a:p>
        </p:txBody>
      </p:sp>
    </p:spTree>
    <p:extLst>
      <p:ext uri="{BB962C8B-B14F-4D97-AF65-F5344CB8AC3E}">
        <p14:creationId xmlns:p14="http://schemas.microsoft.com/office/powerpoint/2010/main" val="1833436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act">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15240" y="773320"/>
            <a:ext cx="11342467" cy="255587"/>
          </a:xfrm>
        </p:spPr>
        <p:txBody>
          <a:bodyPr/>
          <a:lstStyle/>
          <a:p>
            <a:r>
              <a:rPr lang="de-DE"/>
              <a:t>Mastertitelformat bearbeiten</a:t>
            </a:r>
            <a:endParaRPr lang="en-US" dirty="0"/>
          </a:p>
        </p:txBody>
      </p:sp>
      <p:sp>
        <p:nvSpPr>
          <p:cNvPr id="4" name="Date Placeholder 3"/>
          <p:cNvSpPr>
            <a:spLocks noGrp="1"/>
          </p:cNvSpPr>
          <p:nvPr>
            <p:ph type="dt" sz="half" idx="10"/>
          </p:nvPr>
        </p:nvSpPr>
        <p:spPr bwMode="gray"/>
        <p:txBody>
          <a:bodyPr/>
          <a:lstStyle/>
          <a:p>
            <a:fld id="{F13384CC-DD61-41F4-9EB5-B239E894AB50}" type="datetime1">
              <a:rPr lang="en-US" smtClean="0"/>
              <a:t>11/17/2022</a:t>
            </a:fld>
            <a:endParaRPr lang="en-US" dirty="0"/>
          </a:p>
        </p:txBody>
      </p:sp>
      <p:sp>
        <p:nvSpPr>
          <p:cNvPr id="5" name="Footer Placeholder 4"/>
          <p:cNvSpPr>
            <a:spLocks noGrp="1"/>
          </p:cNvSpPr>
          <p:nvPr>
            <p:ph type="ftr" sz="quarter" idx="11"/>
          </p:nvPr>
        </p:nvSpPr>
        <p:spPr bwMode="gray"/>
        <p:txBody>
          <a:bodyPr/>
          <a:lstStyle/>
          <a:p>
            <a:endParaRPr lang="en-US" dirty="0"/>
          </a:p>
        </p:txBody>
      </p:sp>
      <p:sp>
        <p:nvSpPr>
          <p:cNvPr id="6" name="Slide Number Placeholder 5"/>
          <p:cNvSpPr>
            <a:spLocks noGrp="1"/>
          </p:cNvSpPr>
          <p:nvPr>
            <p:ph type="sldNum" sz="quarter" idx="12"/>
          </p:nvPr>
        </p:nvSpPr>
        <p:spPr bwMode="gray"/>
        <p:txBody>
          <a:bodyPr/>
          <a:lstStyle/>
          <a:p>
            <a:fld id="{66AA3846-8976-4D24-8224-CEE1235CE9F4}" type="slidenum">
              <a:rPr lang="en-US" smtClean="0"/>
              <a:t>‹#›</a:t>
            </a:fld>
            <a:endParaRPr lang="en-US" dirty="0"/>
          </a:p>
        </p:txBody>
      </p:sp>
      <p:sp>
        <p:nvSpPr>
          <p:cNvPr id="11" name="Subtitle 2">
            <a:extLst>
              <a:ext uri="{FF2B5EF4-FFF2-40B4-BE49-F238E27FC236}">
                <a16:creationId xmlns:a16="http://schemas.microsoft.com/office/drawing/2014/main" id="{27D97A63-DA12-4A04-BBC9-D7F458EA1CB3}"/>
              </a:ext>
            </a:extLst>
          </p:cNvPr>
          <p:cNvSpPr>
            <a:spLocks noGrp="1"/>
          </p:cNvSpPr>
          <p:nvPr>
            <p:ph type="subTitle" idx="1"/>
          </p:nvPr>
        </p:nvSpPr>
        <p:spPr bwMode="gray">
          <a:xfrm>
            <a:off x="420004" y="1106489"/>
            <a:ext cx="11337702" cy="255587"/>
          </a:xfrm>
        </p:spPr>
        <p:txBody>
          <a:bodyPr/>
          <a:lstStyle>
            <a:lvl1pPr marL="0" indent="0" algn="l">
              <a:spcBef>
                <a:spcPts val="0"/>
              </a:spcBef>
              <a:buNone/>
              <a:defRPr sz="1600" b="1"/>
            </a:lvl1pPr>
            <a:lvl2pPr marL="0" indent="0" algn="l">
              <a:spcBef>
                <a:spcPts val="0"/>
              </a:spcBef>
              <a:buNone/>
              <a:defRPr sz="1600" b="1"/>
            </a:lvl2pPr>
            <a:lvl3pPr marL="0" indent="0" algn="l">
              <a:spcBef>
                <a:spcPts val="0"/>
              </a:spcBef>
              <a:buNone/>
              <a:defRPr sz="1600" b="1"/>
            </a:lvl3pPr>
            <a:lvl4pPr marL="0" indent="0" algn="l">
              <a:spcBef>
                <a:spcPts val="0"/>
              </a:spcBef>
              <a:buNone/>
              <a:defRPr sz="1600" b="1"/>
            </a:lvl4pPr>
            <a:lvl5pPr marL="0" indent="0" algn="l">
              <a:spcBef>
                <a:spcPts val="0"/>
              </a:spcBef>
              <a:buNone/>
              <a:defRPr sz="1600" b="1"/>
            </a:lvl5pPr>
            <a:lvl6pPr marL="0" indent="0" algn="l">
              <a:spcBef>
                <a:spcPts val="0"/>
              </a:spcBef>
              <a:buNone/>
              <a:defRPr sz="1600" b="1"/>
            </a:lvl6pPr>
            <a:lvl7pPr marL="0" indent="0" algn="l">
              <a:spcBef>
                <a:spcPts val="0"/>
              </a:spcBef>
              <a:buNone/>
              <a:defRPr sz="1600" b="1"/>
            </a:lvl7pPr>
            <a:lvl8pPr marL="0" indent="0" algn="l">
              <a:spcBef>
                <a:spcPts val="0"/>
              </a:spcBef>
              <a:buNone/>
              <a:defRPr sz="1600" b="1"/>
            </a:lvl8pPr>
            <a:lvl9pPr marL="0" indent="0" algn="l">
              <a:spcBef>
                <a:spcPts val="0"/>
              </a:spcBef>
              <a:buNone/>
              <a:defRPr sz="1600" b="1"/>
            </a:lvl9pPr>
          </a:lstStyle>
          <a:p>
            <a:pPr lvl="0"/>
            <a:r>
              <a:rPr lang="de-DE"/>
              <a:t>Master-Untertitelformat bearbeiten</a:t>
            </a:r>
            <a:endParaRPr lang="en-US" dirty="0"/>
          </a:p>
        </p:txBody>
      </p:sp>
      <p:sp>
        <p:nvSpPr>
          <p:cNvPr id="9" name="Picture Placeholder 6">
            <a:extLst>
              <a:ext uri="{FF2B5EF4-FFF2-40B4-BE49-F238E27FC236}">
                <a16:creationId xmlns:a16="http://schemas.microsoft.com/office/drawing/2014/main" id="{3939E246-4969-434D-9EC1-4524ED82AAEF}"/>
              </a:ext>
            </a:extLst>
          </p:cNvPr>
          <p:cNvSpPr>
            <a:spLocks noGrp="1"/>
          </p:cNvSpPr>
          <p:nvPr>
            <p:ph type="pic" sz="quarter" idx="16"/>
          </p:nvPr>
        </p:nvSpPr>
        <p:spPr bwMode="gray">
          <a:xfrm>
            <a:off x="3896858" y="1743076"/>
            <a:ext cx="7860847" cy="4577557"/>
          </a:xfrm>
        </p:spPr>
        <p:txBody>
          <a:bodyPr bIns="720000" anchor="ctr"/>
          <a:lstStyle>
            <a:lvl1pPr algn="ctr">
              <a:defRPr/>
            </a:lvl1pPr>
          </a:lstStyle>
          <a:p>
            <a:r>
              <a:rPr lang="de-DE" dirty="0"/>
              <a:t>Bild auf Platzhalter ziehen oder durch Klicken auf Symbol hinzufügen</a:t>
            </a:r>
            <a:endParaRPr lang="en-US" dirty="0"/>
          </a:p>
        </p:txBody>
      </p:sp>
      <p:sp>
        <p:nvSpPr>
          <p:cNvPr id="12" name="Picture Placeholder 6">
            <a:extLst>
              <a:ext uri="{FF2B5EF4-FFF2-40B4-BE49-F238E27FC236}">
                <a16:creationId xmlns:a16="http://schemas.microsoft.com/office/drawing/2014/main" id="{36EEB672-69FA-4314-9DD4-9F9BEF65044A}"/>
              </a:ext>
            </a:extLst>
          </p:cNvPr>
          <p:cNvSpPr>
            <a:spLocks noGrp="1"/>
          </p:cNvSpPr>
          <p:nvPr>
            <p:ph type="pic" sz="quarter" idx="17"/>
          </p:nvPr>
        </p:nvSpPr>
        <p:spPr bwMode="gray">
          <a:xfrm>
            <a:off x="431912" y="1743075"/>
            <a:ext cx="1299939" cy="1299600"/>
          </a:xfrm>
        </p:spPr>
        <p:txBody>
          <a:bodyPr bIns="504000" anchor="ctr"/>
          <a:lstStyle>
            <a:lvl1pPr algn="ctr">
              <a:defRPr/>
            </a:lvl1pPr>
          </a:lstStyle>
          <a:p>
            <a:r>
              <a:rPr lang="de-DE" dirty="0"/>
              <a:t>Bild auf Platzhalter ziehen oder durch Klicken auf Symbol hinzufügen</a:t>
            </a:r>
            <a:endParaRPr lang="en-US" dirty="0"/>
          </a:p>
        </p:txBody>
      </p:sp>
      <p:sp>
        <p:nvSpPr>
          <p:cNvPr id="8" name="Text Placeholder 7">
            <a:extLst>
              <a:ext uri="{FF2B5EF4-FFF2-40B4-BE49-F238E27FC236}">
                <a16:creationId xmlns:a16="http://schemas.microsoft.com/office/drawing/2014/main" id="{B6BA3954-C051-48F0-9E68-285973BA9380}"/>
              </a:ext>
            </a:extLst>
          </p:cNvPr>
          <p:cNvSpPr>
            <a:spLocks noGrp="1"/>
          </p:cNvSpPr>
          <p:nvPr>
            <p:ph type="body" sz="quarter" idx="18"/>
          </p:nvPr>
        </p:nvSpPr>
        <p:spPr bwMode="gray">
          <a:xfrm>
            <a:off x="420004" y="3201489"/>
            <a:ext cx="2964022" cy="867591"/>
          </a:xfrm>
        </p:spPr>
        <p:txBody>
          <a:bodyPr/>
          <a:lstStyle>
            <a:lvl1pPr>
              <a:spcAft>
                <a:spcPts val="600"/>
              </a:spcAft>
              <a:defRPr sz="1600" b="1"/>
            </a:lvl1pPr>
            <a:lvl2pPr marL="0" indent="0">
              <a:spcBef>
                <a:spcPts val="600"/>
              </a:spcBef>
              <a:buNone/>
              <a:defRPr sz="1400" b="0"/>
            </a:lvl2pPr>
            <a:lvl3pPr marL="0" indent="0">
              <a:spcBef>
                <a:spcPts val="600"/>
              </a:spcBef>
              <a:buNone/>
              <a:defRPr sz="1400" b="0"/>
            </a:lvl3pPr>
            <a:lvl4pPr marL="0" indent="0">
              <a:spcBef>
                <a:spcPts val="600"/>
              </a:spcBef>
              <a:buNone/>
              <a:defRPr sz="1400" b="0"/>
            </a:lvl4pPr>
            <a:lvl5pPr marL="0" indent="0">
              <a:spcBef>
                <a:spcPts val="600"/>
              </a:spcBef>
              <a:buNone/>
              <a:defRPr sz="1400" b="0"/>
            </a:lvl5pPr>
            <a:lvl6pPr marL="0" indent="0">
              <a:spcBef>
                <a:spcPts val="600"/>
              </a:spcBef>
              <a:buNone/>
              <a:defRPr sz="1400" b="0"/>
            </a:lvl6pPr>
            <a:lvl7pPr marL="0" indent="0">
              <a:spcBef>
                <a:spcPts val="600"/>
              </a:spcBef>
              <a:buNone/>
              <a:defRPr sz="1400" b="0"/>
            </a:lvl7pPr>
            <a:lvl8pPr marL="0" indent="0">
              <a:spcBef>
                <a:spcPts val="600"/>
              </a:spcBef>
              <a:buNone/>
              <a:defRPr sz="1400" b="0"/>
            </a:lvl8pPr>
            <a:lvl9pPr marL="0" indent="0">
              <a:spcBef>
                <a:spcPts val="600"/>
              </a:spcBef>
              <a:buNone/>
              <a:defRPr sz="1400" b="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17" name="Text Placeholder 7">
            <a:extLst>
              <a:ext uri="{FF2B5EF4-FFF2-40B4-BE49-F238E27FC236}">
                <a16:creationId xmlns:a16="http://schemas.microsoft.com/office/drawing/2014/main" id="{BB26D565-8616-4ACA-93C1-C79CC94BC8A9}"/>
              </a:ext>
            </a:extLst>
          </p:cNvPr>
          <p:cNvSpPr>
            <a:spLocks noGrp="1"/>
          </p:cNvSpPr>
          <p:nvPr>
            <p:ph type="body" sz="quarter" idx="19"/>
          </p:nvPr>
        </p:nvSpPr>
        <p:spPr bwMode="gray">
          <a:xfrm>
            <a:off x="420004" y="4493372"/>
            <a:ext cx="2964022" cy="1827260"/>
          </a:xfrm>
        </p:spPr>
        <p:txBody>
          <a:bodyPr/>
          <a:lstStyle>
            <a:lvl1pPr>
              <a:spcAft>
                <a:spcPts val="600"/>
              </a:spcAft>
              <a:defRPr sz="1600" b="1"/>
            </a:lvl1pPr>
            <a:lvl2pPr marL="0" indent="0">
              <a:spcBef>
                <a:spcPts val="600"/>
              </a:spcBef>
              <a:buNone/>
              <a:defRPr sz="1400" b="0"/>
            </a:lvl2pPr>
            <a:lvl3pPr marL="0" indent="0">
              <a:spcBef>
                <a:spcPts val="600"/>
              </a:spcBef>
              <a:buNone/>
              <a:defRPr sz="1400" b="0"/>
            </a:lvl3pPr>
            <a:lvl4pPr marL="0" indent="0">
              <a:spcBef>
                <a:spcPts val="600"/>
              </a:spcBef>
              <a:buNone/>
              <a:defRPr sz="1400" b="0"/>
            </a:lvl4pPr>
            <a:lvl5pPr marL="0" indent="0">
              <a:spcBef>
                <a:spcPts val="600"/>
              </a:spcBef>
              <a:buNone/>
              <a:defRPr sz="1400" b="0"/>
            </a:lvl5pPr>
            <a:lvl6pPr marL="0" indent="0">
              <a:spcBef>
                <a:spcPts val="600"/>
              </a:spcBef>
              <a:buNone/>
              <a:defRPr sz="1400" b="0"/>
            </a:lvl6pPr>
            <a:lvl7pPr marL="0" indent="0">
              <a:spcBef>
                <a:spcPts val="600"/>
              </a:spcBef>
              <a:buNone/>
              <a:defRPr sz="1400" b="0"/>
            </a:lvl7pPr>
            <a:lvl8pPr marL="0" indent="0">
              <a:spcBef>
                <a:spcPts val="600"/>
              </a:spcBef>
              <a:buNone/>
              <a:defRPr sz="1400" b="0"/>
            </a:lvl8pPr>
            <a:lvl9pPr marL="0" indent="0">
              <a:spcBef>
                <a:spcPts val="600"/>
              </a:spcBef>
              <a:buNone/>
              <a:defRPr sz="1400" b="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249166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Disclaimer">
    <p:spTree>
      <p:nvGrpSpPr>
        <p:cNvPr id="1" name=""/>
        <p:cNvGrpSpPr/>
        <p:nvPr/>
      </p:nvGrpSpPr>
      <p:grpSpPr>
        <a:xfrm>
          <a:off x="0" y="0"/>
          <a:ext cx="0" cy="0"/>
          <a:chOff x="0" y="0"/>
          <a:chExt cx="0" cy="0"/>
        </a:xfrm>
      </p:grpSpPr>
      <p:sp>
        <p:nvSpPr>
          <p:cNvPr id="2" name="Title 1"/>
          <p:cNvSpPr>
            <a:spLocks noGrp="1"/>
          </p:cNvSpPr>
          <p:nvPr>
            <p:ph type="title"/>
          </p:nvPr>
        </p:nvSpPr>
        <p:spPr bwMode="gray">
          <a:xfrm>
            <a:off x="0" y="1"/>
            <a:ext cx="45731" cy="45719"/>
          </a:xfrm>
        </p:spPr>
        <p:txBody>
          <a:bodyPr/>
          <a:lstStyle>
            <a:lvl1pPr>
              <a:defRPr sz="100">
                <a:noFill/>
              </a:defRPr>
            </a:lvl1pPr>
          </a:lstStyle>
          <a:p>
            <a:r>
              <a:rPr lang="de-DE"/>
              <a:t>Mastertitelformat bearbeiten</a:t>
            </a:r>
            <a:endParaRPr lang="en-US" dirty="0"/>
          </a:p>
        </p:txBody>
      </p:sp>
      <p:sp>
        <p:nvSpPr>
          <p:cNvPr id="4" name="Date Placeholder 3"/>
          <p:cNvSpPr>
            <a:spLocks noGrp="1"/>
          </p:cNvSpPr>
          <p:nvPr>
            <p:ph type="dt" sz="half" idx="10"/>
          </p:nvPr>
        </p:nvSpPr>
        <p:spPr bwMode="gray"/>
        <p:txBody>
          <a:bodyPr/>
          <a:lstStyle/>
          <a:p>
            <a:fld id="{EDDFF34D-C9AF-41F4-833A-180F294D802D}" type="datetime1">
              <a:rPr lang="en-US" smtClean="0"/>
              <a:t>11/17/2022</a:t>
            </a:fld>
            <a:endParaRPr lang="en-US" dirty="0"/>
          </a:p>
        </p:txBody>
      </p:sp>
      <p:sp>
        <p:nvSpPr>
          <p:cNvPr id="5" name="Footer Placeholder 4"/>
          <p:cNvSpPr>
            <a:spLocks noGrp="1"/>
          </p:cNvSpPr>
          <p:nvPr>
            <p:ph type="ftr" sz="quarter" idx="11"/>
          </p:nvPr>
        </p:nvSpPr>
        <p:spPr bwMode="gray"/>
        <p:txBody>
          <a:bodyPr/>
          <a:lstStyle/>
          <a:p>
            <a:endParaRPr lang="en-US" dirty="0"/>
          </a:p>
        </p:txBody>
      </p:sp>
      <p:sp>
        <p:nvSpPr>
          <p:cNvPr id="6" name="Slide Number Placeholder 5"/>
          <p:cNvSpPr>
            <a:spLocks noGrp="1"/>
          </p:cNvSpPr>
          <p:nvPr>
            <p:ph type="sldNum" sz="quarter" idx="12"/>
          </p:nvPr>
        </p:nvSpPr>
        <p:spPr bwMode="gray"/>
        <p:txBody>
          <a:bodyPr/>
          <a:lstStyle/>
          <a:p>
            <a:fld id="{66AA3846-8976-4D24-8224-CEE1235CE9F4}" type="slidenum">
              <a:rPr lang="en-US" smtClean="0"/>
              <a:t>‹#›</a:t>
            </a:fld>
            <a:endParaRPr lang="en-US" dirty="0"/>
          </a:p>
        </p:txBody>
      </p:sp>
      <p:sp>
        <p:nvSpPr>
          <p:cNvPr id="3" name="TextBox 2">
            <a:extLst>
              <a:ext uri="{FF2B5EF4-FFF2-40B4-BE49-F238E27FC236}">
                <a16:creationId xmlns:a16="http://schemas.microsoft.com/office/drawing/2014/main" id="{3D085CB1-5363-47B5-B07B-683F1C95DD95}"/>
              </a:ext>
            </a:extLst>
          </p:cNvPr>
          <p:cNvSpPr txBox="1"/>
          <p:nvPr/>
        </p:nvSpPr>
        <p:spPr bwMode="gray">
          <a:xfrm>
            <a:off x="415239" y="773319"/>
            <a:ext cx="11342954" cy="255600"/>
          </a:xfrm>
          <a:prstGeom prst="rect">
            <a:avLst/>
          </a:prstGeom>
          <a:noFill/>
        </p:spPr>
        <p:txBody>
          <a:bodyPr wrap="square" lIns="0" tIns="0" rIns="0" bIns="0" rtlCol="0">
            <a:noAutofit/>
          </a:bodyPr>
          <a:lstStyle/>
          <a:p>
            <a:pPr algn="l"/>
            <a:r>
              <a:rPr lang="en-US" sz="2000" b="1" dirty="0">
                <a:solidFill>
                  <a:schemeClr val="tx1"/>
                </a:solidFill>
              </a:rPr>
              <a:t>Disclaimer</a:t>
            </a:r>
          </a:p>
        </p:txBody>
      </p:sp>
      <p:sp>
        <p:nvSpPr>
          <p:cNvPr id="7" name="TextBox 6">
            <a:extLst>
              <a:ext uri="{FF2B5EF4-FFF2-40B4-BE49-F238E27FC236}">
                <a16:creationId xmlns:a16="http://schemas.microsoft.com/office/drawing/2014/main" id="{24F603ED-0326-47DF-86AD-48AD87DC4B25}"/>
              </a:ext>
            </a:extLst>
          </p:cNvPr>
          <p:cNvSpPr txBox="1"/>
          <p:nvPr/>
        </p:nvSpPr>
        <p:spPr bwMode="gray">
          <a:xfrm>
            <a:off x="420000" y="1701006"/>
            <a:ext cx="11339353" cy="4618800"/>
          </a:xfrm>
          <a:prstGeom prst="rect">
            <a:avLst/>
          </a:prstGeom>
          <a:noFill/>
        </p:spPr>
        <p:txBody>
          <a:bodyPr wrap="square" lIns="0" tIns="0" rIns="0" bIns="0" rtlCol="0">
            <a:noAutofit/>
          </a:bodyPr>
          <a:lstStyle/>
          <a:p>
            <a:pPr algn="l">
              <a:spcBef>
                <a:spcPts val="600"/>
              </a:spcBef>
            </a:pPr>
            <a:r>
              <a:rPr lang="en-US" sz="1400" dirty="0">
                <a:solidFill>
                  <a:schemeClr val="tx1"/>
                </a:solidFill>
              </a:rPr>
              <a:t>This document has been prepared by Mutares AG solely for the use in this presentation.</a:t>
            </a:r>
          </a:p>
          <a:p>
            <a:pPr algn="l">
              <a:spcBef>
                <a:spcPts val="600"/>
              </a:spcBef>
            </a:pPr>
            <a:r>
              <a:rPr lang="en-US" sz="1400" dirty="0">
                <a:solidFill>
                  <a:schemeClr val="tx1"/>
                </a:solidFill>
              </a:rPr>
              <a:t>The information contained in this document has not been independently verified. No representation or warranty - whether expressed or implied – is made as to, and no reliance should be placed on, the fairness, accuracy, completeness or correctness of the information or opinions contained therein. Neither the company nor any of its affiliates, advisors or representatives shall have any liability whatsoever (in negligence or otherwise) for any loss arising from any use of this document or its content or otherwise arising in connection with this document.</a:t>
            </a:r>
          </a:p>
          <a:p>
            <a:pPr algn="l">
              <a:spcBef>
                <a:spcPts val="600"/>
              </a:spcBef>
            </a:pPr>
            <a:r>
              <a:rPr lang="en-US" sz="1400" dirty="0">
                <a:solidFill>
                  <a:schemeClr val="tx1"/>
                </a:solidFill>
              </a:rPr>
              <a:t>This document does not constitute an offer or invitation to purchase or subscribe for any shares and neither this document nor any part of it shall form the basis of, or be relied upon in connection with, any contract or commitment whatsoever.</a:t>
            </a:r>
          </a:p>
          <a:p>
            <a:pPr algn="l">
              <a:spcBef>
                <a:spcPts val="600"/>
              </a:spcBef>
            </a:pPr>
            <a:r>
              <a:rPr lang="en-US" sz="1400" dirty="0">
                <a:solidFill>
                  <a:schemeClr val="tx1"/>
                </a:solidFill>
              </a:rPr>
              <a:t>This document contains forward-looking statements that are based on current estimates and assumptions made by the management of Mutares AG, and other information currently available to them. The words “anticipate,” “assume,” “believe,” “estimate,” “expect,” “intend,” “may,” “plan,” “project,” “should” and similar expressions are used to identify forward-looking statements. Various known and unknown risks, uncertainties and other factors could cause actual results to differ materially from those contained in the forward-looking statements. Mutares AG does not intend or assume any obligation to update any forward-looking statements. Any forward-looking statement speaks only as of the date on which it is made and is based on numerous assumptions which may or may not prove to be correct.</a:t>
            </a:r>
          </a:p>
          <a:p>
            <a:pPr algn="l">
              <a:spcBef>
                <a:spcPts val="600"/>
              </a:spcBef>
            </a:pPr>
            <a:r>
              <a:rPr lang="en-US" sz="1400" dirty="0">
                <a:solidFill>
                  <a:schemeClr val="tx1"/>
                </a:solidFill>
              </a:rPr>
              <a:t>This presentation and its contents are confidential and are not for release, reproduction, publication or distribution, in whole or in part, directly</a:t>
            </a:r>
            <a:br>
              <a:rPr lang="en-US" sz="1400" dirty="0">
                <a:solidFill>
                  <a:schemeClr val="tx1"/>
                </a:solidFill>
              </a:rPr>
            </a:br>
            <a:r>
              <a:rPr lang="en-US" sz="1400" dirty="0">
                <a:solidFill>
                  <a:schemeClr val="tx1"/>
                </a:solidFill>
              </a:rPr>
              <a:t>or indirectly, in or into or from the United States of America, Canada, Australia, Japan or any jurisdiction where such distribution is unlawful. This presentation is not an offer or invitation to buy or sell securities in any jurisdiction.</a:t>
            </a:r>
          </a:p>
          <a:p>
            <a:pPr algn="l">
              <a:spcBef>
                <a:spcPts val="600"/>
              </a:spcBef>
            </a:pPr>
            <a:r>
              <a:rPr lang="en-US" sz="1400" dirty="0">
                <a:solidFill>
                  <a:schemeClr val="tx1"/>
                </a:solidFill>
              </a:rPr>
              <a:t>By accepting this document, you agree with the foregoing. </a:t>
            </a:r>
          </a:p>
          <a:p>
            <a:pPr algn="l">
              <a:spcBef>
                <a:spcPts val="600"/>
              </a:spcBef>
            </a:pPr>
            <a:endParaRPr lang="en-US" sz="1400" dirty="0">
              <a:solidFill>
                <a:schemeClr val="tx1"/>
              </a:solidFill>
            </a:endParaRPr>
          </a:p>
          <a:p>
            <a:pPr algn="l">
              <a:spcBef>
                <a:spcPts val="600"/>
              </a:spcBef>
            </a:pPr>
            <a:endParaRPr lang="en-US" sz="1400" dirty="0">
              <a:solidFill>
                <a:schemeClr val="tx1"/>
              </a:solidFill>
            </a:endParaRPr>
          </a:p>
        </p:txBody>
      </p:sp>
    </p:spTree>
    <p:extLst>
      <p:ext uri="{BB962C8B-B14F-4D97-AF65-F5344CB8AC3E}">
        <p14:creationId xmlns:p14="http://schemas.microsoft.com/office/powerpoint/2010/main" val="1009756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cSld name="1_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1524001" y="1122363"/>
            <a:ext cx="9144000" cy="2387600"/>
          </a:xfrm>
        </p:spPr>
        <p:txBody>
          <a:bodyPr anchor="b"/>
          <a:lstStyle>
            <a:lvl1pPr algn="ctr">
              <a:defRPr sz="5998"/>
            </a:lvl1pPr>
          </a:lstStyle>
          <a:p>
            <a:r>
              <a:rPr lang="de-DE"/>
              <a:t>Mastertitelformat bearbeiten</a:t>
            </a:r>
            <a:endParaRPr lang="en-US"/>
          </a:p>
        </p:txBody>
      </p:sp>
      <p:sp>
        <p:nvSpPr>
          <p:cNvPr id="3" name="Subtitle 2"/>
          <p:cNvSpPr>
            <a:spLocks noGrp="1"/>
          </p:cNvSpPr>
          <p:nvPr>
            <p:ph type="subTitle" idx="1"/>
          </p:nvPr>
        </p:nvSpPr>
        <p:spPr>
          <a:xfrm>
            <a:off x="1524001" y="3602038"/>
            <a:ext cx="9144000" cy="1655762"/>
          </a:xfrm>
        </p:spPr>
        <p:txBody>
          <a:bodyPr/>
          <a:lstStyle>
            <a:lvl1pPr marL="0" indent="0" algn="ctr">
              <a:buNone/>
              <a:defRPr sz="2399"/>
            </a:lvl1pPr>
            <a:lvl2pPr marL="457063" indent="0" algn="ctr">
              <a:buNone/>
              <a:defRPr sz="1999"/>
            </a:lvl2pPr>
            <a:lvl3pPr marL="914126" indent="0" algn="ctr">
              <a:buNone/>
              <a:defRPr sz="1799"/>
            </a:lvl3pPr>
            <a:lvl4pPr marL="1371189" indent="0" algn="ctr">
              <a:buNone/>
              <a:defRPr sz="1600"/>
            </a:lvl4pPr>
            <a:lvl5pPr marL="1828251" indent="0" algn="ctr">
              <a:buNone/>
              <a:defRPr sz="1600"/>
            </a:lvl5pPr>
            <a:lvl6pPr marL="2285314" indent="0" algn="ctr">
              <a:buNone/>
              <a:defRPr sz="1600"/>
            </a:lvl6pPr>
            <a:lvl7pPr marL="2742377" indent="0" algn="ctr">
              <a:buNone/>
              <a:defRPr sz="1600"/>
            </a:lvl7pPr>
            <a:lvl8pPr marL="3199440" indent="0" algn="ctr">
              <a:buNone/>
              <a:defRPr sz="1600"/>
            </a:lvl8pPr>
            <a:lvl9pPr marL="3656503" indent="0" algn="ctr">
              <a:buNone/>
              <a:defRPr sz="1600"/>
            </a:lvl9pPr>
          </a:lstStyle>
          <a:p>
            <a:r>
              <a:rPr lang="de-DE"/>
              <a:t>Master-Untertitelformat bearbeiten</a:t>
            </a:r>
            <a:endParaRPr lang="en-US"/>
          </a:p>
        </p:txBody>
      </p:sp>
      <p:sp>
        <p:nvSpPr>
          <p:cNvPr id="4" name="Date Placeholder 3"/>
          <p:cNvSpPr>
            <a:spLocks noGrp="1"/>
          </p:cNvSpPr>
          <p:nvPr>
            <p:ph type="dt" sz="half" idx="10"/>
          </p:nvPr>
        </p:nvSpPr>
        <p:spPr/>
        <p:txBody>
          <a:bodyPr/>
          <a:lstStyle/>
          <a:p>
            <a:fld id="{E1997FFD-ABDA-45CF-8A51-58C35CC6A23D}" type="datetimeFigureOut">
              <a:rPr lang="de-DE" smtClean="0"/>
              <a:t>17.11.2022</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9057D3B8-0CE6-4660-8DF6-320B0FD4BCD2}" type="slidenum">
              <a:rPr lang="de-DE" smtClean="0"/>
              <a:t>‹#›</a:t>
            </a:fld>
            <a:endParaRPr lang="de-DE"/>
          </a:p>
        </p:txBody>
      </p:sp>
    </p:spTree>
    <p:extLst>
      <p:ext uri="{BB962C8B-B14F-4D97-AF65-F5344CB8AC3E}">
        <p14:creationId xmlns:p14="http://schemas.microsoft.com/office/powerpoint/2010/main" val="31440986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08097" y="4823619"/>
            <a:ext cx="8921212" cy="414338"/>
          </a:xfrm>
        </p:spPr>
        <p:txBody>
          <a:bodyPr anchor="t"/>
          <a:lstStyle>
            <a:lvl1pPr algn="l">
              <a:defRPr sz="2800">
                <a:latin typeface="Calibri" panose="020F0502020204030204" pitchFamily="34" charset="0"/>
                <a:cs typeface="Calibri" panose="020F0502020204030204" pitchFamily="34" charset="0"/>
              </a:defRPr>
            </a:lvl1pPr>
          </a:lstStyle>
          <a:p>
            <a:r>
              <a:rPr lang="de-DE" dirty="0"/>
              <a:t>Mastertitelformat bearbeiten</a:t>
            </a:r>
            <a:endParaRPr lang="en-US" dirty="0"/>
          </a:p>
        </p:txBody>
      </p:sp>
      <p:sp>
        <p:nvSpPr>
          <p:cNvPr id="3" name="Subtitle 2"/>
          <p:cNvSpPr>
            <a:spLocks noGrp="1"/>
          </p:cNvSpPr>
          <p:nvPr>
            <p:ph type="subTitle" idx="1"/>
          </p:nvPr>
        </p:nvSpPr>
        <p:spPr bwMode="gray">
          <a:xfrm>
            <a:off x="405715" y="5272087"/>
            <a:ext cx="8921212" cy="414338"/>
          </a:xfrm>
        </p:spPr>
        <p:txBody>
          <a:bodyPr/>
          <a:lstStyle>
            <a:lvl1pPr marL="0" indent="0" algn="l">
              <a:spcBef>
                <a:spcPts val="0"/>
              </a:spcBef>
              <a:buNone/>
              <a:defRPr sz="2800">
                <a:latin typeface="Calibri" panose="020F0502020204030204" pitchFamily="34" charset="0"/>
                <a:cs typeface="Calibri" panose="020F0502020204030204" pitchFamily="34" charset="0"/>
              </a:defRPr>
            </a:lvl1pPr>
            <a:lvl2pPr marL="0" indent="0" algn="l">
              <a:spcBef>
                <a:spcPts val="0"/>
              </a:spcBef>
              <a:buNone/>
              <a:defRPr sz="2800"/>
            </a:lvl2pPr>
            <a:lvl3pPr marL="0" indent="0" algn="l">
              <a:spcBef>
                <a:spcPts val="0"/>
              </a:spcBef>
              <a:buNone/>
              <a:defRPr sz="2800"/>
            </a:lvl3pPr>
            <a:lvl4pPr marL="0" indent="0" algn="l">
              <a:spcBef>
                <a:spcPts val="0"/>
              </a:spcBef>
              <a:buNone/>
              <a:defRPr sz="2800"/>
            </a:lvl4pPr>
            <a:lvl5pPr marL="0" indent="0" algn="l">
              <a:spcBef>
                <a:spcPts val="0"/>
              </a:spcBef>
              <a:buNone/>
              <a:defRPr sz="2800"/>
            </a:lvl5pPr>
            <a:lvl6pPr marL="0" indent="0" algn="l">
              <a:spcBef>
                <a:spcPts val="0"/>
              </a:spcBef>
              <a:buNone/>
              <a:defRPr sz="2800"/>
            </a:lvl6pPr>
            <a:lvl7pPr marL="0" indent="0" algn="l">
              <a:spcBef>
                <a:spcPts val="0"/>
              </a:spcBef>
              <a:buNone/>
              <a:defRPr sz="2800"/>
            </a:lvl7pPr>
            <a:lvl8pPr marL="0" indent="0" algn="l">
              <a:spcBef>
                <a:spcPts val="0"/>
              </a:spcBef>
              <a:buNone/>
              <a:defRPr sz="2800"/>
            </a:lvl8pPr>
            <a:lvl9pPr marL="0" indent="0" algn="l">
              <a:spcBef>
                <a:spcPts val="0"/>
              </a:spcBef>
              <a:buNone/>
              <a:defRPr sz="2800"/>
            </a:lvl9pPr>
          </a:lstStyle>
          <a:p>
            <a:pPr lvl="0"/>
            <a:r>
              <a:rPr lang="de-DE"/>
              <a:t>Master-Untertitelformat bearbeiten</a:t>
            </a:r>
            <a:endParaRPr lang="en-US" dirty="0"/>
          </a:p>
        </p:txBody>
      </p:sp>
      <p:sp>
        <p:nvSpPr>
          <p:cNvPr id="4" name="Date Placeholder 3"/>
          <p:cNvSpPr>
            <a:spLocks noGrp="1"/>
          </p:cNvSpPr>
          <p:nvPr>
            <p:ph type="dt" sz="half" idx="10"/>
          </p:nvPr>
        </p:nvSpPr>
        <p:spPr bwMode="gray"/>
        <p:txBody>
          <a:bodyPr/>
          <a:lstStyle/>
          <a:p>
            <a:fld id="{B5BB544D-367E-4EB9-B594-12E2948A8C6F}" type="datetime1">
              <a:rPr lang="en-US" smtClean="0"/>
              <a:t>11/17/2022</a:t>
            </a:fld>
            <a:endParaRPr lang="en-US" dirty="0"/>
          </a:p>
        </p:txBody>
      </p:sp>
      <p:sp>
        <p:nvSpPr>
          <p:cNvPr id="5" name="Footer Placeholder 4"/>
          <p:cNvSpPr>
            <a:spLocks noGrp="1"/>
          </p:cNvSpPr>
          <p:nvPr>
            <p:ph type="ftr" sz="quarter" idx="11"/>
          </p:nvPr>
        </p:nvSpPr>
        <p:spPr bwMode="gray"/>
        <p:txBody>
          <a:bodyPr/>
          <a:lstStyle/>
          <a:p>
            <a:endParaRPr lang="en-US" dirty="0"/>
          </a:p>
        </p:txBody>
      </p:sp>
      <p:sp>
        <p:nvSpPr>
          <p:cNvPr id="6" name="Slide Number Placeholder 5"/>
          <p:cNvSpPr>
            <a:spLocks noGrp="1"/>
          </p:cNvSpPr>
          <p:nvPr>
            <p:ph type="sldNum" sz="quarter" idx="12"/>
          </p:nvPr>
        </p:nvSpPr>
        <p:spPr bwMode="gray"/>
        <p:txBody>
          <a:bodyPr/>
          <a:lstStyle>
            <a:lvl1pPr>
              <a:defRPr>
                <a:noFill/>
              </a:defRPr>
            </a:lvl1pPr>
            <a:lvl2pPr>
              <a:defRPr>
                <a:noFill/>
              </a:defRPr>
            </a:lvl2pPr>
            <a:lvl3pPr>
              <a:defRPr>
                <a:noFill/>
              </a:defRPr>
            </a:lvl3pPr>
            <a:lvl4pPr>
              <a:defRPr>
                <a:noFill/>
              </a:defRPr>
            </a:lvl4pPr>
            <a:lvl5pPr>
              <a:defRPr>
                <a:noFill/>
              </a:defRPr>
            </a:lvl5pPr>
            <a:lvl6pPr>
              <a:defRPr>
                <a:noFill/>
              </a:defRPr>
            </a:lvl6pPr>
            <a:lvl7pPr>
              <a:defRPr>
                <a:noFill/>
              </a:defRPr>
            </a:lvl7pPr>
            <a:lvl8pPr>
              <a:defRPr>
                <a:noFill/>
              </a:defRPr>
            </a:lvl8pPr>
            <a:lvl9pPr>
              <a:defRPr>
                <a:noFill/>
              </a:defRPr>
            </a:lvl9pPr>
          </a:lstStyle>
          <a:p>
            <a:fld id="{66AA3846-8976-4D24-8224-CEE1235CE9F4}" type="slidenum">
              <a:rPr lang="en-US" smtClean="0"/>
              <a:pPr/>
              <a:t>‹#›</a:t>
            </a:fld>
            <a:endParaRPr lang="en-US" dirty="0"/>
          </a:p>
        </p:txBody>
      </p:sp>
      <p:sp>
        <p:nvSpPr>
          <p:cNvPr id="79" name="Text Placeholder 78">
            <a:extLst>
              <a:ext uri="{FF2B5EF4-FFF2-40B4-BE49-F238E27FC236}">
                <a16:creationId xmlns:a16="http://schemas.microsoft.com/office/drawing/2014/main" id="{D478C85D-0D76-47CB-8C7A-2CFA61ADBA85}"/>
              </a:ext>
            </a:extLst>
          </p:cNvPr>
          <p:cNvSpPr>
            <a:spLocks noGrp="1"/>
          </p:cNvSpPr>
          <p:nvPr>
            <p:ph type="body" sz="quarter" idx="14"/>
          </p:nvPr>
        </p:nvSpPr>
        <p:spPr bwMode="gray">
          <a:xfrm>
            <a:off x="416828" y="5946776"/>
            <a:ext cx="5321099" cy="238124"/>
          </a:xfrm>
        </p:spPr>
        <p:txBody>
          <a:bodyPr/>
          <a:lstStyle>
            <a:lvl1pPr marL="0" indent="0">
              <a:spcBef>
                <a:spcPts val="0"/>
              </a:spcBef>
              <a:buFont typeface="Arial" panose="020B0604020202020204" pitchFamily="34" charset="0"/>
              <a:buNone/>
              <a:defRPr sz="1600">
                <a:solidFill>
                  <a:schemeClr val="tx1"/>
                </a:solidFill>
                <a:latin typeface="Calibri" panose="020F0502020204030204" pitchFamily="34" charset="0"/>
                <a:cs typeface="Calibri" panose="020F0502020204030204" pitchFamily="34" charset="0"/>
              </a:defRPr>
            </a:lvl1pPr>
            <a:lvl2pPr marL="0" indent="0">
              <a:spcBef>
                <a:spcPts val="0"/>
              </a:spcBef>
              <a:buFont typeface="Arial" panose="020B0604020202020204" pitchFamily="34" charset="0"/>
              <a:buNone/>
              <a:defRPr sz="1600">
                <a:solidFill>
                  <a:schemeClr val="tx1"/>
                </a:solidFill>
                <a:latin typeface="Calibri" panose="020F0502020204030204" pitchFamily="34" charset="0"/>
                <a:cs typeface="Calibri" panose="020F0502020204030204" pitchFamily="34" charset="0"/>
              </a:defRPr>
            </a:lvl2pPr>
            <a:lvl3pPr marL="0" indent="0">
              <a:spcBef>
                <a:spcPts val="0"/>
              </a:spcBef>
              <a:buFont typeface="Arial" panose="020B0604020202020204" pitchFamily="34" charset="0"/>
              <a:buNone/>
              <a:defRPr sz="1600">
                <a:solidFill>
                  <a:schemeClr val="tx1"/>
                </a:solidFill>
                <a:latin typeface="Calibri" panose="020F0502020204030204" pitchFamily="34" charset="0"/>
                <a:cs typeface="Calibri" panose="020F0502020204030204" pitchFamily="34" charset="0"/>
              </a:defRPr>
            </a:lvl3pPr>
            <a:lvl4pPr marL="0" indent="0">
              <a:spcBef>
                <a:spcPts val="0"/>
              </a:spcBef>
              <a:buFont typeface="Arial" panose="020B0604020202020204" pitchFamily="34" charset="0"/>
              <a:buNone/>
              <a:defRPr sz="1600">
                <a:solidFill>
                  <a:schemeClr val="tx1"/>
                </a:solidFill>
                <a:latin typeface="Calibri" panose="020F0502020204030204" pitchFamily="34" charset="0"/>
                <a:cs typeface="Calibri" panose="020F0502020204030204" pitchFamily="34" charset="0"/>
              </a:defRPr>
            </a:lvl4pPr>
            <a:lvl5pPr marL="0" indent="0">
              <a:spcBef>
                <a:spcPts val="0"/>
              </a:spcBef>
              <a:buFont typeface="Arial" panose="020B0604020202020204" pitchFamily="34" charset="0"/>
              <a:buNone/>
              <a:defRPr sz="1600">
                <a:solidFill>
                  <a:schemeClr val="tx1"/>
                </a:solidFill>
                <a:latin typeface="Calibri" panose="020F0502020204030204" pitchFamily="34" charset="0"/>
                <a:cs typeface="Calibri" panose="020F0502020204030204" pitchFamily="34" charset="0"/>
              </a:defRPr>
            </a:lvl5pPr>
            <a:lvl6pPr marL="0" indent="0">
              <a:spcBef>
                <a:spcPts val="0"/>
              </a:spcBef>
              <a:buFont typeface="Arial" panose="020B0604020202020204" pitchFamily="34" charset="0"/>
              <a:buNone/>
              <a:defRPr sz="1600">
                <a:solidFill>
                  <a:schemeClr val="tx1"/>
                </a:solidFill>
              </a:defRPr>
            </a:lvl6pPr>
            <a:lvl7pPr marL="0" indent="0">
              <a:spcBef>
                <a:spcPts val="0"/>
              </a:spcBef>
              <a:buFont typeface="Arial" panose="020B0604020202020204" pitchFamily="34" charset="0"/>
              <a:buNone/>
              <a:defRPr sz="1600">
                <a:solidFill>
                  <a:schemeClr val="tx1"/>
                </a:solidFill>
              </a:defRPr>
            </a:lvl7pPr>
            <a:lvl8pPr marL="0" indent="0">
              <a:spcBef>
                <a:spcPts val="0"/>
              </a:spcBef>
              <a:buFont typeface="Arial" panose="020B0604020202020204" pitchFamily="34" charset="0"/>
              <a:buNone/>
              <a:defRPr sz="1600">
                <a:solidFill>
                  <a:schemeClr val="tx1"/>
                </a:solidFill>
              </a:defRPr>
            </a:lvl8pPr>
            <a:lvl9pPr marL="0" indent="0">
              <a:spcBef>
                <a:spcPts val="0"/>
              </a:spcBef>
              <a:buFont typeface="Arial" panose="020B0604020202020204" pitchFamily="34" charset="0"/>
              <a:buNone/>
              <a:defRPr sz="1600">
                <a:solidFill>
                  <a:schemeClr val="tx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grpSp>
        <p:nvGrpSpPr>
          <p:cNvPr id="81" name="Group 80">
            <a:extLst>
              <a:ext uri="{FF2B5EF4-FFF2-40B4-BE49-F238E27FC236}">
                <a16:creationId xmlns:a16="http://schemas.microsoft.com/office/drawing/2014/main" id="{F6981068-6445-4488-BBE2-B96D48D0CB9E}"/>
              </a:ext>
            </a:extLst>
          </p:cNvPr>
          <p:cNvGrpSpPr/>
          <p:nvPr/>
        </p:nvGrpSpPr>
        <p:grpSpPr bwMode="gray">
          <a:xfrm>
            <a:off x="431912" y="-137594"/>
            <a:ext cx="11660843" cy="116162"/>
            <a:chOff x="431800" y="-137594"/>
            <a:chExt cx="11657806" cy="116162"/>
          </a:xfrm>
        </p:grpSpPr>
        <p:grpSp>
          <p:nvGrpSpPr>
            <p:cNvPr id="82" name="Group 81">
              <a:extLst>
                <a:ext uri="{FF2B5EF4-FFF2-40B4-BE49-F238E27FC236}">
                  <a16:creationId xmlns:a16="http://schemas.microsoft.com/office/drawing/2014/main" id="{413E4756-0ADA-40B4-BEBB-470B003B931F}"/>
                </a:ext>
              </a:extLst>
            </p:cNvPr>
            <p:cNvGrpSpPr/>
            <p:nvPr/>
          </p:nvGrpSpPr>
          <p:grpSpPr bwMode="gray">
            <a:xfrm>
              <a:off x="431800" y="-137594"/>
              <a:ext cx="332581" cy="116162"/>
              <a:chOff x="431800" y="-137594"/>
              <a:chExt cx="332581" cy="116162"/>
            </a:xfrm>
          </p:grpSpPr>
          <p:cxnSp>
            <p:nvCxnSpPr>
              <p:cNvPr id="92" name="Straight Connector 91">
                <a:extLst>
                  <a:ext uri="{FF2B5EF4-FFF2-40B4-BE49-F238E27FC236}">
                    <a16:creationId xmlns:a16="http://schemas.microsoft.com/office/drawing/2014/main" id="{2A0E65C9-4FCD-4DBC-B322-FEB5BE9023C7}"/>
                  </a:ext>
                </a:extLst>
              </p:cNvPr>
              <p:cNvCxnSpPr>
                <a:cxnSpLocks/>
              </p:cNvCxnSpPr>
              <p:nvPr/>
            </p:nvCxnSpPr>
            <p:spPr bwMode="gray">
              <a:xfrm flipV="1">
                <a:off x="431800" y="-137594"/>
                <a:ext cx="0" cy="104257"/>
              </a:xfrm>
              <a:prstGeom prst="line">
                <a:avLst/>
              </a:prstGeom>
              <a:ln w="6350">
                <a:solidFill>
                  <a:schemeClr val="accent2"/>
                </a:solidFill>
                <a:tailEnd type="oval" w="sm" len="sm"/>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FF78E6E0-A11E-4FB9-AAEE-4661D191105C}"/>
                  </a:ext>
                </a:extLst>
              </p:cNvPr>
              <p:cNvSpPr txBox="1"/>
              <p:nvPr/>
            </p:nvSpPr>
            <p:spPr bwMode="gray">
              <a:xfrm>
                <a:off x="452437" y="-119063"/>
                <a:ext cx="311944" cy="97631"/>
              </a:xfrm>
              <a:prstGeom prst="rect">
                <a:avLst/>
              </a:prstGeom>
              <a:noFill/>
            </p:spPr>
            <p:txBody>
              <a:bodyPr wrap="square" lIns="0" tIns="0" rIns="0" bIns="0" rtlCol="0">
                <a:noAutofit/>
              </a:bodyPr>
              <a:lstStyle/>
              <a:p>
                <a:pPr algn="l"/>
                <a:r>
                  <a:rPr lang="en-US" sz="600" dirty="0">
                    <a:solidFill>
                      <a:schemeClr val="accent2"/>
                    </a:solidFill>
                  </a:rPr>
                  <a:t>15,73</a:t>
                </a:r>
              </a:p>
            </p:txBody>
          </p:sp>
        </p:grpSp>
        <p:grpSp>
          <p:nvGrpSpPr>
            <p:cNvPr id="83" name="Group 82">
              <a:extLst>
                <a:ext uri="{FF2B5EF4-FFF2-40B4-BE49-F238E27FC236}">
                  <a16:creationId xmlns:a16="http://schemas.microsoft.com/office/drawing/2014/main" id="{07F3BE9F-7822-4420-B780-927F1DC4153C}"/>
                </a:ext>
              </a:extLst>
            </p:cNvPr>
            <p:cNvGrpSpPr/>
            <p:nvPr/>
          </p:nvGrpSpPr>
          <p:grpSpPr bwMode="gray">
            <a:xfrm>
              <a:off x="11757025" y="-137594"/>
              <a:ext cx="332581" cy="116162"/>
              <a:chOff x="431800" y="-137594"/>
              <a:chExt cx="332581" cy="116162"/>
            </a:xfrm>
          </p:grpSpPr>
          <p:cxnSp>
            <p:nvCxnSpPr>
              <p:cNvPr id="90" name="Straight Connector 89">
                <a:extLst>
                  <a:ext uri="{FF2B5EF4-FFF2-40B4-BE49-F238E27FC236}">
                    <a16:creationId xmlns:a16="http://schemas.microsoft.com/office/drawing/2014/main" id="{10B67863-4397-4773-B7BC-4453C6D11222}"/>
                  </a:ext>
                </a:extLst>
              </p:cNvPr>
              <p:cNvCxnSpPr>
                <a:cxnSpLocks/>
              </p:cNvCxnSpPr>
              <p:nvPr/>
            </p:nvCxnSpPr>
            <p:spPr bwMode="gray">
              <a:xfrm flipV="1">
                <a:off x="431800" y="-137594"/>
                <a:ext cx="0" cy="104257"/>
              </a:xfrm>
              <a:prstGeom prst="line">
                <a:avLst/>
              </a:prstGeom>
              <a:ln w="6350">
                <a:solidFill>
                  <a:schemeClr val="accent2"/>
                </a:solidFill>
                <a:tailEnd type="oval" w="sm" len="sm"/>
              </a:ln>
            </p:spPr>
            <p:style>
              <a:lnRef idx="1">
                <a:schemeClr val="accent1"/>
              </a:lnRef>
              <a:fillRef idx="0">
                <a:schemeClr val="accent1"/>
              </a:fillRef>
              <a:effectRef idx="0">
                <a:schemeClr val="accent1"/>
              </a:effectRef>
              <a:fontRef idx="minor">
                <a:schemeClr val="tx1"/>
              </a:fontRef>
            </p:style>
          </p:cxnSp>
          <p:sp>
            <p:nvSpPr>
              <p:cNvPr id="91" name="TextBox 90">
                <a:extLst>
                  <a:ext uri="{FF2B5EF4-FFF2-40B4-BE49-F238E27FC236}">
                    <a16:creationId xmlns:a16="http://schemas.microsoft.com/office/drawing/2014/main" id="{1FAF1407-D87E-488B-A3E6-6B230F555C55}"/>
                  </a:ext>
                </a:extLst>
              </p:cNvPr>
              <p:cNvSpPr txBox="1"/>
              <p:nvPr/>
            </p:nvSpPr>
            <p:spPr bwMode="gray">
              <a:xfrm>
                <a:off x="452437" y="-119063"/>
                <a:ext cx="311944" cy="97631"/>
              </a:xfrm>
              <a:prstGeom prst="rect">
                <a:avLst/>
              </a:prstGeom>
              <a:noFill/>
            </p:spPr>
            <p:txBody>
              <a:bodyPr wrap="square" lIns="0" tIns="0" rIns="0" bIns="0" rtlCol="0">
                <a:noAutofit/>
              </a:bodyPr>
              <a:lstStyle/>
              <a:p>
                <a:pPr algn="l"/>
                <a:r>
                  <a:rPr lang="en-US" sz="600" dirty="0">
                    <a:solidFill>
                      <a:schemeClr val="accent2"/>
                    </a:solidFill>
                  </a:rPr>
                  <a:t>15,73</a:t>
                </a:r>
              </a:p>
            </p:txBody>
          </p:sp>
        </p:grpSp>
        <p:grpSp>
          <p:nvGrpSpPr>
            <p:cNvPr id="84" name="Group 83">
              <a:extLst>
                <a:ext uri="{FF2B5EF4-FFF2-40B4-BE49-F238E27FC236}">
                  <a16:creationId xmlns:a16="http://schemas.microsoft.com/office/drawing/2014/main" id="{64176752-F0B2-4AFE-A58A-BBE3990372BC}"/>
                </a:ext>
              </a:extLst>
            </p:cNvPr>
            <p:cNvGrpSpPr/>
            <p:nvPr/>
          </p:nvGrpSpPr>
          <p:grpSpPr bwMode="gray">
            <a:xfrm>
              <a:off x="6451600" y="-137594"/>
              <a:ext cx="332581" cy="116162"/>
              <a:chOff x="431800" y="-137594"/>
              <a:chExt cx="332581" cy="116162"/>
            </a:xfrm>
          </p:grpSpPr>
          <p:cxnSp>
            <p:nvCxnSpPr>
              <p:cNvPr id="88" name="Straight Connector 87">
                <a:extLst>
                  <a:ext uri="{FF2B5EF4-FFF2-40B4-BE49-F238E27FC236}">
                    <a16:creationId xmlns:a16="http://schemas.microsoft.com/office/drawing/2014/main" id="{84FCAC45-CF9B-4259-BB07-9A634D7287C9}"/>
                  </a:ext>
                </a:extLst>
              </p:cNvPr>
              <p:cNvCxnSpPr>
                <a:cxnSpLocks/>
              </p:cNvCxnSpPr>
              <p:nvPr/>
            </p:nvCxnSpPr>
            <p:spPr bwMode="gray">
              <a:xfrm flipV="1">
                <a:off x="431800" y="-137594"/>
                <a:ext cx="0" cy="104257"/>
              </a:xfrm>
              <a:prstGeom prst="line">
                <a:avLst/>
              </a:prstGeom>
              <a:ln w="6350">
                <a:solidFill>
                  <a:schemeClr val="accent2"/>
                </a:solidFill>
                <a:tailEnd type="oval" w="sm" len="sm"/>
              </a:ln>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703D4E4E-1843-4E32-867F-B7AFF6DF6C89}"/>
                  </a:ext>
                </a:extLst>
              </p:cNvPr>
              <p:cNvSpPr txBox="1"/>
              <p:nvPr/>
            </p:nvSpPr>
            <p:spPr bwMode="gray">
              <a:xfrm>
                <a:off x="452437" y="-119063"/>
                <a:ext cx="311944" cy="97631"/>
              </a:xfrm>
              <a:prstGeom prst="rect">
                <a:avLst/>
              </a:prstGeom>
              <a:noFill/>
            </p:spPr>
            <p:txBody>
              <a:bodyPr wrap="square" lIns="0" tIns="0" rIns="0" bIns="0" rtlCol="0">
                <a:noAutofit/>
              </a:bodyPr>
              <a:lstStyle/>
              <a:p>
                <a:pPr algn="l"/>
                <a:r>
                  <a:rPr lang="en-US" sz="600" dirty="0">
                    <a:solidFill>
                      <a:schemeClr val="accent2"/>
                    </a:solidFill>
                  </a:rPr>
                  <a:t>0,99</a:t>
                </a:r>
              </a:p>
            </p:txBody>
          </p:sp>
        </p:grpSp>
        <p:grpSp>
          <p:nvGrpSpPr>
            <p:cNvPr id="85" name="Group 84">
              <a:extLst>
                <a:ext uri="{FF2B5EF4-FFF2-40B4-BE49-F238E27FC236}">
                  <a16:creationId xmlns:a16="http://schemas.microsoft.com/office/drawing/2014/main" id="{AD293070-1C40-48AB-B804-FF2E0ABCEF21}"/>
                </a:ext>
              </a:extLst>
            </p:cNvPr>
            <p:cNvGrpSpPr/>
            <p:nvPr/>
          </p:nvGrpSpPr>
          <p:grpSpPr bwMode="gray">
            <a:xfrm>
              <a:off x="5738813" y="-137594"/>
              <a:ext cx="332581" cy="116162"/>
              <a:chOff x="431800" y="-137594"/>
              <a:chExt cx="332581" cy="116162"/>
            </a:xfrm>
          </p:grpSpPr>
          <p:cxnSp>
            <p:nvCxnSpPr>
              <p:cNvPr id="86" name="Straight Connector 85">
                <a:extLst>
                  <a:ext uri="{FF2B5EF4-FFF2-40B4-BE49-F238E27FC236}">
                    <a16:creationId xmlns:a16="http://schemas.microsoft.com/office/drawing/2014/main" id="{2A693FAF-B077-4418-9799-264DA5789E1B}"/>
                  </a:ext>
                </a:extLst>
              </p:cNvPr>
              <p:cNvCxnSpPr>
                <a:cxnSpLocks/>
              </p:cNvCxnSpPr>
              <p:nvPr/>
            </p:nvCxnSpPr>
            <p:spPr bwMode="gray">
              <a:xfrm flipV="1">
                <a:off x="431800" y="-137594"/>
                <a:ext cx="0" cy="104257"/>
              </a:xfrm>
              <a:prstGeom prst="line">
                <a:avLst/>
              </a:prstGeom>
              <a:ln w="6350">
                <a:solidFill>
                  <a:schemeClr val="accent2"/>
                </a:solidFill>
                <a:tailEnd type="oval" w="sm" len="sm"/>
              </a:ln>
            </p:spPr>
            <p:style>
              <a:lnRef idx="1">
                <a:schemeClr val="accent1"/>
              </a:lnRef>
              <a:fillRef idx="0">
                <a:schemeClr val="accent1"/>
              </a:fillRef>
              <a:effectRef idx="0">
                <a:schemeClr val="accent1"/>
              </a:effectRef>
              <a:fontRef idx="minor">
                <a:schemeClr val="tx1"/>
              </a:fontRef>
            </p:style>
          </p:cxnSp>
          <p:sp>
            <p:nvSpPr>
              <p:cNvPr id="87" name="TextBox 86">
                <a:extLst>
                  <a:ext uri="{FF2B5EF4-FFF2-40B4-BE49-F238E27FC236}">
                    <a16:creationId xmlns:a16="http://schemas.microsoft.com/office/drawing/2014/main" id="{A3F51940-E5C8-488D-93D6-9709024BC1D7}"/>
                  </a:ext>
                </a:extLst>
              </p:cNvPr>
              <p:cNvSpPr txBox="1"/>
              <p:nvPr/>
            </p:nvSpPr>
            <p:spPr bwMode="gray">
              <a:xfrm>
                <a:off x="452437" y="-119063"/>
                <a:ext cx="311944" cy="97631"/>
              </a:xfrm>
              <a:prstGeom prst="rect">
                <a:avLst/>
              </a:prstGeom>
              <a:noFill/>
            </p:spPr>
            <p:txBody>
              <a:bodyPr wrap="square" lIns="0" tIns="0" rIns="0" bIns="0" rtlCol="0">
                <a:noAutofit/>
              </a:bodyPr>
              <a:lstStyle/>
              <a:p>
                <a:pPr algn="l"/>
                <a:r>
                  <a:rPr lang="en-US" sz="600" dirty="0">
                    <a:solidFill>
                      <a:schemeClr val="accent2"/>
                    </a:solidFill>
                  </a:rPr>
                  <a:t>0,99</a:t>
                </a:r>
              </a:p>
            </p:txBody>
          </p:sp>
        </p:grpSp>
      </p:grpSp>
      <p:sp>
        <p:nvSpPr>
          <p:cNvPr id="41" name="Rectangle 40">
            <a:extLst>
              <a:ext uri="{FF2B5EF4-FFF2-40B4-BE49-F238E27FC236}">
                <a16:creationId xmlns:a16="http://schemas.microsoft.com/office/drawing/2014/main" id="{75790976-4CFB-4E69-A1A1-1AD5ADDFB4D9}"/>
              </a:ext>
            </a:extLst>
          </p:cNvPr>
          <p:cNvSpPr/>
          <p:nvPr/>
        </p:nvSpPr>
        <p:spPr bwMode="gray">
          <a:xfrm>
            <a:off x="-624160" y="0"/>
            <a:ext cx="457171" cy="457052"/>
          </a:xfrm>
          <a:prstGeom prst="rect">
            <a:avLst/>
          </a:prstGeom>
          <a:solidFill>
            <a:schemeClr val="bg1">
              <a:alpha val="0"/>
            </a:schemeClr>
          </a:solidFill>
          <a:ln w="63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tx1"/>
                </a:solidFill>
              </a:rPr>
              <a:t>255</a:t>
            </a:r>
          </a:p>
          <a:p>
            <a:pPr algn="ctr"/>
            <a:r>
              <a:rPr lang="de-DE" sz="800" dirty="0">
                <a:solidFill>
                  <a:schemeClr val="tx1"/>
                </a:solidFill>
              </a:rPr>
              <a:t>255</a:t>
            </a:r>
          </a:p>
          <a:p>
            <a:pPr algn="ctr"/>
            <a:r>
              <a:rPr lang="de-DE" sz="800" dirty="0">
                <a:solidFill>
                  <a:schemeClr val="tx1"/>
                </a:solidFill>
              </a:rPr>
              <a:t>255</a:t>
            </a:r>
            <a:endParaRPr lang="en-US" sz="800" dirty="0">
              <a:solidFill>
                <a:schemeClr val="tx1"/>
              </a:solidFill>
            </a:endParaRPr>
          </a:p>
        </p:txBody>
      </p:sp>
      <p:sp>
        <p:nvSpPr>
          <p:cNvPr id="42" name="Rectangle 41">
            <a:extLst>
              <a:ext uri="{FF2B5EF4-FFF2-40B4-BE49-F238E27FC236}">
                <a16:creationId xmlns:a16="http://schemas.microsoft.com/office/drawing/2014/main" id="{6A41C8F3-0D32-417D-9938-56FB4251857D}"/>
              </a:ext>
            </a:extLst>
          </p:cNvPr>
          <p:cNvSpPr/>
          <p:nvPr/>
        </p:nvSpPr>
        <p:spPr bwMode="gray">
          <a:xfrm>
            <a:off x="-624160" y="590269"/>
            <a:ext cx="457171" cy="457052"/>
          </a:xfrm>
          <a:prstGeom prst="rect">
            <a:avLst/>
          </a:prstGeom>
          <a:solidFill>
            <a:srgbClr val="262F3C"/>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38</a:t>
            </a:r>
          </a:p>
          <a:p>
            <a:pPr algn="ctr"/>
            <a:r>
              <a:rPr lang="de-DE" sz="800" dirty="0">
                <a:solidFill>
                  <a:schemeClr val="bg1"/>
                </a:solidFill>
              </a:rPr>
              <a:t>47</a:t>
            </a:r>
          </a:p>
          <a:p>
            <a:pPr algn="ctr"/>
            <a:r>
              <a:rPr lang="de-DE" sz="800" dirty="0">
                <a:solidFill>
                  <a:schemeClr val="bg1"/>
                </a:solidFill>
              </a:rPr>
              <a:t>60</a:t>
            </a:r>
            <a:endParaRPr lang="en-US" sz="800" dirty="0">
              <a:solidFill>
                <a:schemeClr val="bg1"/>
              </a:solidFill>
            </a:endParaRPr>
          </a:p>
        </p:txBody>
      </p:sp>
      <p:sp>
        <p:nvSpPr>
          <p:cNvPr id="43" name="Rectangle 42">
            <a:extLst>
              <a:ext uri="{FF2B5EF4-FFF2-40B4-BE49-F238E27FC236}">
                <a16:creationId xmlns:a16="http://schemas.microsoft.com/office/drawing/2014/main" id="{537D71B4-D577-418A-B4B0-775491198353}"/>
              </a:ext>
            </a:extLst>
          </p:cNvPr>
          <p:cNvSpPr/>
          <p:nvPr/>
        </p:nvSpPr>
        <p:spPr bwMode="gray">
          <a:xfrm>
            <a:off x="-624160" y="1180538"/>
            <a:ext cx="457171" cy="457052"/>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175</a:t>
            </a:r>
          </a:p>
          <a:p>
            <a:pPr algn="ctr"/>
            <a:r>
              <a:rPr lang="de-DE" sz="800" dirty="0">
                <a:solidFill>
                  <a:schemeClr val="bg1"/>
                </a:solidFill>
              </a:rPr>
              <a:t>171</a:t>
            </a:r>
          </a:p>
          <a:p>
            <a:pPr algn="ctr"/>
            <a:r>
              <a:rPr lang="de-DE" sz="800" dirty="0">
                <a:solidFill>
                  <a:schemeClr val="bg1"/>
                </a:solidFill>
              </a:rPr>
              <a:t>171</a:t>
            </a:r>
            <a:endParaRPr lang="en-US" sz="800" dirty="0">
              <a:solidFill>
                <a:schemeClr val="bg1"/>
              </a:solidFill>
            </a:endParaRPr>
          </a:p>
        </p:txBody>
      </p:sp>
      <p:sp>
        <p:nvSpPr>
          <p:cNvPr id="44" name="Rectangle 43">
            <a:extLst>
              <a:ext uri="{FF2B5EF4-FFF2-40B4-BE49-F238E27FC236}">
                <a16:creationId xmlns:a16="http://schemas.microsoft.com/office/drawing/2014/main" id="{60CBAFA1-5D3C-43E1-9E4F-623534082290}"/>
              </a:ext>
            </a:extLst>
          </p:cNvPr>
          <p:cNvSpPr/>
          <p:nvPr/>
        </p:nvSpPr>
        <p:spPr bwMode="gray">
          <a:xfrm>
            <a:off x="-624160" y="1770807"/>
            <a:ext cx="457171" cy="457052"/>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173</a:t>
            </a:r>
          </a:p>
          <a:p>
            <a:pPr algn="ctr"/>
            <a:r>
              <a:rPr lang="de-DE" sz="800" dirty="0">
                <a:solidFill>
                  <a:schemeClr val="bg1"/>
                </a:solidFill>
              </a:rPr>
              <a:t>185</a:t>
            </a:r>
          </a:p>
          <a:p>
            <a:pPr algn="ctr"/>
            <a:r>
              <a:rPr lang="de-DE" sz="800" dirty="0">
                <a:solidFill>
                  <a:schemeClr val="bg1"/>
                </a:solidFill>
              </a:rPr>
              <a:t>202</a:t>
            </a:r>
            <a:endParaRPr lang="en-US" sz="800" dirty="0">
              <a:solidFill>
                <a:schemeClr val="bg1"/>
              </a:solidFill>
            </a:endParaRPr>
          </a:p>
        </p:txBody>
      </p:sp>
      <p:sp>
        <p:nvSpPr>
          <p:cNvPr id="45" name="Rectangle 44">
            <a:extLst>
              <a:ext uri="{FF2B5EF4-FFF2-40B4-BE49-F238E27FC236}">
                <a16:creationId xmlns:a16="http://schemas.microsoft.com/office/drawing/2014/main" id="{096D1BBF-FE7A-42ED-B200-3333F1C60BAE}"/>
              </a:ext>
            </a:extLst>
          </p:cNvPr>
          <p:cNvSpPr/>
          <p:nvPr/>
        </p:nvSpPr>
        <p:spPr bwMode="gray">
          <a:xfrm>
            <a:off x="-624160" y="2361076"/>
            <a:ext cx="457171" cy="457052"/>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51</a:t>
            </a:r>
          </a:p>
          <a:p>
            <a:pPr algn="ctr"/>
            <a:r>
              <a:rPr lang="de-DE" sz="800" dirty="0">
                <a:solidFill>
                  <a:schemeClr val="bg1"/>
                </a:solidFill>
              </a:rPr>
              <a:t>63</a:t>
            </a:r>
          </a:p>
          <a:p>
            <a:pPr algn="ctr"/>
            <a:r>
              <a:rPr lang="de-DE" sz="800" dirty="0">
                <a:solidFill>
                  <a:schemeClr val="bg1"/>
                </a:solidFill>
              </a:rPr>
              <a:t>80</a:t>
            </a:r>
            <a:endParaRPr lang="en-US" sz="800" dirty="0">
              <a:solidFill>
                <a:schemeClr val="bg1"/>
              </a:solidFill>
            </a:endParaRPr>
          </a:p>
        </p:txBody>
      </p:sp>
      <p:sp>
        <p:nvSpPr>
          <p:cNvPr id="46" name="Rectangle 45">
            <a:extLst>
              <a:ext uri="{FF2B5EF4-FFF2-40B4-BE49-F238E27FC236}">
                <a16:creationId xmlns:a16="http://schemas.microsoft.com/office/drawing/2014/main" id="{5DD60B4B-676B-4179-BBCE-00C78BD383EE}"/>
              </a:ext>
            </a:extLst>
          </p:cNvPr>
          <p:cNvSpPr/>
          <p:nvPr/>
        </p:nvSpPr>
        <p:spPr bwMode="gray">
          <a:xfrm>
            <a:off x="-624160" y="2951345"/>
            <a:ext cx="457171" cy="457052"/>
          </a:xfrm>
          <a:prstGeom prst="rect">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237</a:t>
            </a:r>
          </a:p>
          <a:p>
            <a:pPr algn="ctr"/>
            <a:r>
              <a:rPr lang="de-DE" sz="800" dirty="0">
                <a:solidFill>
                  <a:schemeClr val="bg1"/>
                </a:solidFill>
              </a:rPr>
              <a:t>125</a:t>
            </a:r>
          </a:p>
          <a:p>
            <a:pPr algn="ctr"/>
            <a:r>
              <a:rPr lang="de-DE" sz="800" dirty="0">
                <a:solidFill>
                  <a:schemeClr val="bg1"/>
                </a:solidFill>
              </a:rPr>
              <a:t>49</a:t>
            </a:r>
            <a:endParaRPr lang="en-US" sz="800" dirty="0">
              <a:solidFill>
                <a:schemeClr val="bg1"/>
              </a:solidFill>
            </a:endParaRPr>
          </a:p>
        </p:txBody>
      </p:sp>
      <p:sp>
        <p:nvSpPr>
          <p:cNvPr id="47" name="Rectangle 46">
            <a:extLst>
              <a:ext uri="{FF2B5EF4-FFF2-40B4-BE49-F238E27FC236}">
                <a16:creationId xmlns:a16="http://schemas.microsoft.com/office/drawing/2014/main" id="{90C3B9D2-8103-4BC5-A251-B3ABA10D41F4}"/>
              </a:ext>
            </a:extLst>
          </p:cNvPr>
          <p:cNvSpPr/>
          <p:nvPr/>
        </p:nvSpPr>
        <p:spPr bwMode="gray">
          <a:xfrm>
            <a:off x="-624160" y="3541614"/>
            <a:ext cx="457171" cy="457052"/>
          </a:xfrm>
          <a:prstGeom prst="rect">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tx1"/>
                </a:solidFill>
              </a:rPr>
              <a:t>214</a:t>
            </a:r>
          </a:p>
          <a:p>
            <a:pPr algn="ctr"/>
            <a:r>
              <a:rPr lang="de-DE" sz="800" dirty="0">
                <a:solidFill>
                  <a:schemeClr val="tx1"/>
                </a:solidFill>
              </a:rPr>
              <a:t>220</a:t>
            </a:r>
          </a:p>
          <a:p>
            <a:pPr algn="ctr"/>
            <a:r>
              <a:rPr lang="de-DE" sz="800" dirty="0">
                <a:solidFill>
                  <a:schemeClr val="tx1"/>
                </a:solidFill>
              </a:rPr>
              <a:t>229</a:t>
            </a:r>
            <a:endParaRPr lang="en-US" sz="800" dirty="0">
              <a:solidFill>
                <a:schemeClr val="tx1"/>
              </a:solidFill>
            </a:endParaRPr>
          </a:p>
        </p:txBody>
      </p:sp>
      <p:sp>
        <p:nvSpPr>
          <p:cNvPr id="48" name="Rectangle 47">
            <a:extLst>
              <a:ext uri="{FF2B5EF4-FFF2-40B4-BE49-F238E27FC236}">
                <a16:creationId xmlns:a16="http://schemas.microsoft.com/office/drawing/2014/main" id="{6F0AF73A-B048-47B7-BEEC-A145391EA1A0}"/>
              </a:ext>
            </a:extLst>
          </p:cNvPr>
          <p:cNvSpPr/>
          <p:nvPr/>
        </p:nvSpPr>
        <p:spPr bwMode="gray">
          <a:xfrm>
            <a:off x="-624160" y="4131883"/>
            <a:ext cx="457171" cy="457052"/>
          </a:xfrm>
          <a:prstGeom prst="rect">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68</a:t>
            </a:r>
          </a:p>
          <a:p>
            <a:pPr algn="ctr"/>
            <a:r>
              <a:rPr lang="de-DE" sz="800" dirty="0">
                <a:solidFill>
                  <a:schemeClr val="bg1"/>
                </a:solidFill>
              </a:rPr>
              <a:t>84</a:t>
            </a:r>
          </a:p>
          <a:p>
            <a:pPr algn="ctr"/>
            <a:r>
              <a:rPr lang="de-DE" sz="800" dirty="0">
                <a:solidFill>
                  <a:schemeClr val="bg1"/>
                </a:solidFill>
              </a:rPr>
              <a:t>106</a:t>
            </a:r>
            <a:endParaRPr lang="en-US" sz="800" dirty="0">
              <a:solidFill>
                <a:schemeClr val="bg1"/>
              </a:solidFill>
            </a:endParaRPr>
          </a:p>
        </p:txBody>
      </p:sp>
      <p:sp>
        <p:nvSpPr>
          <p:cNvPr id="49" name="Rectangle 48">
            <a:extLst>
              <a:ext uri="{FF2B5EF4-FFF2-40B4-BE49-F238E27FC236}">
                <a16:creationId xmlns:a16="http://schemas.microsoft.com/office/drawing/2014/main" id="{6C54A74B-20E3-482A-9FD4-56C26A063038}"/>
              </a:ext>
            </a:extLst>
          </p:cNvPr>
          <p:cNvSpPr/>
          <p:nvPr/>
        </p:nvSpPr>
        <p:spPr bwMode="gray">
          <a:xfrm>
            <a:off x="-624160" y="4722152"/>
            <a:ext cx="457171" cy="457052"/>
          </a:xfrm>
          <a:prstGeom prst="rect">
            <a:avLst/>
          </a:prstGeom>
          <a:solidFill>
            <a:schemeClr val="accent5"/>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tx1"/>
                </a:solidFill>
              </a:rPr>
              <a:t>255</a:t>
            </a:r>
          </a:p>
          <a:p>
            <a:pPr algn="ctr"/>
            <a:r>
              <a:rPr lang="de-DE" sz="800" dirty="0">
                <a:solidFill>
                  <a:schemeClr val="tx1"/>
                </a:solidFill>
              </a:rPr>
              <a:t>192</a:t>
            </a:r>
          </a:p>
          <a:p>
            <a:pPr algn="ctr"/>
            <a:r>
              <a:rPr lang="de-DE" sz="800" dirty="0">
                <a:solidFill>
                  <a:schemeClr val="tx1"/>
                </a:solidFill>
              </a:rPr>
              <a:t>0</a:t>
            </a:r>
            <a:endParaRPr lang="en-US" sz="800" dirty="0">
              <a:solidFill>
                <a:schemeClr val="tx1"/>
              </a:solidFill>
            </a:endParaRPr>
          </a:p>
        </p:txBody>
      </p:sp>
      <p:sp>
        <p:nvSpPr>
          <p:cNvPr id="50" name="Rectangle 49">
            <a:extLst>
              <a:ext uri="{FF2B5EF4-FFF2-40B4-BE49-F238E27FC236}">
                <a16:creationId xmlns:a16="http://schemas.microsoft.com/office/drawing/2014/main" id="{DBDBD4CD-FA3A-4B0C-A1DB-4DB8B71959F7}"/>
              </a:ext>
            </a:extLst>
          </p:cNvPr>
          <p:cNvSpPr/>
          <p:nvPr/>
        </p:nvSpPr>
        <p:spPr bwMode="gray">
          <a:xfrm>
            <a:off x="-624160" y="5312420"/>
            <a:ext cx="457171" cy="457052"/>
          </a:xfrm>
          <a:prstGeom prst="rect">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tx1"/>
                </a:solidFill>
              </a:rPr>
              <a:t>231</a:t>
            </a:r>
          </a:p>
          <a:p>
            <a:pPr algn="ctr"/>
            <a:r>
              <a:rPr lang="de-DE" sz="800" dirty="0">
                <a:solidFill>
                  <a:schemeClr val="tx1"/>
                </a:solidFill>
              </a:rPr>
              <a:t>230</a:t>
            </a:r>
          </a:p>
          <a:p>
            <a:pPr algn="ctr"/>
            <a:r>
              <a:rPr lang="de-DE" sz="800" dirty="0">
                <a:solidFill>
                  <a:schemeClr val="tx1"/>
                </a:solidFill>
              </a:rPr>
              <a:t>230</a:t>
            </a:r>
            <a:endParaRPr lang="en-US" sz="800" dirty="0">
              <a:solidFill>
                <a:schemeClr val="tx1"/>
              </a:solidFill>
            </a:endParaRPr>
          </a:p>
        </p:txBody>
      </p:sp>
      <p:grpSp>
        <p:nvGrpSpPr>
          <p:cNvPr id="33" name="Group 32">
            <a:extLst>
              <a:ext uri="{FF2B5EF4-FFF2-40B4-BE49-F238E27FC236}">
                <a16:creationId xmlns:a16="http://schemas.microsoft.com/office/drawing/2014/main" id="{706F37D2-C569-4CA3-9227-7AAC0E78DFCC}"/>
              </a:ext>
            </a:extLst>
          </p:cNvPr>
          <p:cNvGrpSpPr/>
          <p:nvPr/>
        </p:nvGrpSpPr>
        <p:grpSpPr>
          <a:xfrm>
            <a:off x="12231953" y="1743075"/>
            <a:ext cx="312025" cy="133088"/>
            <a:chOff x="452437" y="-154520"/>
            <a:chExt cx="311944" cy="133088"/>
          </a:xfrm>
        </p:grpSpPr>
        <p:cxnSp>
          <p:nvCxnSpPr>
            <p:cNvPr id="35" name="Straight Connector 34">
              <a:extLst>
                <a:ext uri="{FF2B5EF4-FFF2-40B4-BE49-F238E27FC236}">
                  <a16:creationId xmlns:a16="http://schemas.microsoft.com/office/drawing/2014/main" id="{2170F204-9B0E-48BC-955D-D1CF85871428}"/>
                </a:ext>
              </a:extLst>
            </p:cNvPr>
            <p:cNvCxnSpPr>
              <a:cxnSpLocks/>
            </p:cNvCxnSpPr>
            <p:nvPr/>
          </p:nvCxnSpPr>
          <p:spPr bwMode="gray">
            <a:xfrm rot="5400000" flipV="1">
              <a:off x="504566" y="-206649"/>
              <a:ext cx="0" cy="104257"/>
            </a:xfrm>
            <a:prstGeom prst="line">
              <a:avLst/>
            </a:prstGeom>
            <a:ln w="6350">
              <a:solidFill>
                <a:schemeClr val="accent2"/>
              </a:solidFill>
              <a:tailEnd type="oval" w="sm" len="sm"/>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57639D74-7C38-4842-9867-776EE81AA48F}"/>
                </a:ext>
              </a:extLst>
            </p:cNvPr>
            <p:cNvSpPr txBox="1"/>
            <p:nvPr/>
          </p:nvSpPr>
          <p:spPr bwMode="gray">
            <a:xfrm>
              <a:off x="452437" y="-119063"/>
              <a:ext cx="311944" cy="97631"/>
            </a:xfrm>
            <a:prstGeom prst="rect">
              <a:avLst/>
            </a:prstGeom>
            <a:noFill/>
          </p:spPr>
          <p:txBody>
            <a:bodyPr wrap="square" lIns="0" tIns="0" rIns="0" bIns="0" rtlCol="0">
              <a:noAutofit/>
            </a:bodyPr>
            <a:lstStyle/>
            <a:p>
              <a:pPr algn="l"/>
              <a:r>
                <a:rPr lang="en-US" sz="600" dirty="0">
                  <a:solidFill>
                    <a:schemeClr val="accent2"/>
                  </a:solidFill>
                </a:rPr>
                <a:t>4,68</a:t>
              </a:r>
            </a:p>
          </p:txBody>
        </p:sp>
      </p:grpSp>
      <p:grpSp>
        <p:nvGrpSpPr>
          <p:cNvPr id="37" name="Group 36">
            <a:extLst>
              <a:ext uri="{FF2B5EF4-FFF2-40B4-BE49-F238E27FC236}">
                <a16:creationId xmlns:a16="http://schemas.microsoft.com/office/drawing/2014/main" id="{E71B59BE-5D9D-426A-8EBB-7A039B86FF2A}"/>
              </a:ext>
            </a:extLst>
          </p:cNvPr>
          <p:cNvGrpSpPr/>
          <p:nvPr/>
        </p:nvGrpSpPr>
        <p:grpSpPr>
          <a:xfrm>
            <a:off x="12231953" y="6323013"/>
            <a:ext cx="312025" cy="133088"/>
            <a:chOff x="452437" y="-154520"/>
            <a:chExt cx="311944" cy="133088"/>
          </a:xfrm>
        </p:grpSpPr>
        <p:cxnSp>
          <p:nvCxnSpPr>
            <p:cNvPr id="38" name="Straight Connector 37">
              <a:extLst>
                <a:ext uri="{FF2B5EF4-FFF2-40B4-BE49-F238E27FC236}">
                  <a16:creationId xmlns:a16="http://schemas.microsoft.com/office/drawing/2014/main" id="{CBC922FF-2F5B-4175-84A8-DD7CE547C83E}"/>
                </a:ext>
              </a:extLst>
            </p:cNvPr>
            <p:cNvCxnSpPr>
              <a:cxnSpLocks/>
            </p:cNvCxnSpPr>
            <p:nvPr/>
          </p:nvCxnSpPr>
          <p:spPr bwMode="gray">
            <a:xfrm rot="5400000" flipV="1">
              <a:off x="504566" y="-206649"/>
              <a:ext cx="0" cy="104257"/>
            </a:xfrm>
            <a:prstGeom prst="line">
              <a:avLst/>
            </a:prstGeom>
            <a:ln w="6350">
              <a:solidFill>
                <a:schemeClr val="accent2"/>
              </a:solidFill>
              <a:tailEnd type="oval" w="sm" len="sm"/>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36057258-12F6-489F-8AB2-A11ED7E8A9AD}"/>
                </a:ext>
              </a:extLst>
            </p:cNvPr>
            <p:cNvSpPr txBox="1"/>
            <p:nvPr/>
          </p:nvSpPr>
          <p:spPr bwMode="gray">
            <a:xfrm>
              <a:off x="452437" y="-119063"/>
              <a:ext cx="311944" cy="97631"/>
            </a:xfrm>
            <a:prstGeom prst="rect">
              <a:avLst/>
            </a:prstGeom>
            <a:noFill/>
          </p:spPr>
          <p:txBody>
            <a:bodyPr wrap="square" lIns="0" tIns="0" rIns="0" bIns="0" rtlCol="0">
              <a:noAutofit/>
            </a:bodyPr>
            <a:lstStyle/>
            <a:p>
              <a:pPr algn="l"/>
              <a:r>
                <a:rPr lang="en-US" sz="600" dirty="0">
                  <a:solidFill>
                    <a:schemeClr val="accent2"/>
                  </a:solidFill>
                </a:rPr>
                <a:t>8,04</a:t>
              </a:r>
            </a:p>
          </p:txBody>
        </p:sp>
      </p:grpSp>
      <p:sp>
        <p:nvSpPr>
          <p:cNvPr id="53" name="Titel 1">
            <a:extLst>
              <a:ext uri="{FF2B5EF4-FFF2-40B4-BE49-F238E27FC236}">
                <a16:creationId xmlns:a16="http://schemas.microsoft.com/office/drawing/2014/main" id="{CB060D37-875C-4455-9200-E41FAE7B588E}"/>
              </a:ext>
            </a:extLst>
          </p:cNvPr>
          <p:cNvSpPr txBox="1">
            <a:spLocks/>
          </p:cNvSpPr>
          <p:nvPr userDrawn="1"/>
        </p:nvSpPr>
        <p:spPr>
          <a:xfrm>
            <a:off x="1524397" y="1122363"/>
            <a:ext cx="9146382" cy="23876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HelveticaRounded LT Std Bd" panose="020F0804030503020204" pitchFamily="34" charset="0"/>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de-DE" sz="6000" b="0" i="0" u="none" strike="noStrike" kern="1200" cap="none" spc="0" normalizeH="0" baseline="0" noProof="0" dirty="0">
              <a:ln>
                <a:noFill/>
              </a:ln>
              <a:solidFill>
                <a:srgbClr val="014156"/>
              </a:solidFill>
              <a:effectLst/>
              <a:uLnTx/>
              <a:uFillTx/>
              <a:latin typeface="HelveticaRounded LT Std Bd" panose="020F0804030503020204" pitchFamily="34" charset="0"/>
              <a:ea typeface="+mj-ea"/>
              <a:cs typeface="+mj-cs"/>
            </a:endParaRPr>
          </a:p>
        </p:txBody>
      </p:sp>
      <p:pic>
        <p:nvPicPr>
          <p:cNvPr id="55" name="Image 7">
            <a:extLst>
              <a:ext uri="{FF2B5EF4-FFF2-40B4-BE49-F238E27FC236}">
                <a16:creationId xmlns:a16="http://schemas.microsoft.com/office/drawing/2014/main" id="{41CF99E7-CAB2-4CC7-A4FE-8897FC96235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52103" y="185739"/>
            <a:ext cx="1414413" cy="254528"/>
          </a:xfrm>
          <a:prstGeom prst="rect">
            <a:avLst/>
          </a:prstGeom>
        </p:spPr>
      </p:pic>
    </p:spTree>
    <p:extLst>
      <p:ext uri="{BB962C8B-B14F-4D97-AF65-F5344CB8AC3E}">
        <p14:creationId xmlns:p14="http://schemas.microsoft.com/office/powerpoint/2010/main" val="4110536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7" name="Text Placeholder 78">
            <a:extLst>
              <a:ext uri="{FF2B5EF4-FFF2-40B4-BE49-F238E27FC236}">
                <a16:creationId xmlns:a16="http://schemas.microsoft.com/office/drawing/2014/main" id="{2D8AB393-B60E-41D0-A906-6EB582889535}"/>
              </a:ext>
            </a:extLst>
          </p:cNvPr>
          <p:cNvSpPr>
            <a:spLocks noGrp="1"/>
          </p:cNvSpPr>
          <p:nvPr>
            <p:ph type="body" sz="quarter" idx="22"/>
          </p:nvPr>
        </p:nvSpPr>
        <p:spPr bwMode="gray">
          <a:xfrm>
            <a:off x="431912" y="4640195"/>
            <a:ext cx="252066" cy="252000"/>
          </a:xfrm>
          <a:solidFill>
            <a:schemeClr val="tx1"/>
          </a:solidFill>
        </p:spPr>
        <p:txBody>
          <a:bodyPr anchor="ctr"/>
          <a:lstStyle>
            <a:lvl1pPr marL="0" indent="0" algn="ctr">
              <a:spcBef>
                <a:spcPts val="0"/>
              </a:spcBef>
              <a:buFont typeface="Arial" panose="020B0604020202020204" pitchFamily="34" charset="0"/>
              <a:buNone/>
              <a:defRPr sz="1400" b="1">
                <a:solidFill>
                  <a:schemeClr val="bg1"/>
                </a:solidFill>
              </a:defRPr>
            </a:lvl1pPr>
            <a:lvl2pPr marL="0" indent="0" algn="ctr">
              <a:spcBef>
                <a:spcPts val="0"/>
              </a:spcBef>
              <a:buFont typeface="Arial" panose="020B0604020202020204" pitchFamily="34" charset="0"/>
              <a:buNone/>
              <a:defRPr sz="1400" b="1">
                <a:solidFill>
                  <a:schemeClr val="bg1"/>
                </a:solidFill>
              </a:defRPr>
            </a:lvl2pPr>
            <a:lvl3pPr marL="0" indent="0" algn="ctr">
              <a:spcBef>
                <a:spcPts val="0"/>
              </a:spcBef>
              <a:buFont typeface="Arial" panose="020B0604020202020204" pitchFamily="34" charset="0"/>
              <a:buNone/>
              <a:defRPr sz="1400" b="1">
                <a:solidFill>
                  <a:schemeClr val="bg1"/>
                </a:solidFill>
              </a:defRPr>
            </a:lvl3pPr>
            <a:lvl4pPr marL="0" indent="0" algn="ctr">
              <a:spcBef>
                <a:spcPts val="0"/>
              </a:spcBef>
              <a:buFont typeface="Arial" panose="020B0604020202020204" pitchFamily="34" charset="0"/>
              <a:buNone/>
              <a:defRPr sz="1400" b="1">
                <a:solidFill>
                  <a:schemeClr val="bg1"/>
                </a:solidFill>
              </a:defRPr>
            </a:lvl4pPr>
            <a:lvl5pPr marL="0" indent="0" algn="ctr">
              <a:spcBef>
                <a:spcPts val="0"/>
              </a:spcBef>
              <a:buFont typeface="Arial" panose="020B0604020202020204" pitchFamily="34" charset="0"/>
              <a:buNone/>
              <a:defRPr sz="1400" b="1">
                <a:solidFill>
                  <a:schemeClr val="bg1"/>
                </a:solidFill>
              </a:defRPr>
            </a:lvl5pPr>
            <a:lvl6pPr marL="0" indent="0" algn="ctr">
              <a:spcBef>
                <a:spcPts val="0"/>
              </a:spcBef>
              <a:buFont typeface="Arial" panose="020B0604020202020204" pitchFamily="34" charset="0"/>
              <a:buNone/>
              <a:defRPr sz="1400" b="1">
                <a:solidFill>
                  <a:schemeClr val="bg1"/>
                </a:solidFill>
              </a:defRPr>
            </a:lvl6pPr>
            <a:lvl7pPr marL="0" indent="0" algn="ctr">
              <a:spcBef>
                <a:spcPts val="0"/>
              </a:spcBef>
              <a:buFont typeface="Arial" panose="020B0604020202020204" pitchFamily="34" charset="0"/>
              <a:buNone/>
              <a:defRPr sz="1400" b="1">
                <a:solidFill>
                  <a:schemeClr val="bg1"/>
                </a:solidFill>
              </a:defRPr>
            </a:lvl7pPr>
            <a:lvl8pPr marL="0" indent="0" algn="ctr">
              <a:spcBef>
                <a:spcPts val="0"/>
              </a:spcBef>
              <a:buFont typeface="Arial" panose="020B0604020202020204" pitchFamily="34" charset="0"/>
              <a:buNone/>
              <a:defRPr sz="1400" b="1">
                <a:solidFill>
                  <a:schemeClr val="bg1"/>
                </a:solidFill>
              </a:defRPr>
            </a:lvl8pPr>
            <a:lvl9pPr marL="0" indent="0" algn="ctr">
              <a:spcBef>
                <a:spcPts val="0"/>
              </a:spcBef>
              <a:buFont typeface="Arial" panose="020B0604020202020204" pitchFamily="34" charset="0"/>
              <a:buNone/>
              <a:defRPr sz="1400" b="1">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6" name="Text Placeholder 78">
            <a:extLst>
              <a:ext uri="{FF2B5EF4-FFF2-40B4-BE49-F238E27FC236}">
                <a16:creationId xmlns:a16="http://schemas.microsoft.com/office/drawing/2014/main" id="{A5851E46-AAEF-44B6-8D26-B7430D3DD438}"/>
              </a:ext>
            </a:extLst>
          </p:cNvPr>
          <p:cNvSpPr>
            <a:spLocks noGrp="1"/>
          </p:cNvSpPr>
          <p:nvPr>
            <p:ph type="body" sz="quarter" idx="21"/>
          </p:nvPr>
        </p:nvSpPr>
        <p:spPr bwMode="gray">
          <a:xfrm>
            <a:off x="431912" y="3942349"/>
            <a:ext cx="252066" cy="252000"/>
          </a:xfrm>
          <a:solidFill>
            <a:schemeClr val="tx1"/>
          </a:solidFill>
        </p:spPr>
        <p:txBody>
          <a:bodyPr anchor="ctr"/>
          <a:lstStyle>
            <a:lvl1pPr marL="0" indent="0" algn="ctr">
              <a:spcBef>
                <a:spcPts val="0"/>
              </a:spcBef>
              <a:buFont typeface="Arial" panose="020B0604020202020204" pitchFamily="34" charset="0"/>
              <a:buNone/>
              <a:defRPr sz="1400" b="1">
                <a:solidFill>
                  <a:schemeClr val="bg1"/>
                </a:solidFill>
              </a:defRPr>
            </a:lvl1pPr>
            <a:lvl2pPr marL="0" indent="0" algn="ctr">
              <a:spcBef>
                <a:spcPts val="0"/>
              </a:spcBef>
              <a:buFont typeface="Arial" panose="020B0604020202020204" pitchFamily="34" charset="0"/>
              <a:buNone/>
              <a:defRPr sz="1400" b="1">
                <a:solidFill>
                  <a:schemeClr val="bg1"/>
                </a:solidFill>
              </a:defRPr>
            </a:lvl2pPr>
            <a:lvl3pPr marL="0" indent="0" algn="ctr">
              <a:spcBef>
                <a:spcPts val="0"/>
              </a:spcBef>
              <a:buFont typeface="Arial" panose="020B0604020202020204" pitchFamily="34" charset="0"/>
              <a:buNone/>
              <a:defRPr sz="1400" b="1">
                <a:solidFill>
                  <a:schemeClr val="bg1"/>
                </a:solidFill>
              </a:defRPr>
            </a:lvl3pPr>
            <a:lvl4pPr marL="0" indent="0" algn="ctr">
              <a:spcBef>
                <a:spcPts val="0"/>
              </a:spcBef>
              <a:buFont typeface="Arial" panose="020B0604020202020204" pitchFamily="34" charset="0"/>
              <a:buNone/>
              <a:defRPr sz="1400" b="1">
                <a:solidFill>
                  <a:schemeClr val="bg1"/>
                </a:solidFill>
              </a:defRPr>
            </a:lvl4pPr>
            <a:lvl5pPr marL="0" indent="0" algn="ctr">
              <a:spcBef>
                <a:spcPts val="0"/>
              </a:spcBef>
              <a:buFont typeface="Arial" panose="020B0604020202020204" pitchFamily="34" charset="0"/>
              <a:buNone/>
              <a:defRPr sz="1400" b="1">
                <a:solidFill>
                  <a:schemeClr val="bg1"/>
                </a:solidFill>
              </a:defRPr>
            </a:lvl5pPr>
            <a:lvl6pPr marL="0" indent="0" algn="ctr">
              <a:spcBef>
                <a:spcPts val="0"/>
              </a:spcBef>
              <a:buFont typeface="Arial" panose="020B0604020202020204" pitchFamily="34" charset="0"/>
              <a:buNone/>
              <a:defRPr sz="1400" b="1">
                <a:solidFill>
                  <a:schemeClr val="bg1"/>
                </a:solidFill>
              </a:defRPr>
            </a:lvl6pPr>
            <a:lvl7pPr marL="0" indent="0" algn="ctr">
              <a:spcBef>
                <a:spcPts val="0"/>
              </a:spcBef>
              <a:buFont typeface="Arial" panose="020B0604020202020204" pitchFamily="34" charset="0"/>
              <a:buNone/>
              <a:defRPr sz="1400" b="1">
                <a:solidFill>
                  <a:schemeClr val="bg1"/>
                </a:solidFill>
              </a:defRPr>
            </a:lvl7pPr>
            <a:lvl8pPr marL="0" indent="0" algn="ctr">
              <a:spcBef>
                <a:spcPts val="0"/>
              </a:spcBef>
              <a:buFont typeface="Arial" panose="020B0604020202020204" pitchFamily="34" charset="0"/>
              <a:buNone/>
              <a:defRPr sz="1400" b="1">
                <a:solidFill>
                  <a:schemeClr val="bg1"/>
                </a:solidFill>
              </a:defRPr>
            </a:lvl8pPr>
            <a:lvl9pPr marL="0" indent="0" algn="ctr">
              <a:spcBef>
                <a:spcPts val="0"/>
              </a:spcBef>
              <a:buFont typeface="Arial" panose="020B0604020202020204" pitchFamily="34" charset="0"/>
              <a:buNone/>
              <a:defRPr sz="1400" b="1">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5" name="Text Placeholder 78">
            <a:extLst>
              <a:ext uri="{FF2B5EF4-FFF2-40B4-BE49-F238E27FC236}">
                <a16:creationId xmlns:a16="http://schemas.microsoft.com/office/drawing/2014/main" id="{00DA6AFB-02DA-495D-B7D5-1BFDA17F11EA}"/>
              </a:ext>
            </a:extLst>
          </p:cNvPr>
          <p:cNvSpPr>
            <a:spLocks noGrp="1"/>
          </p:cNvSpPr>
          <p:nvPr>
            <p:ph type="body" sz="quarter" idx="20"/>
          </p:nvPr>
        </p:nvSpPr>
        <p:spPr bwMode="gray">
          <a:xfrm>
            <a:off x="431912" y="3244502"/>
            <a:ext cx="252066" cy="252000"/>
          </a:xfrm>
          <a:solidFill>
            <a:schemeClr val="tx1"/>
          </a:solidFill>
        </p:spPr>
        <p:txBody>
          <a:bodyPr anchor="ctr"/>
          <a:lstStyle>
            <a:lvl1pPr marL="0" indent="0" algn="ctr">
              <a:spcBef>
                <a:spcPts val="0"/>
              </a:spcBef>
              <a:buFont typeface="Arial" panose="020B0604020202020204" pitchFamily="34" charset="0"/>
              <a:buNone/>
              <a:defRPr sz="1400" b="1">
                <a:solidFill>
                  <a:schemeClr val="bg1"/>
                </a:solidFill>
                <a:latin typeface="Calibri" panose="020F0502020204030204" pitchFamily="34" charset="0"/>
                <a:cs typeface="Calibri" panose="020F0502020204030204" pitchFamily="34" charset="0"/>
              </a:defRPr>
            </a:lvl1pPr>
            <a:lvl2pPr marL="0" indent="0" algn="ctr">
              <a:spcBef>
                <a:spcPts val="0"/>
              </a:spcBef>
              <a:buFont typeface="Arial" panose="020B0604020202020204" pitchFamily="34" charset="0"/>
              <a:buNone/>
              <a:defRPr sz="1400" b="1">
                <a:solidFill>
                  <a:schemeClr val="bg1"/>
                </a:solidFill>
                <a:latin typeface="Calibri" panose="020F0502020204030204" pitchFamily="34" charset="0"/>
                <a:cs typeface="Calibri" panose="020F0502020204030204" pitchFamily="34" charset="0"/>
              </a:defRPr>
            </a:lvl2pPr>
            <a:lvl3pPr marL="0" indent="0" algn="ctr">
              <a:spcBef>
                <a:spcPts val="0"/>
              </a:spcBef>
              <a:buFont typeface="Arial" panose="020B0604020202020204" pitchFamily="34" charset="0"/>
              <a:buNone/>
              <a:defRPr sz="1400" b="1">
                <a:solidFill>
                  <a:schemeClr val="bg1"/>
                </a:solidFill>
                <a:latin typeface="Calibri" panose="020F0502020204030204" pitchFamily="34" charset="0"/>
                <a:cs typeface="Calibri" panose="020F0502020204030204" pitchFamily="34" charset="0"/>
              </a:defRPr>
            </a:lvl3pPr>
            <a:lvl4pPr marL="0" indent="0" algn="ctr">
              <a:spcBef>
                <a:spcPts val="0"/>
              </a:spcBef>
              <a:buFont typeface="Arial" panose="020B0604020202020204" pitchFamily="34" charset="0"/>
              <a:buNone/>
              <a:defRPr sz="1400" b="1">
                <a:solidFill>
                  <a:schemeClr val="bg1"/>
                </a:solidFill>
                <a:latin typeface="Calibri" panose="020F0502020204030204" pitchFamily="34" charset="0"/>
                <a:cs typeface="Calibri" panose="020F0502020204030204" pitchFamily="34" charset="0"/>
              </a:defRPr>
            </a:lvl4pPr>
            <a:lvl5pPr marL="0" indent="0" algn="ctr">
              <a:spcBef>
                <a:spcPts val="0"/>
              </a:spcBef>
              <a:buFont typeface="Arial" panose="020B0604020202020204" pitchFamily="34" charset="0"/>
              <a:buNone/>
              <a:defRPr sz="1400" b="1">
                <a:solidFill>
                  <a:schemeClr val="bg1"/>
                </a:solidFill>
                <a:latin typeface="Calibri" panose="020F0502020204030204" pitchFamily="34" charset="0"/>
                <a:cs typeface="Calibri" panose="020F0502020204030204" pitchFamily="34" charset="0"/>
              </a:defRPr>
            </a:lvl5pPr>
            <a:lvl6pPr marL="0" indent="0" algn="ctr">
              <a:spcBef>
                <a:spcPts val="0"/>
              </a:spcBef>
              <a:buFont typeface="Arial" panose="020B0604020202020204" pitchFamily="34" charset="0"/>
              <a:buNone/>
              <a:defRPr sz="1400" b="1">
                <a:solidFill>
                  <a:schemeClr val="bg1"/>
                </a:solidFill>
              </a:defRPr>
            </a:lvl6pPr>
            <a:lvl7pPr marL="0" indent="0" algn="ctr">
              <a:spcBef>
                <a:spcPts val="0"/>
              </a:spcBef>
              <a:buFont typeface="Arial" panose="020B0604020202020204" pitchFamily="34" charset="0"/>
              <a:buNone/>
              <a:defRPr sz="1400" b="1">
                <a:solidFill>
                  <a:schemeClr val="bg1"/>
                </a:solidFill>
              </a:defRPr>
            </a:lvl7pPr>
            <a:lvl8pPr marL="0" indent="0" algn="ctr">
              <a:spcBef>
                <a:spcPts val="0"/>
              </a:spcBef>
              <a:buFont typeface="Arial" panose="020B0604020202020204" pitchFamily="34" charset="0"/>
              <a:buNone/>
              <a:defRPr sz="1400" b="1">
                <a:solidFill>
                  <a:schemeClr val="bg1"/>
                </a:solidFill>
              </a:defRPr>
            </a:lvl8pPr>
            <a:lvl9pPr marL="0" indent="0" algn="ctr">
              <a:spcBef>
                <a:spcPts val="0"/>
              </a:spcBef>
              <a:buFont typeface="Arial" panose="020B0604020202020204" pitchFamily="34" charset="0"/>
              <a:buNone/>
              <a:defRPr sz="1400" b="1">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4" name="Text Placeholder 78">
            <a:extLst>
              <a:ext uri="{FF2B5EF4-FFF2-40B4-BE49-F238E27FC236}">
                <a16:creationId xmlns:a16="http://schemas.microsoft.com/office/drawing/2014/main" id="{361F8330-70C6-43B9-9363-BB4C67171EE3}"/>
              </a:ext>
            </a:extLst>
          </p:cNvPr>
          <p:cNvSpPr>
            <a:spLocks noGrp="1"/>
          </p:cNvSpPr>
          <p:nvPr>
            <p:ph type="body" sz="quarter" idx="19"/>
          </p:nvPr>
        </p:nvSpPr>
        <p:spPr bwMode="gray">
          <a:xfrm>
            <a:off x="431912" y="2546655"/>
            <a:ext cx="252066" cy="252000"/>
          </a:xfrm>
          <a:solidFill>
            <a:schemeClr val="tx1"/>
          </a:solidFill>
        </p:spPr>
        <p:txBody>
          <a:bodyPr anchor="ctr"/>
          <a:lstStyle>
            <a:lvl1pPr marL="0" indent="0" algn="ctr">
              <a:spcBef>
                <a:spcPts val="0"/>
              </a:spcBef>
              <a:buFont typeface="Arial" panose="020B0604020202020204" pitchFamily="34" charset="0"/>
              <a:buNone/>
              <a:defRPr sz="1400" b="1">
                <a:solidFill>
                  <a:schemeClr val="bg1"/>
                </a:solidFill>
              </a:defRPr>
            </a:lvl1pPr>
            <a:lvl2pPr marL="0" indent="0" algn="ctr">
              <a:spcBef>
                <a:spcPts val="0"/>
              </a:spcBef>
              <a:buFont typeface="Arial" panose="020B0604020202020204" pitchFamily="34" charset="0"/>
              <a:buNone/>
              <a:defRPr sz="1400" b="1">
                <a:solidFill>
                  <a:schemeClr val="bg1"/>
                </a:solidFill>
              </a:defRPr>
            </a:lvl2pPr>
            <a:lvl3pPr marL="0" indent="0" algn="ctr">
              <a:spcBef>
                <a:spcPts val="0"/>
              </a:spcBef>
              <a:buFont typeface="Arial" panose="020B0604020202020204" pitchFamily="34" charset="0"/>
              <a:buNone/>
              <a:defRPr sz="1400" b="1">
                <a:solidFill>
                  <a:schemeClr val="bg1"/>
                </a:solidFill>
              </a:defRPr>
            </a:lvl3pPr>
            <a:lvl4pPr marL="0" indent="0" algn="ctr">
              <a:spcBef>
                <a:spcPts val="0"/>
              </a:spcBef>
              <a:buFont typeface="Arial" panose="020B0604020202020204" pitchFamily="34" charset="0"/>
              <a:buNone/>
              <a:defRPr sz="1400" b="1">
                <a:solidFill>
                  <a:schemeClr val="bg1"/>
                </a:solidFill>
              </a:defRPr>
            </a:lvl4pPr>
            <a:lvl5pPr marL="0" indent="0" algn="ctr">
              <a:spcBef>
                <a:spcPts val="0"/>
              </a:spcBef>
              <a:buFont typeface="Arial" panose="020B0604020202020204" pitchFamily="34" charset="0"/>
              <a:buNone/>
              <a:defRPr sz="1400" b="1">
                <a:solidFill>
                  <a:schemeClr val="bg1"/>
                </a:solidFill>
              </a:defRPr>
            </a:lvl5pPr>
            <a:lvl6pPr marL="0" indent="0" algn="ctr">
              <a:spcBef>
                <a:spcPts val="0"/>
              </a:spcBef>
              <a:buFont typeface="Arial" panose="020B0604020202020204" pitchFamily="34" charset="0"/>
              <a:buNone/>
              <a:defRPr sz="1400" b="1">
                <a:solidFill>
                  <a:schemeClr val="bg1"/>
                </a:solidFill>
              </a:defRPr>
            </a:lvl6pPr>
            <a:lvl7pPr marL="0" indent="0" algn="ctr">
              <a:spcBef>
                <a:spcPts val="0"/>
              </a:spcBef>
              <a:buFont typeface="Arial" panose="020B0604020202020204" pitchFamily="34" charset="0"/>
              <a:buNone/>
              <a:defRPr sz="1400" b="1">
                <a:solidFill>
                  <a:schemeClr val="bg1"/>
                </a:solidFill>
              </a:defRPr>
            </a:lvl7pPr>
            <a:lvl8pPr marL="0" indent="0" algn="ctr">
              <a:spcBef>
                <a:spcPts val="0"/>
              </a:spcBef>
              <a:buFont typeface="Arial" panose="020B0604020202020204" pitchFamily="34" charset="0"/>
              <a:buNone/>
              <a:defRPr sz="1400" b="1">
                <a:solidFill>
                  <a:schemeClr val="bg1"/>
                </a:solidFill>
              </a:defRPr>
            </a:lvl8pPr>
            <a:lvl9pPr marL="0" indent="0" algn="ctr">
              <a:spcBef>
                <a:spcPts val="0"/>
              </a:spcBef>
              <a:buFont typeface="Arial" panose="020B0604020202020204" pitchFamily="34" charset="0"/>
              <a:buNone/>
              <a:defRPr sz="1400" b="1">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3" name="Text Placeholder 78">
            <a:extLst>
              <a:ext uri="{FF2B5EF4-FFF2-40B4-BE49-F238E27FC236}">
                <a16:creationId xmlns:a16="http://schemas.microsoft.com/office/drawing/2014/main" id="{3E44FB15-E1CC-4448-8A9D-8FD59F42D029}"/>
              </a:ext>
            </a:extLst>
          </p:cNvPr>
          <p:cNvSpPr>
            <a:spLocks noGrp="1"/>
          </p:cNvSpPr>
          <p:nvPr>
            <p:ph type="body" sz="quarter" idx="18"/>
          </p:nvPr>
        </p:nvSpPr>
        <p:spPr bwMode="gray">
          <a:xfrm>
            <a:off x="431912" y="1848808"/>
            <a:ext cx="252066" cy="252000"/>
          </a:xfrm>
          <a:solidFill>
            <a:schemeClr val="tx1"/>
          </a:solidFill>
        </p:spPr>
        <p:txBody>
          <a:bodyPr anchor="ctr"/>
          <a:lstStyle>
            <a:lvl1pPr marL="0" indent="0" algn="ctr">
              <a:spcBef>
                <a:spcPts val="0"/>
              </a:spcBef>
              <a:buFont typeface="Arial" panose="020B0604020202020204" pitchFamily="34" charset="0"/>
              <a:buNone/>
              <a:defRPr sz="1400" b="1">
                <a:solidFill>
                  <a:schemeClr val="bg1"/>
                </a:solidFill>
                <a:latin typeface="Calibri" panose="020F0502020204030204" pitchFamily="34" charset="0"/>
                <a:cs typeface="Calibri" panose="020F0502020204030204" pitchFamily="34" charset="0"/>
              </a:defRPr>
            </a:lvl1pPr>
            <a:lvl2pPr marL="0" indent="0" algn="ctr">
              <a:spcBef>
                <a:spcPts val="0"/>
              </a:spcBef>
              <a:buFont typeface="Arial" panose="020B0604020202020204" pitchFamily="34" charset="0"/>
              <a:buNone/>
              <a:defRPr sz="1400" b="1">
                <a:solidFill>
                  <a:schemeClr val="bg1"/>
                </a:solidFill>
                <a:latin typeface="Calibri" panose="020F0502020204030204" pitchFamily="34" charset="0"/>
                <a:cs typeface="Calibri" panose="020F0502020204030204" pitchFamily="34" charset="0"/>
              </a:defRPr>
            </a:lvl2pPr>
            <a:lvl3pPr marL="0" indent="0" algn="ctr">
              <a:spcBef>
                <a:spcPts val="0"/>
              </a:spcBef>
              <a:buFont typeface="Arial" panose="020B0604020202020204" pitchFamily="34" charset="0"/>
              <a:buNone/>
              <a:defRPr sz="1400" b="1">
                <a:solidFill>
                  <a:schemeClr val="bg1"/>
                </a:solidFill>
                <a:latin typeface="Calibri" panose="020F0502020204030204" pitchFamily="34" charset="0"/>
                <a:cs typeface="Calibri" panose="020F0502020204030204" pitchFamily="34" charset="0"/>
              </a:defRPr>
            </a:lvl3pPr>
            <a:lvl4pPr marL="0" indent="0" algn="ctr">
              <a:spcBef>
                <a:spcPts val="0"/>
              </a:spcBef>
              <a:buFont typeface="Arial" panose="020B0604020202020204" pitchFamily="34" charset="0"/>
              <a:buNone/>
              <a:defRPr sz="1400" b="1">
                <a:solidFill>
                  <a:schemeClr val="bg1"/>
                </a:solidFill>
                <a:latin typeface="Calibri" panose="020F0502020204030204" pitchFamily="34" charset="0"/>
                <a:cs typeface="Calibri" panose="020F0502020204030204" pitchFamily="34" charset="0"/>
              </a:defRPr>
            </a:lvl4pPr>
            <a:lvl5pPr marL="0" indent="0" algn="ctr">
              <a:spcBef>
                <a:spcPts val="0"/>
              </a:spcBef>
              <a:buFont typeface="Arial" panose="020B0604020202020204" pitchFamily="34" charset="0"/>
              <a:buNone/>
              <a:defRPr sz="1400" b="1">
                <a:solidFill>
                  <a:schemeClr val="bg1"/>
                </a:solidFill>
                <a:latin typeface="Calibri" panose="020F0502020204030204" pitchFamily="34" charset="0"/>
                <a:cs typeface="Calibri" panose="020F0502020204030204" pitchFamily="34" charset="0"/>
              </a:defRPr>
            </a:lvl5pPr>
            <a:lvl6pPr marL="0" indent="0" algn="ctr">
              <a:spcBef>
                <a:spcPts val="0"/>
              </a:spcBef>
              <a:buFont typeface="Arial" panose="020B0604020202020204" pitchFamily="34" charset="0"/>
              <a:buNone/>
              <a:defRPr sz="1400" b="1">
                <a:solidFill>
                  <a:schemeClr val="bg1"/>
                </a:solidFill>
              </a:defRPr>
            </a:lvl6pPr>
            <a:lvl7pPr marL="0" indent="0" algn="ctr">
              <a:spcBef>
                <a:spcPts val="0"/>
              </a:spcBef>
              <a:buFont typeface="Arial" panose="020B0604020202020204" pitchFamily="34" charset="0"/>
              <a:buNone/>
              <a:defRPr sz="1400" b="1">
                <a:solidFill>
                  <a:schemeClr val="bg1"/>
                </a:solidFill>
              </a:defRPr>
            </a:lvl7pPr>
            <a:lvl8pPr marL="0" indent="0" algn="ctr">
              <a:spcBef>
                <a:spcPts val="0"/>
              </a:spcBef>
              <a:buFont typeface="Arial" panose="020B0604020202020204" pitchFamily="34" charset="0"/>
              <a:buNone/>
              <a:defRPr sz="1400" b="1">
                <a:solidFill>
                  <a:schemeClr val="bg1"/>
                </a:solidFill>
              </a:defRPr>
            </a:lvl8pPr>
            <a:lvl9pPr marL="0" indent="0" algn="ctr">
              <a:spcBef>
                <a:spcPts val="0"/>
              </a:spcBef>
              <a:buFont typeface="Arial" panose="020B0604020202020204" pitchFamily="34" charset="0"/>
              <a:buNone/>
              <a:defRPr sz="1400" b="1">
                <a:solidFill>
                  <a:schemeClr val="bg1"/>
                </a:solidFill>
              </a:defRPr>
            </a:lvl9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8" name="Text Placeholder 7">
            <a:extLst>
              <a:ext uri="{FF2B5EF4-FFF2-40B4-BE49-F238E27FC236}">
                <a16:creationId xmlns:a16="http://schemas.microsoft.com/office/drawing/2014/main" id="{AED67736-538E-4EDC-A684-6255A1612E97}"/>
              </a:ext>
            </a:extLst>
          </p:cNvPr>
          <p:cNvSpPr>
            <a:spLocks noGrp="1"/>
          </p:cNvSpPr>
          <p:nvPr>
            <p:ph type="body" sz="quarter" idx="13"/>
          </p:nvPr>
        </p:nvSpPr>
        <p:spPr bwMode="gray">
          <a:xfrm>
            <a:off x="824080" y="1689101"/>
            <a:ext cx="7475825" cy="571414"/>
          </a:xfrm>
        </p:spPr>
        <p:txBody>
          <a:bodyPr anchor="ctr"/>
          <a:lstStyle>
            <a:lvl1pPr marL="0" indent="0">
              <a:spcBef>
                <a:spcPts val="0"/>
              </a:spcBef>
              <a:buFont typeface="Arial" panose="020B0604020202020204" pitchFamily="34" charset="0"/>
              <a:buNone/>
              <a:defRPr sz="1800">
                <a:latin typeface="Calibri" panose="020F0502020204030204" pitchFamily="34" charset="0"/>
                <a:cs typeface="Calibri" panose="020F0502020204030204" pitchFamily="34" charset="0"/>
              </a:defRPr>
            </a:lvl1pPr>
            <a:lvl2pPr marL="0" indent="0">
              <a:spcBef>
                <a:spcPts val="0"/>
              </a:spcBef>
              <a:buNone/>
              <a:defRPr sz="1800">
                <a:latin typeface="Calibri" panose="020F0502020204030204" pitchFamily="34" charset="0"/>
                <a:cs typeface="Calibri" panose="020F0502020204030204" pitchFamily="34" charset="0"/>
              </a:defRPr>
            </a:lvl2pPr>
            <a:lvl3pPr marL="0" indent="0">
              <a:spcBef>
                <a:spcPts val="0"/>
              </a:spcBef>
              <a:buNone/>
              <a:defRPr sz="1800">
                <a:latin typeface="Calibri" panose="020F0502020204030204" pitchFamily="34" charset="0"/>
                <a:cs typeface="Calibri" panose="020F0502020204030204" pitchFamily="34" charset="0"/>
              </a:defRPr>
            </a:lvl3pPr>
            <a:lvl4pPr marL="0" indent="0">
              <a:spcBef>
                <a:spcPts val="0"/>
              </a:spcBef>
              <a:buNone/>
              <a:defRPr sz="1800">
                <a:latin typeface="Calibri" panose="020F0502020204030204" pitchFamily="34" charset="0"/>
                <a:cs typeface="Calibri" panose="020F0502020204030204" pitchFamily="34" charset="0"/>
              </a:defRPr>
            </a:lvl4pPr>
            <a:lvl5pPr marL="0" indent="0">
              <a:spcBef>
                <a:spcPts val="0"/>
              </a:spcBef>
              <a:buNone/>
              <a:defRPr sz="1800">
                <a:latin typeface="Calibri" panose="020F0502020204030204" pitchFamily="34" charset="0"/>
                <a:cs typeface="Calibri" panose="020F0502020204030204" pitchFamily="34" charset="0"/>
              </a:defRPr>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 name="Title 1"/>
          <p:cNvSpPr>
            <a:spLocks noGrp="1"/>
          </p:cNvSpPr>
          <p:nvPr>
            <p:ph type="title"/>
          </p:nvPr>
        </p:nvSpPr>
        <p:spPr bwMode="gray"/>
        <p:txBody>
          <a:bodyPr/>
          <a:lstStyle>
            <a:lvl1pPr>
              <a:defRPr>
                <a:latin typeface="Calibri" panose="020F0502020204030204" pitchFamily="34" charset="0"/>
                <a:cs typeface="Calibri" panose="020F0502020204030204" pitchFamily="34" charset="0"/>
              </a:defRPr>
            </a:lvl1pPr>
          </a:lstStyle>
          <a:p>
            <a:r>
              <a:rPr lang="de-DE"/>
              <a:t>Mastertitelformat bearbeiten</a:t>
            </a:r>
            <a:endParaRPr lang="en-US" dirty="0"/>
          </a:p>
        </p:txBody>
      </p:sp>
      <p:sp>
        <p:nvSpPr>
          <p:cNvPr id="4" name="Date Placeholder 3"/>
          <p:cNvSpPr>
            <a:spLocks noGrp="1"/>
          </p:cNvSpPr>
          <p:nvPr>
            <p:ph type="dt" sz="half" idx="10"/>
          </p:nvPr>
        </p:nvSpPr>
        <p:spPr bwMode="gray"/>
        <p:txBody>
          <a:bodyPr/>
          <a:lstStyle>
            <a:lvl1pPr>
              <a:defRPr>
                <a:latin typeface="Calibri" panose="020F0502020204030204" pitchFamily="34" charset="0"/>
                <a:cs typeface="Calibri" panose="020F0502020204030204" pitchFamily="34" charset="0"/>
              </a:defRPr>
            </a:lvl1pPr>
          </a:lstStyle>
          <a:p>
            <a:fld id="{8A4065F3-0B89-4DCA-811B-B0642510D177}" type="datetime1">
              <a:rPr lang="en-US" smtClean="0"/>
              <a:pPr/>
              <a:t>11/17/2022</a:t>
            </a:fld>
            <a:endParaRPr lang="en-US" dirty="0"/>
          </a:p>
        </p:txBody>
      </p:sp>
      <p:sp>
        <p:nvSpPr>
          <p:cNvPr id="5" name="Footer Placeholder 4"/>
          <p:cNvSpPr>
            <a:spLocks noGrp="1"/>
          </p:cNvSpPr>
          <p:nvPr>
            <p:ph type="ftr" sz="quarter" idx="11"/>
          </p:nvPr>
        </p:nvSpPr>
        <p:spPr bwMode="gray"/>
        <p:txBody>
          <a:bodyPr/>
          <a:lstStyle>
            <a:lvl1pPr>
              <a:defRPr>
                <a:latin typeface="Calibri" panose="020F0502020204030204" pitchFamily="34" charset="0"/>
                <a:cs typeface="Calibri" panose="020F0502020204030204" pitchFamily="34" charset="0"/>
              </a:defRPr>
            </a:lvl1pPr>
          </a:lstStyle>
          <a:p>
            <a:endParaRPr lang="en-US" dirty="0"/>
          </a:p>
        </p:txBody>
      </p:sp>
      <p:sp>
        <p:nvSpPr>
          <p:cNvPr id="6" name="Slide Number Placeholder 5"/>
          <p:cNvSpPr>
            <a:spLocks noGrp="1"/>
          </p:cNvSpPr>
          <p:nvPr>
            <p:ph type="sldNum" sz="quarter" idx="12"/>
          </p:nvPr>
        </p:nvSpPr>
        <p:spPr bwMode="gray"/>
        <p:txBody>
          <a:bodyPr/>
          <a:lstStyle/>
          <a:p>
            <a:fld id="{66AA3846-8976-4D24-8224-CEE1235CE9F4}" type="slidenum">
              <a:rPr lang="en-US" smtClean="0"/>
              <a:t>‹#›</a:t>
            </a:fld>
            <a:endParaRPr lang="en-US" dirty="0"/>
          </a:p>
        </p:txBody>
      </p:sp>
      <p:sp>
        <p:nvSpPr>
          <p:cNvPr id="11" name="Subtitle 2">
            <a:extLst>
              <a:ext uri="{FF2B5EF4-FFF2-40B4-BE49-F238E27FC236}">
                <a16:creationId xmlns:a16="http://schemas.microsoft.com/office/drawing/2014/main" id="{27D97A63-DA12-4A04-BBC9-D7F458EA1CB3}"/>
              </a:ext>
            </a:extLst>
          </p:cNvPr>
          <p:cNvSpPr>
            <a:spLocks noGrp="1"/>
          </p:cNvSpPr>
          <p:nvPr>
            <p:ph type="subTitle" idx="1"/>
          </p:nvPr>
        </p:nvSpPr>
        <p:spPr bwMode="gray">
          <a:xfrm>
            <a:off x="420004" y="1106489"/>
            <a:ext cx="11337702" cy="255587"/>
          </a:xfrm>
        </p:spPr>
        <p:txBody>
          <a:bodyPr/>
          <a:lstStyle>
            <a:lvl1pPr marL="0" indent="0" algn="l">
              <a:spcBef>
                <a:spcPts val="0"/>
              </a:spcBef>
              <a:buNone/>
              <a:defRPr sz="1600" b="1">
                <a:latin typeface="Calibri" panose="020F0502020204030204" pitchFamily="34" charset="0"/>
                <a:cs typeface="Calibri" panose="020F0502020204030204" pitchFamily="34" charset="0"/>
              </a:defRPr>
            </a:lvl1pPr>
            <a:lvl2pPr marL="0" indent="0" algn="l">
              <a:spcBef>
                <a:spcPts val="0"/>
              </a:spcBef>
              <a:buNone/>
              <a:defRPr sz="1600" b="1"/>
            </a:lvl2pPr>
            <a:lvl3pPr marL="0" indent="0" algn="l">
              <a:spcBef>
                <a:spcPts val="0"/>
              </a:spcBef>
              <a:buNone/>
              <a:defRPr sz="1600" b="1"/>
            </a:lvl3pPr>
            <a:lvl4pPr marL="0" indent="0" algn="l">
              <a:spcBef>
                <a:spcPts val="0"/>
              </a:spcBef>
              <a:buNone/>
              <a:defRPr sz="1600" b="1"/>
            </a:lvl4pPr>
            <a:lvl5pPr marL="0" indent="0" algn="l">
              <a:spcBef>
                <a:spcPts val="0"/>
              </a:spcBef>
              <a:buNone/>
              <a:defRPr sz="1600" b="1"/>
            </a:lvl5pPr>
            <a:lvl6pPr marL="0" indent="0" algn="l">
              <a:spcBef>
                <a:spcPts val="0"/>
              </a:spcBef>
              <a:buNone/>
              <a:defRPr sz="1600" b="1"/>
            </a:lvl6pPr>
            <a:lvl7pPr marL="0" indent="0" algn="l">
              <a:spcBef>
                <a:spcPts val="0"/>
              </a:spcBef>
              <a:buNone/>
              <a:defRPr sz="1600" b="1"/>
            </a:lvl7pPr>
            <a:lvl8pPr marL="0" indent="0" algn="l">
              <a:spcBef>
                <a:spcPts val="0"/>
              </a:spcBef>
              <a:buNone/>
              <a:defRPr sz="1600" b="1"/>
            </a:lvl8pPr>
            <a:lvl9pPr marL="0" indent="0" algn="l">
              <a:spcBef>
                <a:spcPts val="0"/>
              </a:spcBef>
              <a:buNone/>
              <a:defRPr sz="1600" b="1"/>
            </a:lvl9pPr>
          </a:lstStyle>
          <a:p>
            <a:pPr lvl="0"/>
            <a:r>
              <a:rPr lang="de-DE"/>
              <a:t>Master-Untertitelformat bearbeiten</a:t>
            </a:r>
            <a:endParaRPr lang="en-US" dirty="0"/>
          </a:p>
        </p:txBody>
      </p:sp>
      <p:sp>
        <p:nvSpPr>
          <p:cNvPr id="19" name="Text Placeholder 7">
            <a:extLst>
              <a:ext uri="{FF2B5EF4-FFF2-40B4-BE49-F238E27FC236}">
                <a16:creationId xmlns:a16="http://schemas.microsoft.com/office/drawing/2014/main" id="{EB06762B-9338-490E-A51A-86178D17E4AF}"/>
              </a:ext>
            </a:extLst>
          </p:cNvPr>
          <p:cNvSpPr>
            <a:spLocks noGrp="1"/>
          </p:cNvSpPr>
          <p:nvPr>
            <p:ph type="body" sz="quarter" idx="14"/>
          </p:nvPr>
        </p:nvSpPr>
        <p:spPr bwMode="gray">
          <a:xfrm>
            <a:off x="824080" y="2386948"/>
            <a:ext cx="7475825" cy="571414"/>
          </a:xfrm>
        </p:spPr>
        <p:txBody>
          <a:bodyPr anchor="ctr"/>
          <a:lstStyle>
            <a:lvl1pPr marL="0" indent="0">
              <a:spcBef>
                <a:spcPts val="0"/>
              </a:spcBef>
              <a:buFont typeface="Arial" panose="020B0604020202020204" pitchFamily="34" charset="0"/>
              <a:buNone/>
              <a:defRPr sz="1800">
                <a:latin typeface="Calibri" panose="020F0502020204030204" pitchFamily="34" charset="0"/>
                <a:cs typeface="Calibri" panose="020F0502020204030204" pitchFamily="34" charset="0"/>
              </a:defRPr>
            </a:lvl1pPr>
            <a:lvl2pPr marL="0" indent="0">
              <a:spcBef>
                <a:spcPts val="0"/>
              </a:spcBef>
              <a:buNone/>
              <a:defRPr sz="1800">
                <a:latin typeface="Calibri" panose="020F0502020204030204" pitchFamily="34" charset="0"/>
                <a:cs typeface="Calibri" panose="020F0502020204030204" pitchFamily="34" charset="0"/>
              </a:defRPr>
            </a:lvl2pPr>
            <a:lvl3pPr marL="0" indent="0">
              <a:spcBef>
                <a:spcPts val="0"/>
              </a:spcBef>
              <a:buNone/>
              <a:defRPr sz="1800">
                <a:latin typeface="Calibri" panose="020F0502020204030204" pitchFamily="34" charset="0"/>
                <a:cs typeface="Calibri" panose="020F0502020204030204" pitchFamily="34" charset="0"/>
              </a:defRPr>
            </a:lvl3pPr>
            <a:lvl4pPr marL="0" indent="0">
              <a:spcBef>
                <a:spcPts val="0"/>
              </a:spcBef>
              <a:buNone/>
              <a:defRPr sz="1800">
                <a:latin typeface="Calibri" panose="020F0502020204030204" pitchFamily="34" charset="0"/>
                <a:cs typeface="Calibri" panose="020F0502020204030204" pitchFamily="34" charset="0"/>
              </a:defRPr>
            </a:lvl4pPr>
            <a:lvl5pPr marL="0" indent="0">
              <a:spcBef>
                <a:spcPts val="0"/>
              </a:spcBef>
              <a:buNone/>
              <a:defRPr sz="1800">
                <a:latin typeface="Calibri" panose="020F0502020204030204" pitchFamily="34" charset="0"/>
                <a:cs typeface="Calibri" panose="020F0502020204030204" pitchFamily="34" charset="0"/>
              </a:defRPr>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0" name="Text Placeholder 7">
            <a:extLst>
              <a:ext uri="{FF2B5EF4-FFF2-40B4-BE49-F238E27FC236}">
                <a16:creationId xmlns:a16="http://schemas.microsoft.com/office/drawing/2014/main" id="{17A05CAE-6C1F-4478-A298-68483FDDB387}"/>
              </a:ext>
            </a:extLst>
          </p:cNvPr>
          <p:cNvSpPr>
            <a:spLocks noGrp="1"/>
          </p:cNvSpPr>
          <p:nvPr>
            <p:ph type="body" sz="quarter" idx="15"/>
          </p:nvPr>
        </p:nvSpPr>
        <p:spPr bwMode="gray">
          <a:xfrm>
            <a:off x="824080" y="3084795"/>
            <a:ext cx="7475825" cy="571414"/>
          </a:xfrm>
        </p:spPr>
        <p:txBody>
          <a:bodyPr anchor="ctr"/>
          <a:lstStyle>
            <a:lvl1pPr marL="0" indent="0">
              <a:spcBef>
                <a:spcPts val="0"/>
              </a:spcBef>
              <a:buFont typeface="Arial" panose="020B0604020202020204" pitchFamily="34" charset="0"/>
              <a:buNone/>
              <a:defRPr sz="1800">
                <a:latin typeface="Calibri" panose="020F0502020204030204" pitchFamily="34" charset="0"/>
                <a:cs typeface="Calibri" panose="020F0502020204030204" pitchFamily="34" charset="0"/>
              </a:defRPr>
            </a:lvl1pPr>
            <a:lvl2pPr marL="0" indent="0">
              <a:spcBef>
                <a:spcPts val="0"/>
              </a:spcBef>
              <a:buNone/>
              <a:defRPr sz="1800">
                <a:latin typeface="Calibri" panose="020F0502020204030204" pitchFamily="34" charset="0"/>
                <a:cs typeface="Calibri" panose="020F0502020204030204" pitchFamily="34" charset="0"/>
              </a:defRPr>
            </a:lvl2pPr>
            <a:lvl3pPr marL="0" indent="0">
              <a:spcBef>
                <a:spcPts val="0"/>
              </a:spcBef>
              <a:buNone/>
              <a:defRPr sz="1800">
                <a:latin typeface="Calibri" panose="020F0502020204030204" pitchFamily="34" charset="0"/>
                <a:cs typeface="Calibri" panose="020F0502020204030204" pitchFamily="34" charset="0"/>
              </a:defRPr>
            </a:lvl3pPr>
            <a:lvl4pPr marL="0" indent="0">
              <a:spcBef>
                <a:spcPts val="0"/>
              </a:spcBef>
              <a:buNone/>
              <a:defRPr sz="1800">
                <a:latin typeface="Calibri" panose="020F0502020204030204" pitchFamily="34" charset="0"/>
                <a:cs typeface="Calibri" panose="020F0502020204030204" pitchFamily="34" charset="0"/>
              </a:defRPr>
            </a:lvl4pPr>
            <a:lvl5pPr marL="0" indent="0">
              <a:spcBef>
                <a:spcPts val="0"/>
              </a:spcBef>
              <a:buNone/>
              <a:defRPr sz="1800">
                <a:latin typeface="Calibri" panose="020F0502020204030204" pitchFamily="34" charset="0"/>
                <a:cs typeface="Calibri" panose="020F0502020204030204" pitchFamily="34" charset="0"/>
              </a:defRPr>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1" name="Text Placeholder 7">
            <a:extLst>
              <a:ext uri="{FF2B5EF4-FFF2-40B4-BE49-F238E27FC236}">
                <a16:creationId xmlns:a16="http://schemas.microsoft.com/office/drawing/2014/main" id="{1F73A826-EA84-46CA-A188-B6B782DCF9D7}"/>
              </a:ext>
            </a:extLst>
          </p:cNvPr>
          <p:cNvSpPr>
            <a:spLocks noGrp="1"/>
          </p:cNvSpPr>
          <p:nvPr>
            <p:ph type="body" sz="quarter" idx="16"/>
          </p:nvPr>
        </p:nvSpPr>
        <p:spPr bwMode="gray">
          <a:xfrm>
            <a:off x="824080" y="3782642"/>
            <a:ext cx="7475825" cy="571414"/>
          </a:xfrm>
        </p:spPr>
        <p:txBody>
          <a:bodyPr anchor="ctr"/>
          <a:lstStyle>
            <a:lvl1pPr marL="0" indent="0">
              <a:spcBef>
                <a:spcPts val="0"/>
              </a:spcBef>
              <a:buFont typeface="Arial" panose="020B0604020202020204" pitchFamily="34" charset="0"/>
              <a:buNone/>
              <a:defRPr sz="1800">
                <a:latin typeface="Calibri" panose="020F0502020204030204" pitchFamily="34" charset="0"/>
                <a:cs typeface="Calibri" panose="020F0502020204030204" pitchFamily="34" charset="0"/>
              </a:defRPr>
            </a:lvl1pPr>
            <a:lvl2pPr marL="0" indent="0">
              <a:spcBef>
                <a:spcPts val="0"/>
              </a:spcBef>
              <a:buNone/>
              <a:defRPr sz="1800">
                <a:latin typeface="Calibri" panose="020F0502020204030204" pitchFamily="34" charset="0"/>
                <a:cs typeface="Calibri" panose="020F0502020204030204" pitchFamily="34" charset="0"/>
              </a:defRPr>
            </a:lvl2pPr>
            <a:lvl3pPr marL="0" indent="0">
              <a:spcBef>
                <a:spcPts val="0"/>
              </a:spcBef>
              <a:buNone/>
              <a:defRPr sz="1800">
                <a:latin typeface="Calibri" panose="020F0502020204030204" pitchFamily="34" charset="0"/>
                <a:cs typeface="Calibri" panose="020F0502020204030204" pitchFamily="34" charset="0"/>
              </a:defRPr>
            </a:lvl3pPr>
            <a:lvl4pPr marL="0" indent="0">
              <a:spcBef>
                <a:spcPts val="0"/>
              </a:spcBef>
              <a:buNone/>
              <a:defRPr sz="1800">
                <a:latin typeface="Calibri" panose="020F0502020204030204" pitchFamily="34" charset="0"/>
                <a:cs typeface="Calibri" panose="020F0502020204030204" pitchFamily="34" charset="0"/>
              </a:defRPr>
            </a:lvl4pPr>
            <a:lvl5pPr marL="0" indent="0">
              <a:spcBef>
                <a:spcPts val="0"/>
              </a:spcBef>
              <a:buNone/>
              <a:defRPr sz="1800">
                <a:latin typeface="Calibri" panose="020F0502020204030204" pitchFamily="34" charset="0"/>
                <a:cs typeface="Calibri" panose="020F0502020204030204" pitchFamily="34" charset="0"/>
              </a:defRPr>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2" name="Text Placeholder 7">
            <a:extLst>
              <a:ext uri="{FF2B5EF4-FFF2-40B4-BE49-F238E27FC236}">
                <a16:creationId xmlns:a16="http://schemas.microsoft.com/office/drawing/2014/main" id="{096E7866-DDAF-4CED-822B-608E7473BB5F}"/>
              </a:ext>
            </a:extLst>
          </p:cNvPr>
          <p:cNvSpPr>
            <a:spLocks noGrp="1"/>
          </p:cNvSpPr>
          <p:nvPr>
            <p:ph type="body" sz="quarter" idx="17"/>
          </p:nvPr>
        </p:nvSpPr>
        <p:spPr bwMode="gray">
          <a:xfrm>
            <a:off x="824080" y="4480488"/>
            <a:ext cx="7475825" cy="571414"/>
          </a:xfrm>
        </p:spPr>
        <p:txBody>
          <a:bodyPr anchor="ctr"/>
          <a:lstStyle>
            <a:lvl1pPr marL="0" indent="0">
              <a:spcBef>
                <a:spcPts val="0"/>
              </a:spcBef>
              <a:buFont typeface="Arial" panose="020B0604020202020204" pitchFamily="34" charset="0"/>
              <a:buNone/>
              <a:defRPr sz="1800">
                <a:latin typeface="Calibri" panose="020F0502020204030204" pitchFamily="34" charset="0"/>
                <a:cs typeface="Calibri" panose="020F0502020204030204" pitchFamily="34" charset="0"/>
              </a:defRPr>
            </a:lvl1pPr>
            <a:lvl2pPr marL="0" indent="0">
              <a:spcBef>
                <a:spcPts val="0"/>
              </a:spcBef>
              <a:buNone/>
              <a:defRPr sz="1800">
                <a:latin typeface="Calibri" panose="020F0502020204030204" pitchFamily="34" charset="0"/>
                <a:cs typeface="Calibri" panose="020F0502020204030204" pitchFamily="34" charset="0"/>
              </a:defRPr>
            </a:lvl2pPr>
            <a:lvl3pPr marL="0" indent="0">
              <a:spcBef>
                <a:spcPts val="0"/>
              </a:spcBef>
              <a:buNone/>
              <a:defRPr sz="1800">
                <a:latin typeface="Calibri" panose="020F0502020204030204" pitchFamily="34" charset="0"/>
                <a:cs typeface="Calibri" panose="020F0502020204030204" pitchFamily="34" charset="0"/>
              </a:defRPr>
            </a:lvl3pPr>
            <a:lvl4pPr marL="0" indent="0">
              <a:spcBef>
                <a:spcPts val="0"/>
              </a:spcBef>
              <a:buNone/>
              <a:defRPr sz="1800">
                <a:latin typeface="Calibri" panose="020F0502020204030204" pitchFamily="34" charset="0"/>
                <a:cs typeface="Calibri" panose="020F0502020204030204" pitchFamily="34" charset="0"/>
              </a:defRPr>
            </a:lvl4pPr>
            <a:lvl5pPr marL="0" indent="0">
              <a:spcBef>
                <a:spcPts val="0"/>
              </a:spcBef>
              <a:buNone/>
              <a:defRPr sz="1800">
                <a:latin typeface="Calibri" panose="020F0502020204030204" pitchFamily="34" charset="0"/>
                <a:cs typeface="Calibri" panose="020F0502020204030204" pitchFamily="34" charset="0"/>
              </a:defRPr>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2142341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ext">
    <p:spTree>
      <p:nvGrpSpPr>
        <p:cNvPr id="1" name=""/>
        <p:cNvGrpSpPr/>
        <p:nvPr/>
      </p:nvGrpSpPr>
      <p:grpSpPr>
        <a:xfrm>
          <a:off x="0" y="0"/>
          <a:ext cx="0" cy="0"/>
          <a:chOff x="0" y="0"/>
          <a:chExt cx="0" cy="0"/>
        </a:xfrm>
      </p:grpSpPr>
      <p:sp>
        <p:nvSpPr>
          <p:cNvPr id="23" name="Text Placeholder 78">
            <a:extLst>
              <a:ext uri="{FF2B5EF4-FFF2-40B4-BE49-F238E27FC236}">
                <a16:creationId xmlns:a16="http://schemas.microsoft.com/office/drawing/2014/main" id="{120556BE-D7B5-4C3F-B270-1F39E006AB7F}"/>
              </a:ext>
            </a:extLst>
          </p:cNvPr>
          <p:cNvSpPr>
            <a:spLocks noGrp="1"/>
          </p:cNvSpPr>
          <p:nvPr>
            <p:ph type="body" sz="quarter" idx="14"/>
          </p:nvPr>
        </p:nvSpPr>
        <p:spPr bwMode="gray">
          <a:xfrm>
            <a:off x="431912" y="506707"/>
            <a:ext cx="115230" cy="115200"/>
          </a:xfrm>
          <a:solidFill>
            <a:schemeClr val="tx1"/>
          </a:solidFill>
        </p:spPr>
        <p:txBody>
          <a:bodyPr anchor="ctr"/>
          <a:lstStyle>
            <a:lvl1pPr marL="0" indent="0" algn="ctr">
              <a:spcBef>
                <a:spcPts val="0"/>
              </a:spcBef>
              <a:buFont typeface="Arial" panose="020B0604020202020204" pitchFamily="34" charset="0"/>
              <a:buNone/>
              <a:defRPr sz="800">
                <a:solidFill>
                  <a:schemeClr val="bg1"/>
                </a:solidFill>
              </a:defRPr>
            </a:lvl1pPr>
            <a:lvl2pPr marL="0" indent="0" algn="ctr">
              <a:spcBef>
                <a:spcPts val="0"/>
              </a:spcBef>
              <a:buFont typeface="Arial" panose="020B0604020202020204" pitchFamily="34" charset="0"/>
              <a:buNone/>
              <a:defRPr sz="800">
                <a:solidFill>
                  <a:schemeClr val="bg1"/>
                </a:solidFill>
              </a:defRPr>
            </a:lvl2pPr>
            <a:lvl3pPr marL="0" indent="0" algn="ctr">
              <a:spcBef>
                <a:spcPts val="0"/>
              </a:spcBef>
              <a:buFont typeface="Arial" panose="020B0604020202020204" pitchFamily="34" charset="0"/>
              <a:buNone/>
              <a:defRPr sz="800">
                <a:solidFill>
                  <a:schemeClr val="bg1"/>
                </a:solidFill>
              </a:defRPr>
            </a:lvl3pPr>
            <a:lvl4pPr marL="0" indent="0" algn="ctr">
              <a:spcBef>
                <a:spcPts val="0"/>
              </a:spcBef>
              <a:buFont typeface="Arial" panose="020B0604020202020204" pitchFamily="34" charset="0"/>
              <a:buNone/>
              <a:defRPr sz="800">
                <a:solidFill>
                  <a:schemeClr val="bg1"/>
                </a:solidFill>
              </a:defRPr>
            </a:lvl4pPr>
            <a:lvl5pPr marL="0" indent="0" algn="ctr">
              <a:spcBef>
                <a:spcPts val="0"/>
              </a:spcBef>
              <a:buFont typeface="Arial" panose="020B0604020202020204" pitchFamily="34" charset="0"/>
              <a:buNone/>
              <a:defRPr sz="800">
                <a:solidFill>
                  <a:schemeClr val="bg1"/>
                </a:solidFill>
              </a:defRPr>
            </a:lvl5pPr>
            <a:lvl6pPr marL="0" indent="0" algn="ctr">
              <a:spcBef>
                <a:spcPts val="0"/>
              </a:spcBef>
              <a:buFont typeface="Arial" panose="020B0604020202020204" pitchFamily="34" charset="0"/>
              <a:buNone/>
              <a:defRPr sz="800">
                <a:solidFill>
                  <a:schemeClr val="bg1"/>
                </a:solidFill>
              </a:defRPr>
            </a:lvl6pPr>
            <a:lvl7pPr marL="0" indent="0" algn="ctr">
              <a:spcBef>
                <a:spcPts val="0"/>
              </a:spcBef>
              <a:buFont typeface="Arial" panose="020B0604020202020204" pitchFamily="34" charset="0"/>
              <a:buNone/>
              <a:defRPr sz="800">
                <a:solidFill>
                  <a:schemeClr val="bg1"/>
                </a:solidFill>
              </a:defRPr>
            </a:lvl7pPr>
            <a:lvl8pPr marL="0" indent="0" algn="ctr">
              <a:spcBef>
                <a:spcPts val="0"/>
              </a:spcBef>
              <a:buFont typeface="Arial" panose="020B0604020202020204" pitchFamily="34" charset="0"/>
              <a:buNone/>
              <a:defRPr sz="800">
                <a:solidFill>
                  <a:schemeClr val="bg1"/>
                </a:solidFill>
              </a:defRPr>
            </a:lvl8pPr>
            <a:lvl9pPr marL="0" indent="0" algn="ctr">
              <a:spcBef>
                <a:spcPts val="0"/>
              </a:spcBef>
              <a:buFont typeface="Arial" panose="020B0604020202020204" pitchFamily="34" charset="0"/>
              <a:buNone/>
              <a:defRPr sz="800">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2" name="Text Placeholder 78">
            <a:extLst>
              <a:ext uri="{FF2B5EF4-FFF2-40B4-BE49-F238E27FC236}">
                <a16:creationId xmlns:a16="http://schemas.microsoft.com/office/drawing/2014/main" id="{DC30A21F-69AB-41BB-B892-4EFBC7626059}"/>
              </a:ext>
            </a:extLst>
          </p:cNvPr>
          <p:cNvSpPr>
            <a:spLocks noGrp="1"/>
          </p:cNvSpPr>
          <p:nvPr>
            <p:ph type="body" sz="quarter" idx="15"/>
          </p:nvPr>
        </p:nvSpPr>
        <p:spPr bwMode="gray">
          <a:xfrm>
            <a:off x="592401" y="488810"/>
            <a:ext cx="5858499" cy="155180"/>
          </a:xfrm>
          <a:noFill/>
          <a:ln>
            <a:noFill/>
          </a:ln>
        </p:spPr>
        <p:txBody>
          <a:bodyPr anchor="t"/>
          <a:lstStyle>
            <a:lvl1pPr marL="0" indent="0" algn="l">
              <a:spcBef>
                <a:spcPts val="0"/>
              </a:spcBef>
              <a:buFont typeface="Arial" panose="020B0604020202020204" pitchFamily="34" charset="0"/>
              <a:buNone/>
              <a:defRPr sz="1000">
                <a:solidFill>
                  <a:schemeClr val="tx1"/>
                </a:solidFill>
              </a:defRPr>
            </a:lvl1pPr>
            <a:lvl2pPr marL="0" indent="0" algn="l">
              <a:spcBef>
                <a:spcPts val="0"/>
              </a:spcBef>
              <a:buFont typeface="Arial" panose="020B0604020202020204" pitchFamily="34" charset="0"/>
              <a:buNone/>
              <a:defRPr sz="1000">
                <a:solidFill>
                  <a:schemeClr val="tx1"/>
                </a:solidFill>
              </a:defRPr>
            </a:lvl2pPr>
            <a:lvl3pPr marL="0" indent="0" algn="l">
              <a:spcBef>
                <a:spcPts val="0"/>
              </a:spcBef>
              <a:buFont typeface="Arial" panose="020B0604020202020204" pitchFamily="34" charset="0"/>
              <a:buNone/>
              <a:defRPr sz="1000">
                <a:solidFill>
                  <a:schemeClr val="tx1"/>
                </a:solidFill>
              </a:defRPr>
            </a:lvl3pPr>
            <a:lvl4pPr marL="0" indent="0" algn="l">
              <a:spcBef>
                <a:spcPts val="0"/>
              </a:spcBef>
              <a:buFont typeface="Arial" panose="020B0604020202020204" pitchFamily="34" charset="0"/>
              <a:buNone/>
              <a:defRPr sz="1000">
                <a:solidFill>
                  <a:schemeClr val="tx1"/>
                </a:solidFill>
              </a:defRPr>
            </a:lvl4pPr>
            <a:lvl5pPr marL="0" indent="0" algn="l">
              <a:spcBef>
                <a:spcPts val="0"/>
              </a:spcBef>
              <a:buFont typeface="Arial" panose="020B0604020202020204" pitchFamily="34" charset="0"/>
              <a:buNone/>
              <a:defRPr sz="1000">
                <a:solidFill>
                  <a:schemeClr val="tx1"/>
                </a:solidFill>
              </a:defRPr>
            </a:lvl5pPr>
            <a:lvl6pPr marL="0" indent="0" algn="l">
              <a:spcBef>
                <a:spcPts val="0"/>
              </a:spcBef>
              <a:buFont typeface="Arial" panose="020B0604020202020204" pitchFamily="34" charset="0"/>
              <a:buNone/>
              <a:defRPr sz="1000">
                <a:solidFill>
                  <a:schemeClr val="tx1"/>
                </a:solidFill>
              </a:defRPr>
            </a:lvl6pPr>
            <a:lvl7pPr marL="0" indent="0" algn="l">
              <a:spcBef>
                <a:spcPts val="0"/>
              </a:spcBef>
              <a:buFont typeface="Arial" panose="020B0604020202020204" pitchFamily="34" charset="0"/>
              <a:buNone/>
              <a:defRPr sz="1000">
                <a:solidFill>
                  <a:schemeClr val="tx1"/>
                </a:solidFill>
              </a:defRPr>
            </a:lvl7pPr>
            <a:lvl8pPr marL="0" indent="0" algn="l">
              <a:spcBef>
                <a:spcPts val="0"/>
              </a:spcBef>
              <a:buFont typeface="Arial" panose="020B0604020202020204" pitchFamily="34" charset="0"/>
              <a:buNone/>
              <a:defRPr sz="1000">
                <a:solidFill>
                  <a:schemeClr val="tx1"/>
                </a:solidFill>
              </a:defRPr>
            </a:lvl8pPr>
            <a:lvl9pPr marL="0" indent="0" algn="l">
              <a:spcBef>
                <a:spcPts val="0"/>
              </a:spcBef>
              <a:buFont typeface="Arial" panose="020B0604020202020204" pitchFamily="34" charset="0"/>
              <a:buNone/>
              <a:defRPr sz="1000">
                <a:solidFill>
                  <a:schemeClr val="tx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 name="Title 1"/>
          <p:cNvSpPr>
            <a:spLocks noGrp="1"/>
          </p:cNvSpPr>
          <p:nvPr>
            <p:ph type="title"/>
          </p:nvPr>
        </p:nvSpPr>
        <p:spPr bwMode="gray"/>
        <p:txBody>
          <a:bodyPr/>
          <a:lstStyle/>
          <a:p>
            <a:r>
              <a:rPr lang="de-DE"/>
              <a:t>Mastertitelformat bearbeiten</a:t>
            </a:r>
            <a:endParaRPr lang="en-US" dirty="0"/>
          </a:p>
        </p:txBody>
      </p:sp>
      <p:sp>
        <p:nvSpPr>
          <p:cNvPr id="4" name="Date Placeholder 3"/>
          <p:cNvSpPr>
            <a:spLocks noGrp="1"/>
          </p:cNvSpPr>
          <p:nvPr>
            <p:ph type="dt" sz="half" idx="10"/>
          </p:nvPr>
        </p:nvSpPr>
        <p:spPr bwMode="gray"/>
        <p:txBody>
          <a:bodyPr/>
          <a:lstStyle/>
          <a:p>
            <a:fld id="{B08FB2D3-05D4-4B98-9AF1-9022C0492E12}" type="datetime1">
              <a:rPr lang="en-US" smtClean="0"/>
              <a:t>11/17/2022</a:t>
            </a:fld>
            <a:endParaRPr lang="en-US" dirty="0"/>
          </a:p>
        </p:txBody>
      </p:sp>
      <p:sp>
        <p:nvSpPr>
          <p:cNvPr id="5" name="Footer Placeholder 4"/>
          <p:cNvSpPr>
            <a:spLocks noGrp="1"/>
          </p:cNvSpPr>
          <p:nvPr>
            <p:ph type="ftr" sz="quarter" idx="11"/>
          </p:nvPr>
        </p:nvSpPr>
        <p:spPr bwMode="gray"/>
        <p:txBody>
          <a:bodyPr/>
          <a:lstStyle/>
          <a:p>
            <a:endParaRPr lang="en-US" dirty="0"/>
          </a:p>
        </p:txBody>
      </p:sp>
      <p:sp>
        <p:nvSpPr>
          <p:cNvPr id="6" name="Slide Number Placeholder 5"/>
          <p:cNvSpPr>
            <a:spLocks noGrp="1"/>
          </p:cNvSpPr>
          <p:nvPr>
            <p:ph type="sldNum" sz="quarter" idx="12"/>
          </p:nvPr>
        </p:nvSpPr>
        <p:spPr bwMode="gray"/>
        <p:txBody>
          <a:bodyPr/>
          <a:lstStyle/>
          <a:p>
            <a:fld id="{66AA3846-8976-4D24-8224-CEE1235CE9F4}" type="slidenum">
              <a:rPr lang="en-US" smtClean="0"/>
              <a:t>‹#›</a:t>
            </a:fld>
            <a:endParaRPr lang="en-US" dirty="0"/>
          </a:p>
        </p:txBody>
      </p:sp>
      <p:sp>
        <p:nvSpPr>
          <p:cNvPr id="8" name="Text Placeholder 7">
            <a:extLst>
              <a:ext uri="{FF2B5EF4-FFF2-40B4-BE49-F238E27FC236}">
                <a16:creationId xmlns:a16="http://schemas.microsoft.com/office/drawing/2014/main" id="{AED67736-538E-4EDC-A684-6255A1612E97}"/>
              </a:ext>
            </a:extLst>
          </p:cNvPr>
          <p:cNvSpPr>
            <a:spLocks noGrp="1"/>
          </p:cNvSpPr>
          <p:nvPr>
            <p:ph type="body" sz="quarter" idx="13"/>
          </p:nvPr>
        </p:nvSpPr>
        <p:spPr bwMode="gray">
          <a:xfrm>
            <a:off x="420002" y="1701005"/>
            <a:ext cx="11337704" cy="4619627"/>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11" name="Subtitle 2">
            <a:extLst>
              <a:ext uri="{FF2B5EF4-FFF2-40B4-BE49-F238E27FC236}">
                <a16:creationId xmlns:a16="http://schemas.microsoft.com/office/drawing/2014/main" id="{27D97A63-DA12-4A04-BBC9-D7F458EA1CB3}"/>
              </a:ext>
            </a:extLst>
          </p:cNvPr>
          <p:cNvSpPr>
            <a:spLocks noGrp="1"/>
          </p:cNvSpPr>
          <p:nvPr>
            <p:ph type="subTitle" idx="1"/>
          </p:nvPr>
        </p:nvSpPr>
        <p:spPr bwMode="gray">
          <a:xfrm>
            <a:off x="420004" y="1106489"/>
            <a:ext cx="11337702" cy="255587"/>
          </a:xfrm>
        </p:spPr>
        <p:txBody>
          <a:bodyPr/>
          <a:lstStyle>
            <a:lvl1pPr marL="0" indent="0" algn="l">
              <a:spcBef>
                <a:spcPts val="0"/>
              </a:spcBef>
              <a:buNone/>
              <a:defRPr sz="1600" b="1"/>
            </a:lvl1pPr>
            <a:lvl2pPr marL="0" indent="0" algn="l">
              <a:spcBef>
                <a:spcPts val="0"/>
              </a:spcBef>
              <a:buNone/>
              <a:defRPr sz="1600" b="1"/>
            </a:lvl2pPr>
            <a:lvl3pPr marL="0" indent="0" algn="l">
              <a:spcBef>
                <a:spcPts val="0"/>
              </a:spcBef>
              <a:buNone/>
              <a:defRPr sz="1600" b="1"/>
            </a:lvl3pPr>
            <a:lvl4pPr marL="0" indent="0" algn="l">
              <a:spcBef>
                <a:spcPts val="0"/>
              </a:spcBef>
              <a:buNone/>
              <a:defRPr sz="1600" b="1"/>
            </a:lvl4pPr>
            <a:lvl5pPr marL="0" indent="0" algn="l">
              <a:spcBef>
                <a:spcPts val="0"/>
              </a:spcBef>
              <a:buNone/>
              <a:defRPr sz="1600" b="1"/>
            </a:lvl5pPr>
            <a:lvl6pPr marL="0" indent="0" algn="l">
              <a:spcBef>
                <a:spcPts val="0"/>
              </a:spcBef>
              <a:buNone/>
              <a:defRPr sz="1600" b="1"/>
            </a:lvl6pPr>
            <a:lvl7pPr marL="0" indent="0" algn="l">
              <a:spcBef>
                <a:spcPts val="0"/>
              </a:spcBef>
              <a:buNone/>
              <a:defRPr sz="1600" b="1"/>
            </a:lvl7pPr>
            <a:lvl8pPr marL="0" indent="0" algn="l">
              <a:spcBef>
                <a:spcPts val="0"/>
              </a:spcBef>
              <a:buNone/>
              <a:defRPr sz="1600" b="1"/>
            </a:lvl8pPr>
            <a:lvl9pPr marL="0" indent="0" algn="l">
              <a:spcBef>
                <a:spcPts val="0"/>
              </a:spcBef>
              <a:buNone/>
              <a:defRPr sz="1600" b="1"/>
            </a:lvl9pPr>
          </a:lstStyle>
          <a:p>
            <a:pPr lvl="0"/>
            <a:r>
              <a:rPr lang="de-DE"/>
              <a:t>Master-Untertitelformat bearbeiten</a:t>
            </a:r>
            <a:endParaRPr lang="en-US" dirty="0"/>
          </a:p>
        </p:txBody>
      </p:sp>
    </p:spTree>
    <p:extLst>
      <p:ext uri="{BB962C8B-B14F-4D97-AF65-F5344CB8AC3E}">
        <p14:creationId xmlns:p14="http://schemas.microsoft.com/office/powerpoint/2010/main" val="227193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ext (2)">
    <p:spTree>
      <p:nvGrpSpPr>
        <p:cNvPr id="1" name=""/>
        <p:cNvGrpSpPr/>
        <p:nvPr/>
      </p:nvGrpSpPr>
      <p:grpSpPr>
        <a:xfrm>
          <a:off x="0" y="0"/>
          <a:ext cx="0" cy="0"/>
          <a:chOff x="0" y="0"/>
          <a:chExt cx="0" cy="0"/>
        </a:xfrm>
      </p:grpSpPr>
      <p:sp>
        <p:nvSpPr>
          <p:cNvPr id="20" name="Text Placeholder 78">
            <a:extLst>
              <a:ext uri="{FF2B5EF4-FFF2-40B4-BE49-F238E27FC236}">
                <a16:creationId xmlns:a16="http://schemas.microsoft.com/office/drawing/2014/main" id="{F7099330-976A-47A5-84BF-B5C6D9C36066}"/>
              </a:ext>
            </a:extLst>
          </p:cNvPr>
          <p:cNvSpPr>
            <a:spLocks noGrp="1"/>
          </p:cNvSpPr>
          <p:nvPr>
            <p:ph type="body" sz="quarter" idx="14"/>
          </p:nvPr>
        </p:nvSpPr>
        <p:spPr bwMode="gray">
          <a:xfrm>
            <a:off x="431912" y="506707"/>
            <a:ext cx="115230" cy="115200"/>
          </a:xfrm>
          <a:solidFill>
            <a:schemeClr val="tx1"/>
          </a:solidFill>
        </p:spPr>
        <p:txBody>
          <a:bodyPr anchor="ctr"/>
          <a:lstStyle>
            <a:lvl1pPr marL="0" indent="0" algn="ctr">
              <a:spcBef>
                <a:spcPts val="0"/>
              </a:spcBef>
              <a:buFont typeface="Arial" panose="020B0604020202020204" pitchFamily="34" charset="0"/>
              <a:buNone/>
              <a:defRPr sz="800">
                <a:solidFill>
                  <a:schemeClr val="bg1"/>
                </a:solidFill>
              </a:defRPr>
            </a:lvl1pPr>
            <a:lvl2pPr marL="0" indent="0" algn="ctr">
              <a:spcBef>
                <a:spcPts val="0"/>
              </a:spcBef>
              <a:buFont typeface="Arial" panose="020B0604020202020204" pitchFamily="34" charset="0"/>
              <a:buNone/>
              <a:defRPr sz="800">
                <a:solidFill>
                  <a:schemeClr val="bg1"/>
                </a:solidFill>
              </a:defRPr>
            </a:lvl2pPr>
            <a:lvl3pPr marL="0" indent="0" algn="ctr">
              <a:spcBef>
                <a:spcPts val="0"/>
              </a:spcBef>
              <a:buFont typeface="Arial" panose="020B0604020202020204" pitchFamily="34" charset="0"/>
              <a:buNone/>
              <a:defRPr sz="800">
                <a:solidFill>
                  <a:schemeClr val="bg1"/>
                </a:solidFill>
              </a:defRPr>
            </a:lvl3pPr>
            <a:lvl4pPr marL="0" indent="0" algn="ctr">
              <a:spcBef>
                <a:spcPts val="0"/>
              </a:spcBef>
              <a:buFont typeface="Arial" panose="020B0604020202020204" pitchFamily="34" charset="0"/>
              <a:buNone/>
              <a:defRPr sz="800">
                <a:solidFill>
                  <a:schemeClr val="bg1"/>
                </a:solidFill>
              </a:defRPr>
            </a:lvl4pPr>
            <a:lvl5pPr marL="0" indent="0" algn="ctr">
              <a:spcBef>
                <a:spcPts val="0"/>
              </a:spcBef>
              <a:buFont typeface="Arial" panose="020B0604020202020204" pitchFamily="34" charset="0"/>
              <a:buNone/>
              <a:defRPr sz="800">
                <a:solidFill>
                  <a:schemeClr val="bg1"/>
                </a:solidFill>
              </a:defRPr>
            </a:lvl5pPr>
            <a:lvl6pPr marL="0" indent="0" algn="ctr">
              <a:spcBef>
                <a:spcPts val="0"/>
              </a:spcBef>
              <a:buFont typeface="Arial" panose="020B0604020202020204" pitchFamily="34" charset="0"/>
              <a:buNone/>
              <a:defRPr sz="800">
                <a:solidFill>
                  <a:schemeClr val="bg1"/>
                </a:solidFill>
              </a:defRPr>
            </a:lvl6pPr>
            <a:lvl7pPr marL="0" indent="0" algn="ctr">
              <a:spcBef>
                <a:spcPts val="0"/>
              </a:spcBef>
              <a:buFont typeface="Arial" panose="020B0604020202020204" pitchFamily="34" charset="0"/>
              <a:buNone/>
              <a:defRPr sz="800">
                <a:solidFill>
                  <a:schemeClr val="bg1"/>
                </a:solidFill>
              </a:defRPr>
            </a:lvl7pPr>
            <a:lvl8pPr marL="0" indent="0" algn="ctr">
              <a:spcBef>
                <a:spcPts val="0"/>
              </a:spcBef>
              <a:buFont typeface="Arial" panose="020B0604020202020204" pitchFamily="34" charset="0"/>
              <a:buNone/>
              <a:defRPr sz="800">
                <a:solidFill>
                  <a:schemeClr val="bg1"/>
                </a:solidFill>
              </a:defRPr>
            </a:lvl8pPr>
            <a:lvl9pPr marL="0" indent="0" algn="ctr">
              <a:spcBef>
                <a:spcPts val="0"/>
              </a:spcBef>
              <a:buFont typeface="Arial" panose="020B0604020202020204" pitchFamily="34" charset="0"/>
              <a:buNone/>
              <a:defRPr sz="800">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19" name="Text Placeholder 78">
            <a:extLst>
              <a:ext uri="{FF2B5EF4-FFF2-40B4-BE49-F238E27FC236}">
                <a16:creationId xmlns:a16="http://schemas.microsoft.com/office/drawing/2014/main" id="{F6C62C21-2457-4A78-9B3F-8F1F4EB789B1}"/>
              </a:ext>
            </a:extLst>
          </p:cNvPr>
          <p:cNvSpPr>
            <a:spLocks noGrp="1"/>
          </p:cNvSpPr>
          <p:nvPr>
            <p:ph type="body" sz="quarter" idx="15"/>
          </p:nvPr>
        </p:nvSpPr>
        <p:spPr bwMode="gray">
          <a:xfrm>
            <a:off x="592401" y="488810"/>
            <a:ext cx="5858499" cy="155180"/>
          </a:xfrm>
          <a:noFill/>
          <a:ln>
            <a:noFill/>
          </a:ln>
        </p:spPr>
        <p:txBody>
          <a:bodyPr anchor="t"/>
          <a:lstStyle>
            <a:lvl1pPr marL="0" indent="0" algn="l">
              <a:spcBef>
                <a:spcPts val="0"/>
              </a:spcBef>
              <a:buFont typeface="Arial" panose="020B0604020202020204" pitchFamily="34" charset="0"/>
              <a:buNone/>
              <a:defRPr sz="1000">
                <a:solidFill>
                  <a:schemeClr val="tx1"/>
                </a:solidFill>
              </a:defRPr>
            </a:lvl1pPr>
            <a:lvl2pPr marL="0" indent="0" algn="l">
              <a:spcBef>
                <a:spcPts val="0"/>
              </a:spcBef>
              <a:buFont typeface="Arial" panose="020B0604020202020204" pitchFamily="34" charset="0"/>
              <a:buNone/>
              <a:defRPr sz="1000">
                <a:solidFill>
                  <a:schemeClr val="tx1"/>
                </a:solidFill>
              </a:defRPr>
            </a:lvl2pPr>
            <a:lvl3pPr marL="0" indent="0" algn="l">
              <a:spcBef>
                <a:spcPts val="0"/>
              </a:spcBef>
              <a:buFont typeface="Arial" panose="020B0604020202020204" pitchFamily="34" charset="0"/>
              <a:buNone/>
              <a:defRPr sz="1000">
                <a:solidFill>
                  <a:schemeClr val="tx1"/>
                </a:solidFill>
              </a:defRPr>
            </a:lvl3pPr>
            <a:lvl4pPr marL="0" indent="0" algn="l">
              <a:spcBef>
                <a:spcPts val="0"/>
              </a:spcBef>
              <a:buFont typeface="Arial" panose="020B0604020202020204" pitchFamily="34" charset="0"/>
              <a:buNone/>
              <a:defRPr sz="1000">
                <a:solidFill>
                  <a:schemeClr val="tx1"/>
                </a:solidFill>
              </a:defRPr>
            </a:lvl4pPr>
            <a:lvl5pPr marL="0" indent="0" algn="l">
              <a:spcBef>
                <a:spcPts val="0"/>
              </a:spcBef>
              <a:buFont typeface="Arial" panose="020B0604020202020204" pitchFamily="34" charset="0"/>
              <a:buNone/>
              <a:defRPr sz="1000">
                <a:solidFill>
                  <a:schemeClr val="tx1"/>
                </a:solidFill>
              </a:defRPr>
            </a:lvl5pPr>
            <a:lvl6pPr marL="0" indent="0" algn="l">
              <a:spcBef>
                <a:spcPts val="0"/>
              </a:spcBef>
              <a:buFont typeface="Arial" panose="020B0604020202020204" pitchFamily="34" charset="0"/>
              <a:buNone/>
              <a:defRPr sz="1000">
                <a:solidFill>
                  <a:schemeClr val="tx1"/>
                </a:solidFill>
              </a:defRPr>
            </a:lvl6pPr>
            <a:lvl7pPr marL="0" indent="0" algn="l">
              <a:spcBef>
                <a:spcPts val="0"/>
              </a:spcBef>
              <a:buFont typeface="Arial" panose="020B0604020202020204" pitchFamily="34" charset="0"/>
              <a:buNone/>
              <a:defRPr sz="1000">
                <a:solidFill>
                  <a:schemeClr val="tx1"/>
                </a:solidFill>
              </a:defRPr>
            </a:lvl7pPr>
            <a:lvl8pPr marL="0" indent="0" algn="l">
              <a:spcBef>
                <a:spcPts val="0"/>
              </a:spcBef>
              <a:buFont typeface="Arial" panose="020B0604020202020204" pitchFamily="34" charset="0"/>
              <a:buNone/>
              <a:defRPr sz="1000">
                <a:solidFill>
                  <a:schemeClr val="tx1"/>
                </a:solidFill>
              </a:defRPr>
            </a:lvl8pPr>
            <a:lvl9pPr marL="0" indent="0" algn="l">
              <a:spcBef>
                <a:spcPts val="0"/>
              </a:spcBef>
              <a:buFont typeface="Arial" panose="020B0604020202020204" pitchFamily="34" charset="0"/>
              <a:buNone/>
              <a:defRPr sz="1000">
                <a:solidFill>
                  <a:schemeClr val="tx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 name="Title 1"/>
          <p:cNvSpPr>
            <a:spLocks noGrp="1"/>
          </p:cNvSpPr>
          <p:nvPr>
            <p:ph type="title"/>
          </p:nvPr>
        </p:nvSpPr>
        <p:spPr bwMode="gray"/>
        <p:txBody>
          <a:bodyPr/>
          <a:lstStyle/>
          <a:p>
            <a:r>
              <a:rPr lang="de-DE"/>
              <a:t>Mastertitelformat bearbeiten</a:t>
            </a:r>
            <a:endParaRPr lang="en-US" dirty="0"/>
          </a:p>
        </p:txBody>
      </p:sp>
      <p:sp>
        <p:nvSpPr>
          <p:cNvPr id="4" name="Date Placeholder 3"/>
          <p:cNvSpPr>
            <a:spLocks noGrp="1"/>
          </p:cNvSpPr>
          <p:nvPr>
            <p:ph type="dt" sz="half" idx="10"/>
          </p:nvPr>
        </p:nvSpPr>
        <p:spPr bwMode="gray"/>
        <p:txBody>
          <a:bodyPr/>
          <a:lstStyle/>
          <a:p>
            <a:fld id="{BDC36867-AF14-4F21-B2D1-C8EBB7CFCFDD}" type="datetime1">
              <a:rPr lang="en-US" smtClean="0"/>
              <a:t>11/17/2022</a:t>
            </a:fld>
            <a:endParaRPr lang="en-US" dirty="0"/>
          </a:p>
        </p:txBody>
      </p:sp>
      <p:sp>
        <p:nvSpPr>
          <p:cNvPr id="5" name="Footer Placeholder 4"/>
          <p:cNvSpPr>
            <a:spLocks noGrp="1"/>
          </p:cNvSpPr>
          <p:nvPr>
            <p:ph type="ftr" sz="quarter" idx="11"/>
          </p:nvPr>
        </p:nvSpPr>
        <p:spPr bwMode="gray"/>
        <p:txBody>
          <a:bodyPr/>
          <a:lstStyle/>
          <a:p>
            <a:endParaRPr lang="en-US" dirty="0"/>
          </a:p>
        </p:txBody>
      </p:sp>
      <p:sp>
        <p:nvSpPr>
          <p:cNvPr id="6" name="Slide Number Placeholder 5"/>
          <p:cNvSpPr>
            <a:spLocks noGrp="1"/>
          </p:cNvSpPr>
          <p:nvPr>
            <p:ph type="sldNum" sz="quarter" idx="12"/>
          </p:nvPr>
        </p:nvSpPr>
        <p:spPr bwMode="gray"/>
        <p:txBody>
          <a:bodyPr/>
          <a:lstStyle/>
          <a:p>
            <a:fld id="{66AA3846-8976-4D24-8224-CEE1235CE9F4}" type="slidenum">
              <a:rPr lang="en-US" smtClean="0"/>
              <a:pPr/>
              <a:t>‹#›</a:t>
            </a:fld>
            <a:endParaRPr lang="en-US" dirty="0"/>
          </a:p>
        </p:txBody>
      </p:sp>
      <p:sp>
        <p:nvSpPr>
          <p:cNvPr id="8" name="Text Placeholder 7">
            <a:extLst>
              <a:ext uri="{FF2B5EF4-FFF2-40B4-BE49-F238E27FC236}">
                <a16:creationId xmlns:a16="http://schemas.microsoft.com/office/drawing/2014/main" id="{AED67736-538E-4EDC-A684-6255A1612E97}"/>
              </a:ext>
            </a:extLst>
          </p:cNvPr>
          <p:cNvSpPr>
            <a:spLocks noGrp="1"/>
          </p:cNvSpPr>
          <p:nvPr>
            <p:ph type="body" sz="quarter" idx="13"/>
          </p:nvPr>
        </p:nvSpPr>
        <p:spPr bwMode="gray">
          <a:xfrm>
            <a:off x="420002" y="1701005"/>
            <a:ext cx="5317925" cy="4619627"/>
          </a:xfrm>
        </p:spPr>
        <p:txBody>
          <a:bodyPr/>
          <a:lstStyle>
            <a:lvl1pPr>
              <a:spcAft>
                <a:spcPts val="600"/>
              </a:spcAft>
              <a:defRPr sz="1600">
                <a:solidFill>
                  <a:schemeClr val="bg2"/>
                </a:solidFill>
                <a:latin typeface="Arial Black" panose="020B0A04020102020204" pitchFamily="34" charset="0"/>
              </a:defRPr>
            </a:lvl1pPr>
            <a:lvl5pPr>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11" name="Subtitle 2">
            <a:extLst>
              <a:ext uri="{FF2B5EF4-FFF2-40B4-BE49-F238E27FC236}">
                <a16:creationId xmlns:a16="http://schemas.microsoft.com/office/drawing/2014/main" id="{27D97A63-DA12-4A04-BBC9-D7F458EA1CB3}"/>
              </a:ext>
            </a:extLst>
          </p:cNvPr>
          <p:cNvSpPr>
            <a:spLocks noGrp="1"/>
          </p:cNvSpPr>
          <p:nvPr>
            <p:ph type="subTitle" idx="1"/>
          </p:nvPr>
        </p:nvSpPr>
        <p:spPr bwMode="gray">
          <a:xfrm>
            <a:off x="420004" y="1106489"/>
            <a:ext cx="11337702" cy="255587"/>
          </a:xfrm>
        </p:spPr>
        <p:txBody>
          <a:bodyPr/>
          <a:lstStyle>
            <a:lvl1pPr marL="0" indent="0" algn="l">
              <a:spcBef>
                <a:spcPts val="0"/>
              </a:spcBef>
              <a:buNone/>
              <a:defRPr sz="1600" b="1"/>
            </a:lvl1pPr>
            <a:lvl2pPr marL="0" indent="0" algn="l">
              <a:spcBef>
                <a:spcPts val="0"/>
              </a:spcBef>
              <a:buNone/>
              <a:defRPr sz="1600" b="1"/>
            </a:lvl2pPr>
            <a:lvl3pPr marL="0" indent="0" algn="l">
              <a:spcBef>
                <a:spcPts val="0"/>
              </a:spcBef>
              <a:buNone/>
              <a:defRPr sz="1600" b="1"/>
            </a:lvl3pPr>
            <a:lvl4pPr marL="0" indent="0" algn="l">
              <a:spcBef>
                <a:spcPts val="0"/>
              </a:spcBef>
              <a:buNone/>
              <a:defRPr sz="1600" b="1"/>
            </a:lvl4pPr>
            <a:lvl5pPr marL="0" indent="0" algn="l">
              <a:spcBef>
                <a:spcPts val="0"/>
              </a:spcBef>
              <a:buNone/>
              <a:defRPr sz="1600" b="1"/>
            </a:lvl5pPr>
            <a:lvl6pPr marL="0" indent="0" algn="l">
              <a:spcBef>
                <a:spcPts val="0"/>
              </a:spcBef>
              <a:buNone/>
              <a:defRPr sz="1600" b="1"/>
            </a:lvl6pPr>
            <a:lvl7pPr marL="0" indent="0" algn="l">
              <a:spcBef>
                <a:spcPts val="0"/>
              </a:spcBef>
              <a:buNone/>
              <a:defRPr sz="1600" b="1"/>
            </a:lvl7pPr>
            <a:lvl8pPr marL="0" indent="0" algn="l">
              <a:spcBef>
                <a:spcPts val="0"/>
              </a:spcBef>
              <a:buNone/>
              <a:defRPr sz="1600" b="1"/>
            </a:lvl8pPr>
            <a:lvl9pPr marL="0" indent="0" algn="l">
              <a:spcBef>
                <a:spcPts val="0"/>
              </a:spcBef>
              <a:buNone/>
              <a:defRPr sz="1600" b="1"/>
            </a:lvl9pPr>
          </a:lstStyle>
          <a:p>
            <a:pPr lvl="0"/>
            <a:r>
              <a:rPr lang="de-DE"/>
              <a:t>Master-Untertitelformat bearbeiten</a:t>
            </a:r>
            <a:endParaRPr lang="en-US" dirty="0"/>
          </a:p>
        </p:txBody>
      </p:sp>
      <p:sp>
        <p:nvSpPr>
          <p:cNvPr id="13" name="Text Placeholder 7">
            <a:extLst>
              <a:ext uri="{FF2B5EF4-FFF2-40B4-BE49-F238E27FC236}">
                <a16:creationId xmlns:a16="http://schemas.microsoft.com/office/drawing/2014/main" id="{11B0FC3E-7EAF-463D-BA75-7EF754B688A5}"/>
              </a:ext>
            </a:extLst>
          </p:cNvPr>
          <p:cNvSpPr>
            <a:spLocks noGrp="1"/>
          </p:cNvSpPr>
          <p:nvPr>
            <p:ph type="body" sz="quarter" idx="16"/>
          </p:nvPr>
        </p:nvSpPr>
        <p:spPr bwMode="gray">
          <a:xfrm>
            <a:off x="6439780" y="1701005"/>
            <a:ext cx="5317925" cy="4619627"/>
          </a:xfrm>
        </p:spPr>
        <p:txBody>
          <a:bodyPr/>
          <a:lstStyle>
            <a:lvl1pPr>
              <a:spcAft>
                <a:spcPts val="600"/>
              </a:spcAft>
              <a:defRPr sz="1600">
                <a:solidFill>
                  <a:schemeClr val="bg2"/>
                </a:solidFill>
                <a:latin typeface="Arial Black" panose="020B0A04020102020204" pitchFamily="34" charset="0"/>
              </a:defRPr>
            </a:lvl1pPr>
            <a:lvl5pPr>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3575604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ext &amp; Picture">
    <p:spTree>
      <p:nvGrpSpPr>
        <p:cNvPr id="1" name=""/>
        <p:cNvGrpSpPr/>
        <p:nvPr/>
      </p:nvGrpSpPr>
      <p:grpSpPr>
        <a:xfrm>
          <a:off x="0" y="0"/>
          <a:ext cx="0" cy="0"/>
          <a:chOff x="0" y="0"/>
          <a:chExt cx="0" cy="0"/>
        </a:xfrm>
      </p:grpSpPr>
      <p:sp>
        <p:nvSpPr>
          <p:cNvPr id="23" name="Text Placeholder 78">
            <a:extLst>
              <a:ext uri="{FF2B5EF4-FFF2-40B4-BE49-F238E27FC236}">
                <a16:creationId xmlns:a16="http://schemas.microsoft.com/office/drawing/2014/main" id="{120556BE-D7B5-4C3F-B270-1F39E006AB7F}"/>
              </a:ext>
            </a:extLst>
          </p:cNvPr>
          <p:cNvSpPr>
            <a:spLocks noGrp="1"/>
          </p:cNvSpPr>
          <p:nvPr>
            <p:ph type="body" sz="quarter" idx="14"/>
          </p:nvPr>
        </p:nvSpPr>
        <p:spPr bwMode="gray">
          <a:xfrm>
            <a:off x="431912" y="506707"/>
            <a:ext cx="115230" cy="115200"/>
          </a:xfrm>
          <a:solidFill>
            <a:schemeClr val="tx1"/>
          </a:solidFill>
        </p:spPr>
        <p:txBody>
          <a:bodyPr anchor="ctr"/>
          <a:lstStyle>
            <a:lvl1pPr marL="0" indent="0" algn="ctr">
              <a:spcBef>
                <a:spcPts val="0"/>
              </a:spcBef>
              <a:buFont typeface="Arial" panose="020B0604020202020204" pitchFamily="34" charset="0"/>
              <a:buNone/>
              <a:defRPr sz="800">
                <a:solidFill>
                  <a:schemeClr val="bg1"/>
                </a:solidFill>
              </a:defRPr>
            </a:lvl1pPr>
            <a:lvl2pPr marL="0" indent="0" algn="ctr">
              <a:spcBef>
                <a:spcPts val="0"/>
              </a:spcBef>
              <a:buFont typeface="Arial" panose="020B0604020202020204" pitchFamily="34" charset="0"/>
              <a:buNone/>
              <a:defRPr sz="800">
                <a:solidFill>
                  <a:schemeClr val="bg1"/>
                </a:solidFill>
              </a:defRPr>
            </a:lvl2pPr>
            <a:lvl3pPr marL="0" indent="0" algn="ctr">
              <a:spcBef>
                <a:spcPts val="0"/>
              </a:spcBef>
              <a:buFont typeface="Arial" panose="020B0604020202020204" pitchFamily="34" charset="0"/>
              <a:buNone/>
              <a:defRPr sz="800">
                <a:solidFill>
                  <a:schemeClr val="bg1"/>
                </a:solidFill>
              </a:defRPr>
            </a:lvl3pPr>
            <a:lvl4pPr marL="0" indent="0" algn="ctr">
              <a:spcBef>
                <a:spcPts val="0"/>
              </a:spcBef>
              <a:buFont typeface="Arial" panose="020B0604020202020204" pitchFamily="34" charset="0"/>
              <a:buNone/>
              <a:defRPr sz="800">
                <a:solidFill>
                  <a:schemeClr val="bg1"/>
                </a:solidFill>
              </a:defRPr>
            </a:lvl4pPr>
            <a:lvl5pPr marL="0" indent="0" algn="ctr">
              <a:spcBef>
                <a:spcPts val="0"/>
              </a:spcBef>
              <a:buFont typeface="Arial" panose="020B0604020202020204" pitchFamily="34" charset="0"/>
              <a:buNone/>
              <a:defRPr sz="800">
                <a:solidFill>
                  <a:schemeClr val="bg1"/>
                </a:solidFill>
              </a:defRPr>
            </a:lvl5pPr>
            <a:lvl6pPr marL="0" indent="0" algn="ctr">
              <a:spcBef>
                <a:spcPts val="0"/>
              </a:spcBef>
              <a:buFont typeface="Arial" panose="020B0604020202020204" pitchFamily="34" charset="0"/>
              <a:buNone/>
              <a:defRPr sz="800">
                <a:solidFill>
                  <a:schemeClr val="bg1"/>
                </a:solidFill>
              </a:defRPr>
            </a:lvl6pPr>
            <a:lvl7pPr marL="0" indent="0" algn="ctr">
              <a:spcBef>
                <a:spcPts val="0"/>
              </a:spcBef>
              <a:buFont typeface="Arial" panose="020B0604020202020204" pitchFamily="34" charset="0"/>
              <a:buNone/>
              <a:defRPr sz="800">
                <a:solidFill>
                  <a:schemeClr val="bg1"/>
                </a:solidFill>
              </a:defRPr>
            </a:lvl7pPr>
            <a:lvl8pPr marL="0" indent="0" algn="ctr">
              <a:spcBef>
                <a:spcPts val="0"/>
              </a:spcBef>
              <a:buFont typeface="Arial" panose="020B0604020202020204" pitchFamily="34" charset="0"/>
              <a:buNone/>
              <a:defRPr sz="800">
                <a:solidFill>
                  <a:schemeClr val="bg1"/>
                </a:solidFill>
              </a:defRPr>
            </a:lvl8pPr>
            <a:lvl9pPr marL="0" indent="0" algn="ctr">
              <a:spcBef>
                <a:spcPts val="0"/>
              </a:spcBef>
              <a:buFont typeface="Arial" panose="020B0604020202020204" pitchFamily="34" charset="0"/>
              <a:buNone/>
              <a:defRPr sz="800">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2" name="Text Placeholder 78">
            <a:extLst>
              <a:ext uri="{FF2B5EF4-FFF2-40B4-BE49-F238E27FC236}">
                <a16:creationId xmlns:a16="http://schemas.microsoft.com/office/drawing/2014/main" id="{DC30A21F-69AB-41BB-B892-4EFBC7626059}"/>
              </a:ext>
            </a:extLst>
          </p:cNvPr>
          <p:cNvSpPr>
            <a:spLocks noGrp="1"/>
          </p:cNvSpPr>
          <p:nvPr>
            <p:ph type="body" sz="quarter" idx="15"/>
          </p:nvPr>
        </p:nvSpPr>
        <p:spPr bwMode="gray">
          <a:xfrm>
            <a:off x="592401" y="488810"/>
            <a:ext cx="5858499" cy="155180"/>
          </a:xfrm>
          <a:noFill/>
          <a:ln>
            <a:noFill/>
          </a:ln>
        </p:spPr>
        <p:txBody>
          <a:bodyPr anchor="t"/>
          <a:lstStyle>
            <a:lvl1pPr marL="0" indent="0" algn="l">
              <a:spcBef>
                <a:spcPts val="0"/>
              </a:spcBef>
              <a:buFont typeface="Arial" panose="020B0604020202020204" pitchFamily="34" charset="0"/>
              <a:buNone/>
              <a:defRPr sz="1000">
                <a:solidFill>
                  <a:schemeClr val="tx1"/>
                </a:solidFill>
              </a:defRPr>
            </a:lvl1pPr>
            <a:lvl2pPr marL="0" indent="0" algn="l">
              <a:spcBef>
                <a:spcPts val="0"/>
              </a:spcBef>
              <a:buFont typeface="Arial" panose="020B0604020202020204" pitchFamily="34" charset="0"/>
              <a:buNone/>
              <a:defRPr sz="1000">
                <a:solidFill>
                  <a:schemeClr val="tx1"/>
                </a:solidFill>
              </a:defRPr>
            </a:lvl2pPr>
            <a:lvl3pPr marL="0" indent="0" algn="l">
              <a:spcBef>
                <a:spcPts val="0"/>
              </a:spcBef>
              <a:buFont typeface="Arial" panose="020B0604020202020204" pitchFamily="34" charset="0"/>
              <a:buNone/>
              <a:defRPr sz="1000">
                <a:solidFill>
                  <a:schemeClr val="tx1"/>
                </a:solidFill>
              </a:defRPr>
            </a:lvl3pPr>
            <a:lvl4pPr marL="0" indent="0" algn="l">
              <a:spcBef>
                <a:spcPts val="0"/>
              </a:spcBef>
              <a:buFont typeface="Arial" panose="020B0604020202020204" pitchFamily="34" charset="0"/>
              <a:buNone/>
              <a:defRPr sz="1000">
                <a:solidFill>
                  <a:schemeClr val="tx1"/>
                </a:solidFill>
              </a:defRPr>
            </a:lvl4pPr>
            <a:lvl5pPr marL="0" indent="0" algn="l">
              <a:spcBef>
                <a:spcPts val="0"/>
              </a:spcBef>
              <a:buFont typeface="Arial" panose="020B0604020202020204" pitchFamily="34" charset="0"/>
              <a:buNone/>
              <a:defRPr sz="1000">
                <a:solidFill>
                  <a:schemeClr val="tx1"/>
                </a:solidFill>
              </a:defRPr>
            </a:lvl5pPr>
            <a:lvl6pPr marL="0" indent="0" algn="l">
              <a:spcBef>
                <a:spcPts val="0"/>
              </a:spcBef>
              <a:buFont typeface="Arial" panose="020B0604020202020204" pitchFamily="34" charset="0"/>
              <a:buNone/>
              <a:defRPr sz="1000">
                <a:solidFill>
                  <a:schemeClr val="tx1"/>
                </a:solidFill>
              </a:defRPr>
            </a:lvl6pPr>
            <a:lvl7pPr marL="0" indent="0" algn="l">
              <a:spcBef>
                <a:spcPts val="0"/>
              </a:spcBef>
              <a:buFont typeface="Arial" panose="020B0604020202020204" pitchFamily="34" charset="0"/>
              <a:buNone/>
              <a:defRPr sz="1000">
                <a:solidFill>
                  <a:schemeClr val="tx1"/>
                </a:solidFill>
              </a:defRPr>
            </a:lvl7pPr>
            <a:lvl8pPr marL="0" indent="0" algn="l">
              <a:spcBef>
                <a:spcPts val="0"/>
              </a:spcBef>
              <a:buFont typeface="Arial" panose="020B0604020202020204" pitchFamily="34" charset="0"/>
              <a:buNone/>
              <a:defRPr sz="1000">
                <a:solidFill>
                  <a:schemeClr val="tx1"/>
                </a:solidFill>
              </a:defRPr>
            </a:lvl8pPr>
            <a:lvl9pPr marL="0" indent="0" algn="l">
              <a:spcBef>
                <a:spcPts val="0"/>
              </a:spcBef>
              <a:buFont typeface="Arial" panose="020B0604020202020204" pitchFamily="34" charset="0"/>
              <a:buNone/>
              <a:defRPr sz="1000">
                <a:solidFill>
                  <a:schemeClr val="tx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 name="Title 1"/>
          <p:cNvSpPr>
            <a:spLocks noGrp="1"/>
          </p:cNvSpPr>
          <p:nvPr>
            <p:ph type="title"/>
          </p:nvPr>
        </p:nvSpPr>
        <p:spPr bwMode="gray"/>
        <p:txBody>
          <a:bodyPr/>
          <a:lstStyle/>
          <a:p>
            <a:r>
              <a:rPr lang="de-DE"/>
              <a:t>Mastertitelformat bearbeiten</a:t>
            </a:r>
            <a:endParaRPr lang="en-US" dirty="0"/>
          </a:p>
        </p:txBody>
      </p:sp>
      <p:sp>
        <p:nvSpPr>
          <p:cNvPr id="4" name="Date Placeholder 3"/>
          <p:cNvSpPr>
            <a:spLocks noGrp="1"/>
          </p:cNvSpPr>
          <p:nvPr>
            <p:ph type="dt" sz="half" idx="10"/>
          </p:nvPr>
        </p:nvSpPr>
        <p:spPr bwMode="gray"/>
        <p:txBody>
          <a:bodyPr/>
          <a:lstStyle/>
          <a:p>
            <a:fld id="{B08FB2D3-05D4-4B98-9AF1-9022C0492E12}" type="datetime1">
              <a:rPr lang="en-US" smtClean="0"/>
              <a:t>11/17/2022</a:t>
            </a:fld>
            <a:endParaRPr lang="en-US" dirty="0"/>
          </a:p>
        </p:txBody>
      </p:sp>
      <p:sp>
        <p:nvSpPr>
          <p:cNvPr id="5" name="Footer Placeholder 4"/>
          <p:cNvSpPr>
            <a:spLocks noGrp="1"/>
          </p:cNvSpPr>
          <p:nvPr>
            <p:ph type="ftr" sz="quarter" idx="11"/>
          </p:nvPr>
        </p:nvSpPr>
        <p:spPr bwMode="gray"/>
        <p:txBody>
          <a:bodyPr/>
          <a:lstStyle/>
          <a:p>
            <a:endParaRPr lang="en-US" dirty="0"/>
          </a:p>
        </p:txBody>
      </p:sp>
      <p:sp>
        <p:nvSpPr>
          <p:cNvPr id="6" name="Slide Number Placeholder 5"/>
          <p:cNvSpPr>
            <a:spLocks noGrp="1"/>
          </p:cNvSpPr>
          <p:nvPr>
            <p:ph type="sldNum" sz="quarter" idx="12"/>
          </p:nvPr>
        </p:nvSpPr>
        <p:spPr bwMode="gray"/>
        <p:txBody>
          <a:bodyPr/>
          <a:lstStyle/>
          <a:p>
            <a:fld id="{66AA3846-8976-4D24-8224-CEE1235CE9F4}" type="slidenum">
              <a:rPr lang="en-US" smtClean="0"/>
              <a:t>‹#›</a:t>
            </a:fld>
            <a:endParaRPr lang="en-US" dirty="0"/>
          </a:p>
        </p:txBody>
      </p:sp>
      <p:sp>
        <p:nvSpPr>
          <p:cNvPr id="8" name="Text Placeholder 7">
            <a:extLst>
              <a:ext uri="{FF2B5EF4-FFF2-40B4-BE49-F238E27FC236}">
                <a16:creationId xmlns:a16="http://schemas.microsoft.com/office/drawing/2014/main" id="{AED67736-538E-4EDC-A684-6255A1612E97}"/>
              </a:ext>
            </a:extLst>
          </p:cNvPr>
          <p:cNvSpPr>
            <a:spLocks noGrp="1"/>
          </p:cNvSpPr>
          <p:nvPr>
            <p:ph type="body" sz="quarter" idx="13"/>
          </p:nvPr>
        </p:nvSpPr>
        <p:spPr bwMode="gray">
          <a:xfrm>
            <a:off x="420001" y="1701005"/>
            <a:ext cx="5318585" cy="4619627"/>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11" name="Subtitle 2">
            <a:extLst>
              <a:ext uri="{FF2B5EF4-FFF2-40B4-BE49-F238E27FC236}">
                <a16:creationId xmlns:a16="http://schemas.microsoft.com/office/drawing/2014/main" id="{27D97A63-DA12-4A04-BBC9-D7F458EA1CB3}"/>
              </a:ext>
            </a:extLst>
          </p:cNvPr>
          <p:cNvSpPr>
            <a:spLocks noGrp="1"/>
          </p:cNvSpPr>
          <p:nvPr>
            <p:ph type="subTitle" idx="1"/>
          </p:nvPr>
        </p:nvSpPr>
        <p:spPr bwMode="gray">
          <a:xfrm>
            <a:off x="420004" y="1106489"/>
            <a:ext cx="11337702" cy="255587"/>
          </a:xfrm>
        </p:spPr>
        <p:txBody>
          <a:bodyPr/>
          <a:lstStyle>
            <a:lvl1pPr marL="0" indent="0" algn="l">
              <a:spcBef>
                <a:spcPts val="0"/>
              </a:spcBef>
              <a:buNone/>
              <a:defRPr sz="1600" b="1"/>
            </a:lvl1pPr>
            <a:lvl2pPr marL="0" indent="0" algn="l">
              <a:spcBef>
                <a:spcPts val="0"/>
              </a:spcBef>
              <a:buNone/>
              <a:defRPr sz="1600" b="1"/>
            </a:lvl2pPr>
            <a:lvl3pPr marL="0" indent="0" algn="l">
              <a:spcBef>
                <a:spcPts val="0"/>
              </a:spcBef>
              <a:buNone/>
              <a:defRPr sz="1600" b="1"/>
            </a:lvl3pPr>
            <a:lvl4pPr marL="0" indent="0" algn="l">
              <a:spcBef>
                <a:spcPts val="0"/>
              </a:spcBef>
              <a:buNone/>
              <a:defRPr sz="1600" b="1"/>
            </a:lvl4pPr>
            <a:lvl5pPr marL="0" indent="0" algn="l">
              <a:spcBef>
                <a:spcPts val="0"/>
              </a:spcBef>
              <a:buNone/>
              <a:defRPr sz="1600" b="1"/>
            </a:lvl5pPr>
            <a:lvl6pPr marL="0" indent="0" algn="l">
              <a:spcBef>
                <a:spcPts val="0"/>
              </a:spcBef>
              <a:buNone/>
              <a:defRPr sz="1600" b="1"/>
            </a:lvl6pPr>
            <a:lvl7pPr marL="0" indent="0" algn="l">
              <a:spcBef>
                <a:spcPts val="0"/>
              </a:spcBef>
              <a:buNone/>
              <a:defRPr sz="1600" b="1"/>
            </a:lvl7pPr>
            <a:lvl8pPr marL="0" indent="0" algn="l">
              <a:spcBef>
                <a:spcPts val="0"/>
              </a:spcBef>
              <a:buNone/>
              <a:defRPr sz="1600" b="1"/>
            </a:lvl8pPr>
            <a:lvl9pPr marL="0" indent="0" algn="l">
              <a:spcBef>
                <a:spcPts val="0"/>
              </a:spcBef>
              <a:buNone/>
              <a:defRPr sz="1600" b="1"/>
            </a:lvl9pPr>
          </a:lstStyle>
          <a:p>
            <a:pPr lvl="0"/>
            <a:r>
              <a:rPr lang="de-DE"/>
              <a:t>Master-Untertitelformat bearbeiten</a:t>
            </a:r>
            <a:endParaRPr lang="en-US" dirty="0"/>
          </a:p>
        </p:txBody>
      </p:sp>
      <p:sp>
        <p:nvSpPr>
          <p:cNvPr id="12" name="Picture Placeholder 6">
            <a:extLst>
              <a:ext uri="{FF2B5EF4-FFF2-40B4-BE49-F238E27FC236}">
                <a16:creationId xmlns:a16="http://schemas.microsoft.com/office/drawing/2014/main" id="{77D2F209-159E-43E4-9755-3283E551A9E5}"/>
              </a:ext>
            </a:extLst>
          </p:cNvPr>
          <p:cNvSpPr>
            <a:spLocks noGrp="1"/>
          </p:cNvSpPr>
          <p:nvPr>
            <p:ph type="pic" sz="quarter" idx="16"/>
          </p:nvPr>
        </p:nvSpPr>
        <p:spPr bwMode="gray">
          <a:xfrm>
            <a:off x="6454075" y="1743076"/>
            <a:ext cx="5303630" cy="4577557"/>
          </a:xfrm>
        </p:spPr>
        <p:txBody>
          <a:bodyPr bIns="720000" anchor="ctr"/>
          <a:lstStyle>
            <a:lvl1pPr algn="ctr">
              <a:defRPr/>
            </a:lvl1pPr>
          </a:lstStyle>
          <a:p>
            <a:r>
              <a:rPr lang="de-DE" dirty="0"/>
              <a:t>Bild auf Platzhalter ziehen oder durch Klicken auf Symbol hinzufügen</a:t>
            </a:r>
            <a:endParaRPr lang="en-US" dirty="0"/>
          </a:p>
        </p:txBody>
      </p:sp>
    </p:spTree>
    <p:extLst>
      <p:ext uri="{BB962C8B-B14F-4D97-AF65-F5344CB8AC3E}">
        <p14:creationId xmlns:p14="http://schemas.microsoft.com/office/powerpoint/2010/main" val="174363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Nur Titel">
    <p:spTree>
      <p:nvGrpSpPr>
        <p:cNvPr id="1" name=""/>
        <p:cNvGrpSpPr/>
        <p:nvPr/>
      </p:nvGrpSpPr>
      <p:grpSpPr>
        <a:xfrm>
          <a:off x="0" y="0"/>
          <a:ext cx="0" cy="0"/>
          <a:chOff x="0" y="0"/>
          <a:chExt cx="0" cy="0"/>
        </a:xfrm>
      </p:grpSpPr>
      <p:sp>
        <p:nvSpPr>
          <p:cNvPr id="18" name="Text Placeholder 78">
            <a:extLst>
              <a:ext uri="{FF2B5EF4-FFF2-40B4-BE49-F238E27FC236}">
                <a16:creationId xmlns:a16="http://schemas.microsoft.com/office/drawing/2014/main" id="{6727F450-27F4-421A-9343-55FE3170DDCF}"/>
              </a:ext>
            </a:extLst>
          </p:cNvPr>
          <p:cNvSpPr>
            <a:spLocks noGrp="1"/>
          </p:cNvSpPr>
          <p:nvPr>
            <p:ph type="body" sz="quarter" idx="14"/>
          </p:nvPr>
        </p:nvSpPr>
        <p:spPr bwMode="gray">
          <a:xfrm>
            <a:off x="431912" y="506707"/>
            <a:ext cx="115230" cy="115200"/>
          </a:xfrm>
          <a:solidFill>
            <a:schemeClr val="tx1"/>
          </a:solidFill>
        </p:spPr>
        <p:txBody>
          <a:bodyPr anchor="ctr"/>
          <a:lstStyle>
            <a:lvl1pPr marL="0" indent="0" algn="ctr">
              <a:spcBef>
                <a:spcPts val="0"/>
              </a:spcBef>
              <a:buFont typeface="Arial" panose="020B0604020202020204" pitchFamily="34" charset="0"/>
              <a:buNone/>
              <a:defRPr sz="800">
                <a:solidFill>
                  <a:schemeClr val="bg1"/>
                </a:solidFill>
              </a:defRPr>
            </a:lvl1pPr>
            <a:lvl2pPr marL="0" indent="0" algn="ctr">
              <a:spcBef>
                <a:spcPts val="0"/>
              </a:spcBef>
              <a:buFont typeface="Arial" panose="020B0604020202020204" pitchFamily="34" charset="0"/>
              <a:buNone/>
              <a:defRPr sz="800">
                <a:solidFill>
                  <a:schemeClr val="bg1"/>
                </a:solidFill>
              </a:defRPr>
            </a:lvl2pPr>
            <a:lvl3pPr marL="0" indent="0" algn="ctr">
              <a:spcBef>
                <a:spcPts val="0"/>
              </a:spcBef>
              <a:buFont typeface="Arial" panose="020B0604020202020204" pitchFamily="34" charset="0"/>
              <a:buNone/>
              <a:defRPr sz="800">
                <a:solidFill>
                  <a:schemeClr val="bg1"/>
                </a:solidFill>
              </a:defRPr>
            </a:lvl3pPr>
            <a:lvl4pPr marL="0" indent="0" algn="ctr">
              <a:spcBef>
                <a:spcPts val="0"/>
              </a:spcBef>
              <a:buFont typeface="Arial" panose="020B0604020202020204" pitchFamily="34" charset="0"/>
              <a:buNone/>
              <a:defRPr sz="800">
                <a:solidFill>
                  <a:schemeClr val="bg1"/>
                </a:solidFill>
              </a:defRPr>
            </a:lvl4pPr>
            <a:lvl5pPr marL="0" indent="0" algn="ctr">
              <a:spcBef>
                <a:spcPts val="0"/>
              </a:spcBef>
              <a:buFont typeface="Arial" panose="020B0604020202020204" pitchFamily="34" charset="0"/>
              <a:buNone/>
              <a:defRPr sz="800">
                <a:solidFill>
                  <a:schemeClr val="bg1"/>
                </a:solidFill>
              </a:defRPr>
            </a:lvl5pPr>
            <a:lvl6pPr marL="0" indent="0" algn="ctr">
              <a:spcBef>
                <a:spcPts val="0"/>
              </a:spcBef>
              <a:buFont typeface="Arial" panose="020B0604020202020204" pitchFamily="34" charset="0"/>
              <a:buNone/>
              <a:defRPr sz="800">
                <a:solidFill>
                  <a:schemeClr val="bg1"/>
                </a:solidFill>
              </a:defRPr>
            </a:lvl6pPr>
            <a:lvl7pPr marL="0" indent="0" algn="ctr">
              <a:spcBef>
                <a:spcPts val="0"/>
              </a:spcBef>
              <a:buFont typeface="Arial" panose="020B0604020202020204" pitchFamily="34" charset="0"/>
              <a:buNone/>
              <a:defRPr sz="800">
                <a:solidFill>
                  <a:schemeClr val="bg1"/>
                </a:solidFill>
              </a:defRPr>
            </a:lvl7pPr>
            <a:lvl8pPr marL="0" indent="0" algn="ctr">
              <a:spcBef>
                <a:spcPts val="0"/>
              </a:spcBef>
              <a:buFont typeface="Arial" panose="020B0604020202020204" pitchFamily="34" charset="0"/>
              <a:buNone/>
              <a:defRPr sz="800">
                <a:solidFill>
                  <a:schemeClr val="bg1"/>
                </a:solidFill>
              </a:defRPr>
            </a:lvl8pPr>
            <a:lvl9pPr marL="0" indent="0" algn="ctr">
              <a:spcBef>
                <a:spcPts val="0"/>
              </a:spcBef>
              <a:buFont typeface="Arial" panose="020B0604020202020204" pitchFamily="34" charset="0"/>
              <a:buNone/>
              <a:defRPr sz="800">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14" name="Text Placeholder 78">
            <a:extLst>
              <a:ext uri="{FF2B5EF4-FFF2-40B4-BE49-F238E27FC236}">
                <a16:creationId xmlns:a16="http://schemas.microsoft.com/office/drawing/2014/main" id="{455D7302-E89E-4AA2-BB58-40F97AA60D27}"/>
              </a:ext>
            </a:extLst>
          </p:cNvPr>
          <p:cNvSpPr>
            <a:spLocks noGrp="1"/>
          </p:cNvSpPr>
          <p:nvPr>
            <p:ph type="body" sz="quarter" idx="15"/>
          </p:nvPr>
        </p:nvSpPr>
        <p:spPr bwMode="gray">
          <a:xfrm>
            <a:off x="592401" y="488810"/>
            <a:ext cx="5858499" cy="155180"/>
          </a:xfrm>
          <a:noFill/>
          <a:ln>
            <a:noFill/>
          </a:ln>
        </p:spPr>
        <p:txBody>
          <a:bodyPr anchor="t"/>
          <a:lstStyle>
            <a:lvl1pPr marL="0" indent="0" algn="l">
              <a:spcBef>
                <a:spcPts val="0"/>
              </a:spcBef>
              <a:buFont typeface="Arial" panose="020B0604020202020204" pitchFamily="34" charset="0"/>
              <a:buNone/>
              <a:defRPr sz="1000">
                <a:solidFill>
                  <a:schemeClr val="tx1"/>
                </a:solidFill>
              </a:defRPr>
            </a:lvl1pPr>
            <a:lvl2pPr marL="0" indent="0" algn="l">
              <a:spcBef>
                <a:spcPts val="0"/>
              </a:spcBef>
              <a:buFont typeface="Arial" panose="020B0604020202020204" pitchFamily="34" charset="0"/>
              <a:buNone/>
              <a:defRPr sz="1000">
                <a:solidFill>
                  <a:schemeClr val="tx1"/>
                </a:solidFill>
              </a:defRPr>
            </a:lvl2pPr>
            <a:lvl3pPr marL="0" indent="0" algn="l">
              <a:spcBef>
                <a:spcPts val="0"/>
              </a:spcBef>
              <a:buFont typeface="Arial" panose="020B0604020202020204" pitchFamily="34" charset="0"/>
              <a:buNone/>
              <a:defRPr sz="1000">
                <a:solidFill>
                  <a:schemeClr val="tx1"/>
                </a:solidFill>
              </a:defRPr>
            </a:lvl3pPr>
            <a:lvl4pPr marL="0" indent="0" algn="l">
              <a:spcBef>
                <a:spcPts val="0"/>
              </a:spcBef>
              <a:buFont typeface="Arial" panose="020B0604020202020204" pitchFamily="34" charset="0"/>
              <a:buNone/>
              <a:defRPr sz="1000">
                <a:solidFill>
                  <a:schemeClr val="tx1"/>
                </a:solidFill>
              </a:defRPr>
            </a:lvl4pPr>
            <a:lvl5pPr marL="0" indent="0" algn="l">
              <a:spcBef>
                <a:spcPts val="0"/>
              </a:spcBef>
              <a:buFont typeface="Arial" panose="020B0604020202020204" pitchFamily="34" charset="0"/>
              <a:buNone/>
              <a:defRPr sz="1000">
                <a:solidFill>
                  <a:schemeClr val="tx1"/>
                </a:solidFill>
              </a:defRPr>
            </a:lvl5pPr>
            <a:lvl6pPr marL="0" indent="0" algn="l">
              <a:spcBef>
                <a:spcPts val="0"/>
              </a:spcBef>
              <a:buFont typeface="Arial" panose="020B0604020202020204" pitchFamily="34" charset="0"/>
              <a:buNone/>
              <a:defRPr sz="1000">
                <a:solidFill>
                  <a:schemeClr val="tx1"/>
                </a:solidFill>
              </a:defRPr>
            </a:lvl6pPr>
            <a:lvl7pPr marL="0" indent="0" algn="l">
              <a:spcBef>
                <a:spcPts val="0"/>
              </a:spcBef>
              <a:buFont typeface="Arial" panose="020B0604020202020204" pitchFamily="34" charset="0"/>
              <a:buNone/>
              <a:defRPr sz="1000">
                <a:solidFill>
                  <a:schemeClr val="tx1"/>
                </a:solidFill>
              </a:defRPr>
            </a:lvl7pPr>
            <a:lvl8pPr marL="0" indent="0" algn="l">
              <a:spcBef>
                <a:spcPts val="0"/>
              </a:spcBef>
              <a:buFont typeface="Arial" panose="020B0604020202020204" pitchFamily="34" charset="0"/>
              <a:buNone/>
              <a:defRPr sz="1000">
                <a:solidFill>
                  <a:schemeClr val="tx1"/>
                </a:solidFill>
              </a:defRPr>
            </a:lvl8pPr>
            <a:lvl9pPr marL="0" indent="0" algn="l">
              <a:spcBef>
                <a:spcPts val="0"/>
              </a:spcBef>
              <a:buFont typeface="Arial" panose="020B0604020202020204" pitchFamily="34" charset="0"/>
              <a:buNone/>
              <a:defRPr sz="1000">
                <a:solidFill>
                  <a:schemeClr val="tx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 name="Title 1"/>
          <p:cNvSpPr>
            <a:spLocks noGrp="1"/>
          </p:cNvSpPr>
          <p:nvPr>
            <p:ph type="title"/>
          </p:nvPr>
        </p:nvSpPr>
        <p:spPr bwMode="gray"/>
        <p:txBody>
          <a:bodyPr/>
          <a:lstStyle/>
          <a:p>
            <a:r>
              <a:rPr lang="de-DE"/>
              <a:t>Mastertitelformat bearbeiten</a:t>
            </a:r>
            <a:endParaRPr lang="en-US" dirty="0"/>
          </a:p>
        </p:txBody>
      </p:sp>
      <p:sp>
        <p:nvSpPr>
          <p:cNvPr id="4" name="Date Placeholder 3"/>
          <p:cNvSpPr>
            <a:spLocks noGrp="1"/>
          </p:cNvSpPr>
          <p:nvPr>
            <p:ph type="dt" sz="half" idx="10"/>
          </p:nvPr>
        </p:nvSpPr>
        <p:spPr bwMode="gray"/>
        <p:txBody>
          <a:bodyPr/>
          <a:lstStyle/>
          <a:p>
            <a:fld id="{A7BEF516-237C-450E-A29D-1D50FE4CBCE4}" type="datetime1">
              <a:rPr lang="en-US" smtClean="0"/>
              <a:t>11/17/2022</a:t>
            </a:fld>
            <a:endParaRPr lang="en-US" dirty="0"/>
          </a:p>
        </p:txBody>
      </p:sp>
      <p:sp>
        <p:nvSpPr>
          <p:cNvPr id="5" name="Footer Placeholder 4"/>
          <p:cNvSpPr>
            <a:spLocks noGrp="1"/>
          </p:cNvSpPr>
          <p:nvPr>
            <p:ph type="ftr" sz="quarter" idx="11"/>
          </p:nvPr>
        </p:nvSpPr>
        <p:spPr bwMode="gray"/>
        <p:txBody>
          <a:bodyPr/>
          <a:lstStyle/>
          <a:p>
            <a:endParaRPr lang="en-US" dirty="0"/>
          </a:p>
        </p:txBody>
      </p:sp>
      <p:sp>
        <p:nvSpPr>
          <p:cNvPr id="6" name="Slide Number Placeholder 5"/>
          <p:cNvSpPr>
            <a:spLocks noGrp="1"/>
          </p:cNvSpPr>
          <p:nvPr>
            <p:ph type="sldNum" sz="quarter" idx="12"/>
          </p:nvPr>
        </p:nvSpPr>
        <p:spPr bwMode="gray"/>
        <p:txBody>
          <a:bodyPr/>
          <a:lstStyle/>
          <a:p>
            <a:fld id="{66AA3846-8976-4D24-8224-CEE1235CE9F4}" type="slidenum">
              <a:rPr lang="en-US" smtClean="0"/>
              <a:t>‹#›</a:t>
            </a:fld>
            <a:endParaRPr lang="en-US" dirty="0"/>
          </a:p>
        </p:txBody>
      </p:sp>
      <p:sp>
        <p:nvSpPr>
          <p:cNvPr id="11" name="Subtitle 2">
            <a:extLst>
              <a:ext uri="{FF2B5EF4-FFF2-40B4-BE49-F238E27FC236}">
                <a16:creationId xmlns:a16="http://schemas.microsoft.com/office/drawing/2014/main" id="{27D97A63-DA12-4A04-BBC9-D7F458EA1CB3}"/>
              </a:ext>
            </a:extLst>
          </p:cNvPr>
          <p:cNvSpPr>
            <a:spLocks noGrp="1"/>
          </p:cNvSpPr>
          <p:nvPr>
            <p:ph type="subTitle" idx="1"/>
          </p:nvPr>
        </p:nvSpPr>
        <p:spPr bwMode="gray">
          <a:xfrm>
            <a:off x="420004" y="1106489"/>
            <a:ext cx="11337702" cy="255587"/>
          </a:xfrm>
        </p:spPr>
        <p:txBody>
          <a:bodyPr/>
          <a:lstStyle>
            <a:lvl1pPr marL="0" indent="0" algn="l">
              <a:spcBef>
                <a:spcPts val="0"/>
              </a:spcBef>
              <a:buNone/>
              <a:defRPr sz="1600" b="1"/>
            </a:lvl1pPr>
            <a:lvl2pPr marL="0" indent="0" algn="l">
              <a:spcBef>
                <a:spcPts val="0"/>
              </a:spcBef>
              <a:buNone/>
              <a:defRPr sz="1600" b="1"/>
            </a:lvl2pPr>
            <a:lvl3pPr marL="0" indent="0" algn="l">
              <a:spcBef>
                <a:spcPts val="0"/>
              </a:spcBef>
              <a:buNone/>
              <a:defRPr sz="1600" b="1"/>
            </a:lvl3pPr>
            <a:lvl4pPr marL="0" indent="0" algn="l">
              <a:spcBef>
                <a:spcPts val="0"/>
              </a:spcBef>
              <a:buNone/>
              <a:defRPr sz="1600" b="1"/>
            </a:lvl4pPr>
            <a:lvl5pPr marL="0" indent="0" algn="l">
              <a:spcBef>
                <a:spcPts val="0"/>
              </a:spcBef>
              <a:buNone/>
              <a:defRPr sz="1600" b="1"/>
            </a:lvl5pPr>
            <a:lvl6pPr marL="0" indent="0" algn="l">
              <a:spcBef>
                <a:spcPts val="0"/>
              </a:spcBef>
              <a:buNone/>
              <a:defRPr sz="1600" b="1"/>
            </a:lvl6pPr>
            <a:lvl7pPr marL="0" indent="0" algn="l">
              <a:spcBef>
                <a:spcPts val="0"/>
              </a:spcBef>
              <a:buNone/>
              <a:defRPr sz="1600" b="1"/>
            </a:lvl7pPr>
            <a:lvl8pPr marL="0" indent="0" algn="l">
              <a:spcBef>
                <a:spcPts val="0"/>
              </a:spcBef>
              <a:buNone/>
              <a:defRPr sz="1600" b="1"/>
            </a:lvl8pPr>
            <a:lvl9pPr marL="0" indent="0" algn="l">
              <a:spcBef>
                <a:spcPts val="0"/>
              </a:spcBef>
              <a:buNone/>
              <a:defRPr sz="1600" b="1"/>
            </a:lvl9pPr>
          </a:lstStyle>
          <a:p>
            <a:pPr lvl="0"/>
            <a:r>
              <a:rPr lang="de-DE"/>
              <a:t>Master-Untertitelformat bearbeiten</a:t>
            </a:r>
            <a:endParaRPr lang="en-US" dirty="0"/>
          </a:p>
        </p:txBody>
      </p:sp>
    </p:spTree>
    <p:extLst>
      <p:ext uri="{BB962C8B-B14F-4D97-AF65-F5344CB8AC3E}">
        <p14:creationId xmlns:p14="http://schemas.microsoft.com/office/powerpoint/2010/main" val="3298377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act">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15240" y="773320"/>
            <a:ext cx="11342467" cy="255587"/>
          </a:xfrm>
        </p:spPr>
        <p:txBody>
          <a:bodyPr/>
          <a:lstStyle/>
          <a:p>
            <a:r>
              <a:rPr lang="de-DE"/>
              <a:t>Mastertitelformat bearbeiten</a:t>
            </a:r>
            <a:endParaRPr lang="en-US" dirty="0"/>
          </a:p>
        </p:txBody>
      </p:sp>
      <p:sp>
        <p:nvSpPr>
          <p:cNvPr id="4" name="Date Placeholder 3"/>
          <p:cNvSpPr>
            <a:spLocks noGrp="1"/>
          </p:cNvSpPr>
          <p:nvPr>
            <p:ph type="dt" sz="half" idx="10"/>
          </p:nvPr>
        </p:nvSpPr>
        <p:spPr bwMode="gray"/>
        <p:txBody>
          <a:bodyPr/>
          <a:lstStyle/>
          <a:p>
            <a:fld id="{F13384CC-DD61-41F4-9EB5-B239E894AB50}" type="datetime1">
              <a:rPr lang="en-US" smtClean="0"/>
              <a:t>11/17/2022</a:t>
            </a:fld>
            <a:endParaRPr lang="en-US" dirty="0"/>
          </a:p>
        </p:txBody>
      </p:sp>
      <p:sp>
        <p:nvSpPr>
          <p:cNvPr id="5" name="Footer Placeholder 4"/>
          <p:cNvSpPr>
            <a:spLocks noGrp="1"/>
          </p:cNvSpPr>
          <p:nvPr>
            <p:ph type="ftr" sz="quarter" idx="11"/>
          </p:nvPr>
        </p:nvSpPr>
        <p:spPr bwMode="gray"/>
        <p:txBody>
          <a:bodyPr/>
          <a:lstStyle/>
          <a:p>
            <a:endParaRPr lang="en-US" dirty="0"/>
          </a:p>
        </p:txBody>
      </p:sp>
      <p:sp>
        <p:nvSpPr>
          <p:cNvPr id="6" name="Slide Number Placeholder 5"/>
          <p:cNvSpPr>
            <a:spLocks noGrp="1"/>
          </p:cNvSpPr>
          <p:nvPr>
            <p:ph type="sldNum" sz="quarter" idx="12"/>
          </p:nvPr>
        </p:nvSpPr>
        <p:spPr bwMode="gray"/>
        <p:txBody>
          <a:bodyPr/>
          <a:lstStyle/>
          <a:p>
            <a:fld id="{66AA3846-8976-4D24-8224-CEE1235CE9F4}" type="slidenum">
              <a:rPr lang="en-US" smtClean="0"/>
              <a:t>‹#›</a:t>
            </a:fld>
            <a:endParaRPr lang="en-US" dirty="0"/>
          </a:p>
        </p:txBody>
      </p:sp>
      <p:sp>
        <p:nvSpPr>
          <p:cNvPr id="11" name="Subtitle 2">
            <a:extLst>
              <a:ext uri="{FF2B5EF4-FFF2-40B4-BE49-F238E27FC236}">
                <a16:creationId xmlns:a16="http://schemas.microsoft.com/office/drawing/2014/main" id="{27D97A63-DA12-4A04-BBC9-D7F458EA1CB3}"/>
              </a:ext>
            </a:extLst>
          </p:cNvPr>
          <p:cNvSpPr>
            <a:spLocks noGrp="1"/>
          </p:cNvSpPr>
          <p:nvPr>
            <p:ph type="subTitle" idx="1"/>
          </p:nvPr>
        </p:nvSpPr>
        <p:spPr bwMode="gray">
          <a:xfrm>
            <a:off x="420004" y="1106489"/>
            <a:ext cx="11337702" cy="255587"/>
          </a:xfrm>
        </p:spPr>
        <p:txBody>
          <a:bodyPr/>
          <a:lstStyle>
            <a:lvl1pPr marL="0" indent="0" algn="l">
              <a:spcBef>
                <a:spcPts val="0"/>
              </a:spcBef>
              <a:buNone/>
              <a:defRPr sz="1600" b="1"/>
            </a:lvl1pPr>
            <a:lvl2pPr marL="0" indent="0" algn="l">
              <a:spcBef>
                <a:spcPts val="0"/>
              </a:spcBef>
              <a:buNone/>
              <a:defRPr sz="1600" b="1"/>
            </a:lvl2pPr>
            <a:lvl3pPr marL="0" indent="0" algn="l">
              <a:spcBef>
                <a:spcPts val="0"/>
              </a:spcBef>
              <a:buNone/>
              <a:defRPr sz="1600" b="1"/>
            </a:lvl3pPr>
            <a:lvl4pPr marL="0" indent="0" algn="l">
              <a:spcBef>
                <a:spcPts val="0"/>
              </a:spcBef>
              <a:buNone/>
              <a:defRPr sz="1600" b="1"/>
            </a:lvl4pPr>
            <a:lvl5pPr marL="0" indent="0" algn="l">
              <a:spcBef>
                <a:spcPts val="0"/>
              </a:spcBef>
              <a:buNone/>
              <a:defRPr sz="1600" b="1"/>
            </a:lvl5pPr>
            <a:lvl6pPr marL="0" indent="0" algn="l">
              <a:spcBef>
                <a:spcPts val="0"/>
              </a:spcBef>
              <a:buNone/>
              <a:defRPr sz="1600" b="1"/>
            </a:lvl6pPr>
            <a:lvl7pPr marL="0" indent="0" algn="l">
              <a:spcBef>
                <a:spcPts val="0"/>
              </a:spcBef>
              <a:buNone/>
              <a:defRPr sz="1600" b="1"/>
            </a:lvl7pPr>
            <a:lvl8pPr marL="0" indent="0" algn="l">
              <a:spcBef>
                <a:spcPts val="0"/>
              </a:spcBef>
              <a:buNone/>
              <a:defRPr sz="1600" b="1"/>
            </a:lvl8pPr>
            <a:lvl9pPr marL="0" indent="0" algn="l">
              <a:spcBef>
                <a:spcPts val="0"/>
              </a:spcBef>
              <a:buNone/>
              <a:defRPr sz="1600" b="1"/>
            </a:lvl9pPr>
          </a:lstStyle>
          <a:p>
            <a:pPr lvl="0"/>
            <a:r>
              <a:rPr lang="de-DE"/>
              <a:t>Master-Untertitelformat bearbeiten</a:t>
            </a:r>
            <a:endParaRPr lang="en-US" dirty="0"/>
          </a:p>
        </p:txBody>
      </p:sp>
      <p:sp>
        <p:nvSpPr>
          <p:cNvPr id="9" name="Picture Placeholder 6">
            <a:extLst>
              <a:ext uri="{FF2B5EF4-FFF2-40B4-BE49-F238E27FC236}">
                <a16:creationId xmlns:a16="http://schemas.microsoft.com/office/drawing/2014/main" id="{3939E246-4969-434D-9EC1-4524ED82AAEF}"/>
              </a:ext>
            </a:extLst>
          </p:cNvPr>
          <p:cNvSpPr>
            <a:spLocks noGrp="1"/>
          </p:cNvSpPr>
          <p:nvPr>
            <p:ph type="pic" sz="quarter" idx="16"/>
          </p:nvPr>
        </p:nvSpPr>
        <p:spPr bwMode="gray">
          <a:xfrm>
            <a:off x="3896858" y="1743076"/>
            <a:ext cx="7860847" cy="4577557"/>
          </a:xfrm>
        </p:spPr>
        <p:txBody>
          <a:bodyPr bIns="720000" anchor="ctr"/>
          <a:lstStyle>
            <a:lvl1pPr algn="ctr">
              <a:defRPr/>
            </a:lvl1pPr>
          </a:lstStyle>
          <a:p>
            <a:r>
              <a:rPr lang="de-DE" dirty="0"/>
              <a:t>Bild auf Platzhalter ziehen oder durch Klicken auf Symbol hinzufügen</a:t>
            </a:r>
            <a:endParaRPr lang="en-US" dirty="0"/>
          </a:p>
        </p:txBody>
      </p:sp>
      <p:sp>
        <p:nvSpPr>
          <p:cNvPr id="12" name="Picture Placeholder 6">
            <a:extLst>
              <a:ext uri="{FF2B5EF4-FFF2-40B4-BE49-F238E27FC236}">
                <a16:creationId xmlns:a16="http://schemas.microsoft.com/office/drawing/2014/main" id="{36EEB672-69FA-4314-9DD4-9F9BEF65044A}"/>
              </a:ext>
            </a:extLst>
          </p:cNvPr>
          <p:cNvSpPr>
            <a:spLocks noGrp="1"/>
          </p:cNvSpPr>
          <p:nvPr>
            <p:ph type="pic" sz="quarter" idx="17"/>
          </p:nvPr>
        </p:nvSpPr>
        <p:spPr bwMode="gray">
          <a:xfrm>
            <a:off x="431912" y="1743075"/>
            <a:ext cx="1299939" cy="1299600"/>
          </a:xfrm>
        </p:spPr>
        <p:txBody>
          <a:bodyPr bIns="504000" anchor="ctr"/>
          <a:lstStyle>
            <a:lvl1pPr algn="ctr">
              <a:defRPr/>
            </a:lvl1pPr>
          </a:lstStyle>
          <a:p>
            <a:r>
              <a:rPr lang="de-DE" dirty="0"/>
              <a:t>Bild auf Platzhalter ziehen oder durch Klicken auf Symbol hinzufügen</a:t>
            </a:r>
            <a:endParaRPr lang="en-US" dirty="0"/>
          </a:p>
        </p:txBody>
      </p:sp>
      <p:sp>
        <p:nvSpPr>
          <p:cNvPr id="8" name="Text Placeholder 7">
            <a:extLst>
              <a:ext uri="{FF2B5EF4-FFF2-40B4-BE49-F238E27FC236}">
                <a16:creationId xmlns:a16="http://schemas.microsoft.com/office/drawing/2014/main" id="{B6BA3954-C051-48F0-9E68-285973BA9380}"/>
              </a:ext>
            </a:extLst>
          </p:cNvPr>
          <p:cNvSpPr>
            <a:spLocks noGrp="1"/>
          </p:cNvSpPr>
          <p:nvPr>
            <p:ph type="body" sz="quarter" idx="18"/>
          </p:nvPr>
        </p:nvSpPr>
        <p:spPr bwMode="gray">
          <a:xfrm>
            <a:off x="420004" y="3201489"/>
            <a:ext cx="2964022" cy="867591"/>
          </a:xfrm>
        </p:spPr>
        <p:txBody>
          <a:bodyPr/>
          <a:lstStyle>
            <a:lvl1pPr>
              <a:spcAft>
                <a:spcPts val="600"/>
              </a:spcAft>
              <a:defRPr sz="1600" b="1"/>
            </a:lvl1pPr>
            <a:lvl2pPr marL="0" indent="0">
              <a:spcBef>
                <a:spcPts val="600"/>
              </a:spcBef>
              <a:buNone/>
              <a:defRPr sz="1400" b="0"/>
            </a:lvl2pPr>
            <a:lvl3pPr marL="0" indent="0">
              <a:spcBef>
                <a:spcPts val="600"/>
              </a:spcBef>
              <a:buNone/>
              <a:defRPr sz="1400" b="0"/>
            </a:lvl3pPr>
            <a:lvl4pPr marL="0" indent="0">
              <a:spcBef>
                <a:spcPts val="600"/>
              </a:spcBef>
              <a:buNone/>
              <a:defRPr sz="1400" b="0"/>
            </a:lvl4pPr>
            <a:lvl5pPr marL="0" indent="0">
              <a:spcBef>
                <a:spcPts val="600"/>
              </a:spcBef>
              <a:buNone/>
              <a:defRPr sz="1400" b="0"/>
            </a:lvl5pPr>
            <a:lvl6pPr marL="0" indent="0">
              <a:spcBef>
                <a:spcPts val="600"/>
              </a:spcBef>
              <a:buNone/>
              <a:defRPr sz="1400" b="0"/>
            </a:lvl6pPr>
            <a:lvl7pPr marL="0" indent="0">
              <a:spcBef>
                <a:spcPts val="600"/>
              </a:spcBef>
              <a:buNone/>
              <a:defRPr sz="1400" b="0"/>
            </a:lvl7pPr>
            <a:lvl8pPr marL="0" indent="0">
              <a:spcBef>
                <a:spcPts val="600"/>
              </a:spcBef>
              <a:buNone/>
              <a:defRPr sz="1400" b="0"/>
            </a:lvl8pPr>
            <a:lvl9pPr marL="0" indent="0">
              <a:spcBef>
                <a:spcPts val="600"/>
              </a:spcBef>
              <a:buNone/>
              <a:defRPr sz="1400" b="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17" name="Text Placeholder 7">
            <a:extLst>
              <a:ext uri="{FF2B5EF4-FFF2-40B4-BE49-F238E27FC236}">
                <a16:creationId xmlns:a16="http://schemas.microsoft.com/office/drawing/2014/main" id="{BB26D565-8616-4ACA-93C1-C79CC94BC8A9}"/>
              </a:ext>
            </a:extLst>
          </p:cNvPr>
          <p:cNvSpPr>
            <a:spLocks noGrp="1"/>
          </p:cNvSpPr>
          <p:nvPr>
            <p:ph type="body" sz="quarter" idx="19"/>
          </p:nvPr>
        </p:nvSpPr>
        <p:spPr bwMode="gray">
          <a:xfrm>
            <a:off x="420004" y="4493372"/>
            <a:ext cx="2964022" cy="1827260"/>
          </a:xfrm>
        </p:spPr>
        <p:txBody>
          <a:bodyPr/>
          <a:lstStyle>
            <a:lvl1pPr>
              <a:spcAft>
                <a:spcPts val="600"/>
              </a:spcAft>
              <a:defRPr sz="1600" b="1"/>
            </a:lvl1pPr>
            <a:lvl2pPr marL="0" indent="0">
              <a:spcBef>
                <a:spcPts val="600"/>
              </a:spcBef>
              <a:buNone/>
              <a:defRPr sz="1400" b="0"/>
            </a:lvl2pPr>
            <a:lvl3pPr marL="0" indent="0">
              <a:spcBef>
                <a:spcPts val="600"/>
              </a:spcBef>
              <a:buNone/>
              <a:defRPr sz="1400" b="0"/>
            </a:lvl3pPr>
            <a:lvl4pPr marL="0" indent="0">
              <a:spcBef>
                <a:spcPts val="600"/>
              </a:spcBef>
              <a:buNone/>
              <a:defRPr sz="1400" b="0"/>
            </a:lvl4pPr>
            <a:lvl5pPr marL="0" indent="0">
              <a:spcBef>
                <a:spcPts val="600"/>
              </a:spcBef>
              <a:buNone/>
              <a:defRPr sz="1400" b="0"/>
            </a:lvl5pPr>
            <a:lvl6pPr marL="0" indent="0">
              <a:spcBef>
                <a:spcPts val="600"/>
              </a:spcBef>
              <a:buNone/>
              <a:defRPr sz="1400" b="0"/>
            </a:lvl6pPr>
            <a:lvl7pPr marL="0" indent="0">
              <a:spcBef>
                <a:spcPts val="600"/>
              </a:spcBef>
              <a:buNone/>
              <a:defRPr sz="1400" b="0"/>
            </a:lvl7pPr>
            <a:lvl8pPr marL="0" indent="0">
              <a:spcBef>
                <a:spcPts val="600"/>
              </a:spcBef>
              <a:buNone/>
              <a:defRPr sz="1400" b="0"/>
            </a:lvl8pPr>
            <a:lvl9pPr marL="0" indent="0">
              <a:spcBef>
                <a:spcPts val="600"/>
              </a:spcBef>
              <a:buNone/>
              <a:defRPr sz="1400" b="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78971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spTree>
      <p:nvGrpSpPr>
        <p:cNvPr id="1" name=""/>
        <p:cNvGrpSpPr/>
        <p:nvPr/>
      </p:nvGrpSpPr>
      <p:grpSpPr>
        <a:xfrm>
          <a:off x="0" y="0"/>
          <a:ext cx="0" cy="0"/>
          <a:chOff x="0" y="0"/>
          <a:chExt cx="0" cy="0"/>
        </a:xfrm>
      </p:grpSpPr>
      <p:sp>
        <p:nvSpPr>
          <p:cNvPr id="2" name="Title 1"/>
          <p:cNvSpPr>
            <a:spLocks noGrp="1"/>
          </p:cNvSpPr>
          <p:nvPr>
            <p:ph type="title"/>
          </p:nvPr>
        </p:nvSpPr>
        <p:spPr bwMode="gray">
          <a:xfrm>
            <a:off x="0" y="1"/>
            <a:ext cx="45731" cy="45719"/>
          </a:xfrm>
        </p:spPr>
        <p:txBody>
          <a:bodyPr/>
          <a:lstStyle>
            <a:lvl1pPr>
              <a:defRPr sz="100">
                <a:noFill/>
              </a:defRPr>
            </a:lvl1pPr>
          </a:lstStyle>
          <a:p>
            <a:r>
              <a:rPr lang="de-DE"/>
              <a:t>Mastertitelformat bearbeiten</a:t>
            </a:r>
            <a:endParaRPr lang="en-US" dirty="0"/>
          </a:p>
        </p:txBody>
      </p:sp>
      <p:sp>
        <p:nvSpPr>
          <p:cNvPr id="4" name="Date Placeholder 3"/>
          <p:cNvSpPr>
            <a:spLocks noGrp="1"/>
          </p:cNvSpPr>
          <p:nvPr>
            <p:ph type="dt" sz="half" idx="10"/>
          </p:nvPr>
        </p:nvSpPr>
        <p:spPr bwMode="gray"/>
        <p:txBody>
          <a:bodyPr/>
          <a:lstStyle/>
          <a:p>
            <a:fld id="{EDDFF34D-C9AF-41F4-833A-180F294D802D}" type="datetime1">
              <a:rPr lang="en-US" smtClean="0"/>
              <a:t>11/17/2022</a:t>
            </a:fld>
            <a:endParaRPr lang="en-US" dirty="0"/>
          </a:p>
        </p:txBody>
      </p:sp>
      <p:sp>
        <p:nvSpPr>
          <p:cNvPr id="5" name="Footer Placeholder 4"/>
          <p:cNvSpPr>
            <a:spLocks noGrp="1"/>
          </p:cNvSpPr>
          <p:nvPr>
            <p:ph type="ftr" sz="quarter" idx="11"/>
          </p:nvPr>
        </p:nvSpPr>
        <p:spPr bwMode="gray"/>
        <p:txBody>
          <a:bodyPr/>
          <a:lstStyle/>
          <a:p>
            <a:endParaRPr lang="en-US" dirty="0"/>
          </a:p>
        </p:txBody>
      </p:sp>
      <p:sp>
        <p:nvSpPr>
          <p:cNvPr id="6" name="Slide Number Placeholder 5"/>
          <p:cNvSpPr>
            <a:spLocks noGrp="1"/>
          </p:cNvSpPr>
          <p:nvPr>
            <p:ph type="sldNum" sz="quarter" idx="12"/>
          </p:nvPr>
        </p:nvSpPr>
        <p:spPr bwMode="gray"/>
        <p:txBody>
          <a:bodyPr/>
          <a:lstStyle/>
          <a:p>
            <a:fld id="{66AA3846-8976-4D24-8224-CEE1235CE9F4}" type="slidenum">
              <a:rPr lang="en-US" smtClean="0"/>
              <a:t>‹#›</a:t>
            </a:fld>
            <a:endParaRPr lang="en-US" dirty="0"/>
          </a:p>
        </p:txBody>
      </p:sp>
      <p:sp>
        <p:nvSpPr>
          <p:cNvPr id="3" name="TextBox 2">
            <a:extLst>
              <a:ext uri="{FF2B5EF4-FFF2-40B4-BE49-F238E27FC236}">
                <a16:creationId xmlns:a16="http://schemas.microsoft.com/office/drawing/2014/main" id="{3D085CB1-5363-47B5-B07B-683F1C95DD95}"/>
              </a:ext>
            </a:extLst>
          </p:cNvPr>
          <p:cNvSpPr txBox="1"/>
          <p:nvPr/>
        </p:nvSpPr>
        <p:spPr bwMode="gray">
          <a:xfrm>
            <a:off x="415239" y="773319"/>
            <a:ext cx="11342954" cy="255600"/>
          </a:xfrm>
          <a:prstGeom prst="rect">
            <a:avLst/>
          </a:prstGeom>
          <a:noFill/>
        </p:spPr>
        <p:txBody>
          <a:bodyPr wrap="square" lIns="0" tIns="0" rIns="0" bIns="0" rtlCol="0">
            <a:noAutofit/>
          </a:bodyPr>
          <a:lstStyle/>
          <a:p>
            <a:pPr algn="l"/>
            <a:r>
              <a:rPr lang="en-US" sz="2000" b="1" dirty="0">
                <a:solidFill>
                  <a:schemeClr val="tx1"/>
                </a:solidFill>
              </a:rPr>
              <a:t>Disclaimer</a:t>
            </a:r>
          </a:p>
        </p:txBody>
      </p:sp>
      <p:sp>
        <p:nvSpPr>
          <p:cNvPr id="7" name="TextBox 6">
            <a:extLst>
              <a:ext uri="{FF2B5EF4-FFF2-40B4-BE49-F238E27FC236}">
                <a16:creationId xmlns:a16="http://schemas.microsoft.com/office/drawing/2014/main" id="{24F603ED-0326-47DF-86AD-48AD87DC4B25}"/>
              </a:ext>
            </a:extLst>
          </p:cNvPr>
          <p:cNvSpPr txBox="1"/>
          <p:nvPr/>
        </p:nvSpPr>
        <p:spPr bwMode="gray">
          <a:xfrm>
            <a:off x="420000" y="1701006"/>
            <a:ext cx="11339353" cy="4618800"/>
          </a:xfrm>
          <a:prstGeom prst="rect">
            <a:avLst/>
          </a:prstGeom>
          <a:noFill/>
        </p:spPr>
        <p:txBody>
          <a:bodyPr wrap="square" lIns="0" tIns="0" rIns="0" bIns="0" rtlCol="0">
            <a:noAutofit/>
          </a:bodyPr>
          <a:lstStyle/>
          <a:p>
            <a:pPr algn="l">
              <a:spcBef>
                <a:spcPts val="600"/>
              </a:spcBef>
            </a:pPr>
            <a:r>
              <a:rPr lang="en-US" sz="1400" dirty="0">
                <a:solidFill>
                  <a:schemeClr val="tx1"/>
                </a:solidFill>
              </a:rPr>
              <a:t>This document has been prepared by Mutares AG solely for the use in this presentation.</a:t>
            </a:r>
          </a:p>
          <a:p>
            <a:pPr algn="l">
              <a:spcBef>
                <a:spcPts val="600"/>
              </a:spcBef>
            </a:pPr>
            <a:r>
              <a:rPr lang="en-US" sz="1400" dirty="0">
                <a:solidFill>
                  <a:schemeClr val="tx1"/>
                </a:solidFill>
              </a:rPr>
              <a:t>The information contained in this document has not been independently verified. No representation or warranty - whether expressed or implied – is made as to, and no reliance should be placed on, the fairness, accuracy, completeness or correctness of the information or opinions contained therein. Neither the company nor any of its affiliates, advisors or representatives shall have any liability whatsoever (in negligence or otherwise) for any loss arising from any use of this document or its content or otherwise arising in connection with this document.</a:t>
            </a:r>
          </a:p>
          <a:p>
            <a:pPr algn="l">
              <a:spcBef>
                <a:spcPts val="600"/>
              </a:spcBef>
            </a:pPr>
            <a:r>
              <a:rPr lang="en-US" sz="1400" dirty="0">
                <a:solidFill>
                  <a:schemeClr val="tx1"/>
                </a:solidFill>
              </a:rPr>
              <a:t>This document does not constitute an offer or invitation to purchase or subscribe for any shares and neither this document nor any part of it shall form the basis of, or be relied upon in connection with, any contract or commitment whatsoever.</a:t>
            </a:r>
          </a:p>
          <a:p>
            <a:pPr algn="l">
              <a:spcBef>
                <a:spcPts val="600"/>
              </a:spcBef>
            </a:pPr>
            <a:r>
              <a:rPr lang="en-US" sz="1400" dirty="0">
                <a:solidFill>
                  <a:schemeClr val="tx1"/>
                </a:solidFill>
              </a:rPr>
              <a:t>This document contains forward-looking statements that are based on current estimates and assumptions made by the management of Mutares AG, and other information currently available to them. The words “anticipate,” “assume,” “believe,” “estimate,” “expect,” “intend,” “may,” “plan,” “project,” “should” and similar expressions are used to identify forward-looking statements. Various known and unknown risks, uncertainties and other factors could cause actual results to differ materially from those contained in the forward-looking statements. Mutares AG does not intend or assume any obligation to update any forward-looking statements. Any forward-looking statement speaks only as of the date on which it is made and is based on numerous assumptions which may or may not prove to be correct.</a:t>
            </a:r>
          </a:p>
          <a:p>
            <a:pPr algn="l">
              <a:spcBef>
                <a:spcPts val="600"/>
              </a:spcBef>
            </a:pPr>
            <a:r>
              <a:rPr lang="en-US" sz="1400" dirty="0">
                <a:solidFill>
                  <a:schemeClr val="tx1"/>
                </a:solidFill>
              </a:rPr>
              <a:t>This presentation and its contents are confidential and are not for release, reproduction, publication or distribution, in whole or in part, directly</a:t>
            </a:r>
            <a:br>
              <a:rPr lang="en-US" sz="1400" dirty="0">
                <a:solidFill>
                  <a:schemeClr val="tx1"/>
                </a:solidFill>
              </a:rPr>
            </a:br>
            <a:r>
              <a:rPr lang="en-US" sz="1400" dirty="0">
                <a:solidFill>
                  <a:schemeClr val="tx1"/>
                </a:solidFill>
              </a:rPr>
              <a:t>or indirectly, in or into or from the United States of America, Canada, Australia, Japan or any jurisdiction where such distribution is unlawful. This presentation is not an offer or invitation to buy or sell securities in any jurisdiction.</a:t>
            </a:r>
          </a:p>
          <a:p>
            <a:pPr algn="l">
              <a:spcBef>
                <a:spcPts val="600"/>
              </a:spcBef>
            </a:pPr>
            <a:r>
              <a:rPr lang="en-US" sz="1400" dirty="0">
                <a:solidFill>
                  <a:schemeClr val="tx1"/>
                </a:solidFill>
              </a:rPr>
              <a:t>By accepting this document, you agree with the foregoing. </a:t>
            </a:r>
          </a:p>
          <a:p>
            <a:pPr algn="l">
              <a:spcBef>
                <a:spcPts val="600"/>
              </a:spcBef>
            </a:pPr>
            <a:endParaRPr lang="en-US" sz="1400" dirty="0">
              <a:solidFill>
                <a:schemeClr val="tx1"/>
              </a:solidFill>
            </a:endParaRPr>
          </a:p>
          <a:p>
            <a:pPr algn="l">
              <a:spcBef>
                <a:spcPts val="600"/>
              </a:spcBef>
            </a:pPr>
            <a:endParaRPr lang="en-US" sz="1400" dirty="0">
              <a:solidFill>
                <a:schemeClr val="tx1"/>
              </a:solidFill>
            </a:endParaRPr>
          </a:p>
        </p:txBody>
      </p:sp>
    </p:spTree>
    <p:extLst>
      <p:ext uri="{BB962C8B-B14F-4D97-AF65-F5344CB8AC3E}">
        <p14:creationId xmlns:p14="http://schemas.microsoft.com/office/powerpoint/2010/main" val="3827719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2.xml"/><Relationship Id="rId5" Type="http://schemas.openxmlformats.org/officeDocument/2006/relationships/slideLayout" Target="../slideLayouts/slideLayout5.xml"/><Relationship Id="rId15" Type="http://schemas.openxmlformats.org/officeDocument/2006/relationships/image" Target="../media/image2.jpg"/><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oleObject" Target="../embeddings/oleObject2.bin"/><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tags" Target="../tags/tag5.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tags" Target="../tags/tag4.xml"/><Relationship Id="rId5" Type="http://schemas.openxmlformats.org/officeDocument/2006/relationships/slideLayout" Target="../slideLayouts/slideLayout14.xml"/><Relationship Id="rId15" Type="http://schemas.openxmlformats.org/officeDocument/2006/relationships/image" Target="../media/image2.jpg"/><Relationship Id="rId10" Type="http://schemas.openxmlformats.org/officeDocument/2006/relationships/theme" Target="../theme/theme2.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image" Target="../media/image1.emf"/></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image" Target="../media/image1.emf"/><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oleObject" Target="../embeddings/oleObject3.bin"/><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tags" Target="../tags/tag7.xml"/><Relationship Id="rId5" Type="http://schemas.openxmlformats.org/officeDocument/2006/relationships/slideLayout" Target="../slideLayouts/slideLayout23.xml"/><Relationship Id="rId10" Type="http://schemas.openxmlformats.org/officeDocument/2006/relationships/tags" Target="../tags/tag6.xml"/><Relationship Id="rId4" Type="http://schemas.openxmlformats.org/officeDocument/2006/relationships/slideLayout" Target="../slideLayouts/slideLayout22.xml"/><Relationship Id="rId9" Type="http://schemas.openxmlformats.org/officeDocument/2006/relationships/theme" Target="../theme/theme3.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5A7F1146-BFBD-4A5F-A43C-7E486C2C9E8E}"/>
              </a:ext>
            </a:extLst>
          </p:cNvPr>
          <p:cNvGraphicFramePr>
            <a:graphicFrameLocks noChangeAspect="1"/>
          </p:cNvGraphicFramePr>
          <p:nvPr>
            <p:custDataLst>
              <p:tags r:id="rId11"/>
            </p:custDataLst>
            <p:extLst>
              <p:ext uri="{D42A27DB-BD31-4B8C-83A1-F6EECF244321}">
                <p14:modId xmlns:p14="http://schemas.microsoft.com/office/powerpoint/2010/main" val="2491489826"/>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13" imgW="395" imgH="394" progId="TCLayout.ActiveDocument.1">
                  <p:embed/>
                </p:oleObj>
              </mc:Choice>
              <mc:Fallback>
                <p:oleObj name="think-cell Slide" r:id="rId13" imgW="395" imgH="394" progId="TCLayout.ActiveDocument.1">
                  <p:embed/>
                  <p:pic>
                    <p:nvPicPr>
                      <p:cNvPr id="9" name="Objekt 8" hidden="1">
                        <a:extLst>
                          <a:ext uri="{FF2B5EF4-FFF2-40B4-BE49-F238E27FC236}">
                            <a16:creationId xmlns:a16="http://schemas.microsoft.com/office/drawing/2014/main" id="{5A7F1146-BFBD-4A5F-A43C-7E486C2C9E8E}"/>
                          </a:ext>
                        </a:extLst>
                      </p:cNvPr>
                      <p:cNvPicPr/>
                      <p:nvPr/>
                    </p:nvPicPr>
                    <p:blipFill>
                      <a:blip r:embed="rId14"/>
                      <a:stretch>
                        <a:fillRect/>
                      </a:stretch>
                    </p:blipFill>
                    <p:spPr>
                      <a:xfrm>
                        <a:off x="1589" y="1588"/>
                        <a:ext cx="1588" cy="1588"/>
                      </a:xfrm>
                      <a:prstGeom prst="rect">
                        <a:avLst/>
                      </a:prstGeom>
                    </p:spPr>
                  </p:pic>
                </p:oleObj>
              </mc:Fallback>
            </mc:AlternateContent>
          </a:graphicData>
        </a:graphic>
      </p:graphicFrame>
      <p:sp>
        <p:nvSpPr>
          <p:cNvPr id="8" name="Rechteck 7" hidden="1">
            <a:extLst>
              <a:ext uri="{FF2B5EF4-FFF2-40B4-BE49-F238E27FC236}">
                <a16:creationId xmlns:a16="http://schemas.microsoft.com/office/drawing/2014/main" id="{A1E9C2A0-D436-4474-BD46-656E00D03244}"/>
              </a:ext>
            </a:extLst>
          </p:cNvPr>
          <p:cNvSpPr/>
          <p:nvPr>
            <p:custDataLst>
              <p:tags r:id="rId12"/>
            </p:custDataLst>
          </p:nvPr>
        </p:nvSpPr>
        <p:spPr bwMode="gray">
          <a:xfrm>
            <a:off x="0" y="0"/>
            <a:ext cx="158791" cy="15875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endParaRPr lang="en-US" sz="2000" b="1" i="0" baseline="0" dirty="0">
              <a:solidFill>
                <a:schemeClr val="bg1"/>
              </a:solidFill>
              <a:latin typeface="Arial" panose="020B0604020202020204" pitchFamily="34" charset="0"/>
              <a:ea typeface="+mj-ea"/>
              <a:cs typeface="+mj-cs"/>
              <a:sym typeface="Arial" panose="020B0604020202020204" pitchFamily="34" charset="0"/>
            </a:endParaRPr>
          </a:p>
        </p:txBody>
      </p:sp>
      <p:sp>
        <p:nvSpPr>
          <p:cNvPr id="2" name="Title Placeholder 1"/>
          <p:cNvSpPr>
            <a:spLocks noGrp="1"/>
          </p:cNvSpPr>
          <p:nvPr>
            <p:ph type="title"/>
          </p:nvPr>
        </p:nvSpPr>
        <p:spPr bwMode="gray">
          <a:xfrm>
            <a:off x="415240" y="773320"/>
            <a:ext cx="11342467" cy="255587"/>
          </a:xfrm>
          <a:prstGeom prst="rect">
            <a:avLst/>
          </a:prstGeom>
        </p:spPr>
        <p:txBody>
          <a:bodyPr vert="horz" lIns="0" tIns="0" rIns="0" bIns="0" rtlCol="0" anchor="t">
            <a:noAutofit/>
          </a:bodyPr>
          <a:lstStyle/>
          <a:p>
            <a:r>
              <a:rPr lang="de-DE" dirty="0"/>
              <a:t>Mastertitelformat bearbeiten</a:t>
            </a:r>
            <a:endParaRPr lang="en-US" dirty="0"/>
          </a:p>
        </p:txBody>
      </p:sp>
      <p:sp>
        <p:nvSpPr>
          <p:cNvPr id="3" name="Text Placeholder 2"/>
          <p:cNvSpPr>
            <a:spLocks noGrp="1"/>
          </p:cNvSpPr>
          <p:nvPr>
            <p:ph type="body" idx="1"/>
          </p:nvPr>
        </p:nvSpPr>
        <p:spPr bwMode="gray">
          <a:xfrm>
            <a:off x="420002" y="1701005"/>
            <a:ext cx="11337704" cy="4619627"/>
          </a:xfrm>
          <a:prstGeom prst="rect">
            <a:avLst/>
          </a:prstGeom>
        </p:spPr>
        <p:txBody>
          <a:bodyPr vert="horz" lIns="0" tIns="0" rIns="0" bIns="0" rtlCol="0" anchor="t">
            <a:no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bwMode="gray">
          <a:xfrm>
            <a:off x="431913" y="6479919"/>
            <a:ext cx="538521" cy="120649"/>
          </a:xfrm>
          <a:prstGeom prst="rect">
            <a:avLst/>
          </a:prstGeom>
        </p:spPr>
        <p:txBody>
          <a:bodyPr vert="horz" lIns="0" tIns="0" rIns="0" bIns="0" rtlCol="0" anchor="t">
            <a:noAutofit/>
          </a:bodyPr>
          <a:lstStyle>
            <a:lvl1pPr algn="l">
              <a:defRPr sz="800">
                <a:noFill/>
              </a:defRPr>
            </a:lvl1pPr>
            <a:lvl2pPr marL="0">
              <a:defRPr sz="800">
                <a:noFill/>
              </a:defRPr>
            </a:lvl2pPr>
            <a:lvl3pPr marL="0">
              <a:defRPr sz="800">
                <a:noFill/>
              </a:defRPr>
            </a:lvl3pPr>
            <a:lvl4pPr marL="0">
              <a:defRPr sz="800">
                <a:noFill/>
              </a:defRPr>
            </a:lvl4pPr>
            <a:lvl5pPr marL="0">
              <a:defRPr sz="800">
                <a:noFill/>
              </a:defRPr>
            </a:lvl5pPr>
            <a:lvl6pPr marL="0">
              <a:defRPr sz="800">
                <a:noFill/>
              </a:defRPr>
            </a:lvl6pPr>
            <a:lvl7pPr marL="0">
              <a:defRPr sz="800">
                <a:noFill/>
              </a:defRPr>
            </a:lvl7pPr>
            <a:lvl8pPr marL="0">
              <a:defRPr sz="800">
                <a:noFill/>
              </a:defRPr>
            </a:lvl8pPr>
            <a:lvl9pPr marL="0">
              <a:defRPr sz="800">
                <a:noFill/>
              </a:defRPr>
            </a:lvl9pPr>
          </a:lstStyle>
          <a:p>
            <a:fld id="{BDC36867-AF14-4F21-B2D1-C8EBB7CFCFDD}" type="datetime1">
              <a:rPr lang="en-US" smtClean="0"/>
              <a:t>11/17/2022</a:t>
            </a:fld>
            <a:endParaRPr lang="en-US" dirty="0"/>
          </a:p>
        </p:txBody>
      </p:sp>
      <p:sp>
        <p:nvSpPr>
          <p:cNvPr id="5" name="Footer Placeholder 4"/>
          <p:cNvSpPr>
            <a:spLocks noGrp="1"/>
          </p:cNvSpPr>
          <p:nvPr>
            <p:ph type="ftr" sz="quarter" idx="3"/>
          </p:nvPr>
        </p:nvSpPr>
        <p:spPr bwMode="gray">
          <a:xfrm>
            <a:off x="1086402" y="6479919"/>
            <a:ext cx="1978271" cy="120649"/>
          </a:xfrm>
          <a:prstGeom prst="rect">
            <a:avLst/>
          </a:prstGeom>
        </p:spPr>
        <p:txBody>
          <a:bodyPr vert="horz" lIns="0" tIns="0" rIns="0" bIns="0" rtlCol="0" anchor="t">
            <a:noAutofit/>
          </a:bodyPr>
          <a:lstStyle>
            <a:lvl1pPr algn="l">
              <a:defRPr sz="800">
                <a:noFill/>
              </a:defRPr>
            </a:lvl1pPr>
            <a:lvl2pPr marL="0">
              <a:defRPr sz="800">
                <a:noFill/>
              </a:defRPr>
            </a:lvl2pPr>
            <a:lvl3pPr marL="0">
              <a:defRPr sz="800">
                <a:noFill/>
              </a:defRPr>
            </a:lvl3pPr>
            <a:lvl4pPr marL="0">
              <a:defRPr sz="800">
                <a:noFill/>
              </a:defRPr>
            </a:lvl4pPr>
            <a:lvl5pPr marL="0">
              <a:defRPr sz="800">
                <a:noFill/>
              </a:defRPr>
            </a:lvl5pPr>
            <a:lvl6pPr marL="0">
              <a:defRPr sz="800">
                <a:noFill/>
              </a:defRPr>
            </a:lvl6pPr>
            <a:lvl7pPr marL="0">
              <a:defRPr sz="800">
                <a:noFill/>
              </a:defRPr>
            </a:lvl7pPr>
            <a:lvl8pPr marL="0">
              <a:defRPr sz="800">
                <a:noFill/>
              </a:defRPr>
            </a:lvl8pPr>
            <a:lvl9pPr marL="0">
              <a:defRPr sz="800">
                <a:noFill/>
              </a:defRPr>
            </a:lvl9pPr>
          </a:lstStyle>
          <a:p>
            <a:endParaRPr lang="en-US" dirty="0"/>
          </a:p>
        </p:txBody>
      </p:sp>
      <p:sp>
        <p:nvSpPr>
          <p:cNvPr id="6" name="Slide Number Placeholder 5"/>
          <p:cNvSpPr>
            <a:spLocks noGrp="1"/>
          </p:cNvSpPr>
          <p:nvPr>
            <p:ph type="sldNum" sz="quarter" idx="4"/>
          </p:nvPr>
        </p:nvSpPr>
        <p:spPr bwMode="gray">
          <a:xfrm>
            <a:off x="11637599" y="6479919"/>
            <a:ext cx="127251" cy="120649"/>
          </a:xfrm>
          <a:prstGeom prst="rect">
            <a:avLst/>
          </a:prstGeom>
        </p:spPr>
        <p:txBody>
          <a:bodyPr vert="horz" lIns="0" tIns="0" rIns="0" bIns="0" rtlCol="0" anchor="t">
            <a:noAutofit/>
          </a:bodyPr>
          <a:lstStyle>
            <a:lvl1pPr algn="r">
              <a:defRPr sz="800">
                <a:solidFill>
                  <a:schemeClr val="tx1"/>
                </a:solidFill>
              </a:defRPr>
            </a:lvl1pPr>
            <a:lvl2pPr marL="0" algn="r">
              <a:defRPr sz="800">
                <a:solidFill>
                  <a:schemeClr val="tx1"/>
                </a:solidFill>
              </a:defRPr>
            </a:lvl2pPr>
            <a:lvl3pPr marL="0" algn="r">
              <a:defRPr sz="800">
                <a:solidFill>
                  <a:schemeClr val="tx1"/>
                </a:solidFill>
              </a:defRPr>
            </a:lvl3pPr>
            <a:lvl4pPr marL="0" algn="r">
              <a:defRPr sz="800">
                <a:solidFill>
                  <a:schemeClr val="tx1"/>
                </a:solidFill>
              </a:defRPr>
            </a:lvl4pPr>
            <a:lvl5pPr marL="0" algn="r">
              <a:defRPr sz="800">
                <a:solidFill>
                  <a:schemeClr val="tx1"/>
                </a:solidFill>
              </a:defRPr>
            </a:lvl5pPr>
            <a:lvl6pPr marL="0" algn="r">
              <a:defRPr sz="800">
                <a:solidFill>
                  <a:schemeClr val="tx1"/>
                </a:solidFill>
              </a:defRPr>
            </a:lvl6pPr>
            <a:lvl7pPr marL="0" algn="r">
              <a:defRPr sz="800">
                <a:solidFill>
                  <a:schemeClr val="tx1"/>
                </a:solidFill>
              </a:defRPr>
            </a:lvl7pPr>
            <a:lvl8pPr marL="0" algn="r">
              <a:defRPr sz="800">
                <a:solidFill>
                  <a:schemeClr val="tx1"/>
                </a:solidFill>
              </a:defRPr>
            </a:lvl8pPr>
            <a:lvl9pPr marL="0" algn="r">
              <a:defRPr sz="800">
                <a:solidFill>
                  <a:schemeClr val="tx1"/>
                </a:solidFill>
              </a:defRPr>
            </a:lvl9pPr>
          </a:lstStyle>
          <a:p>
            <a:fld id="{66AA3846-8976-4D24-8224-CEE1235CE9F4}" type="slidenum">
              <a:rPr lang="en-US" smtClean="0"/>
              <a:pPr/>
              <a:t>‹#›</a:t>
            </a:fld>
            <a:endParaRPr lang="en-US" dirty="0"/>
          </a:p>
        </p:txBody>
      </p:sp>
      <p:sp>
        <p:nvSpPr>
          <p:cNvPr id="7" name="Rectangle 6">
            <a:extLst>
              <a:ext uri="{FF2B5EF4-FFF2-40B4-BE49-F238E27FC236}">
                <a16:creationId xmlns:a16="http://schemas.microsoft.com/office/drawing/2014/main" id="{021947F3-1E28-4268-8DC3-54FC76E6EC31}"/>
              </a:ext>
            </a:extLst>
          </p:cNvPr>
          <p:cNvSpPr/>
          <p:nvPr/>
        </p:nvSpPr>
        <p:spPr bwMode="gray">
          <a:xfrm>
            <a:off x="-624160" y="0"/>
            <a:ext cx="457171" cy="457052"/>
          </a:xfrm>
          <a:prstGeom prst="rect">
            <a:avLst/>
          </a:prstGeom>
          <a:solidFill>
            <a:schemeClr val="bg1">
              <a:alpha val="0"/>
            </a:schemeClr>
          </a:solidFill>
          <a:ln w="63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tx1"/>
                </a:solidFill>
              </a:rPr>
              <a:t>255</a:t>
            </a:r>
          </a:p>
          <a:p>
            <a:pPr algn="ctr"/>
            <a:r>
              <a:rPr lang="de-DE" sz="800" dirty="0">
                <a:solidFill>
                  <a:schemeClr val="tx1"/>
                </a:solidFill>
              </a:rPr>
              <a:t>255</a:t>
            </a:r>
          </a:p>
          <a:p>
            <a:pPr algn="ctr"/>
            <a:r>
              <a:rPr lang="de-DE" sz="800" dirty="0">
                <a:solidFill>
                  <a:schemeClr val="tx1"/>
                </a:solidFill>
              </a:rPr>
              <a:t>255</a:t>
            </a:r>
            <a:endParaRPr lang="en-US" sz="800" dirty="0">
              <a:solidFill>
                <a:schemeClr val="tx1"/>
              </a:solidFill>
            </a:endParaRPr>
          </a:p>
        </p:txBody>
      </p:sp>
      <p:sp>
        <p:nvSpPr>
          <p:cNvPr id="16" name="Rectangle 15">
            <a:extLst>
              <a:ext uri="{FF2B5EF4-FFF2-40B4-BE49-F238E27FC236}">
                <a16:creationId xmlns:a16="http://schemas.microsoft.com/office/drawing/2014/main" id="{22AAF0F9-8741-4BB0-A914-F03396E34EA0}"/>
              </a:ext>
            </a:extLst>
          </p:cNvPr>
          <p:cNvSpPr/>
          <p:nvPr/>
        </p:nvSpPr>
        <p:spPr bwMode="gray">
          <a:xfrm>
            <a:off x="-624160" y="590269"/>
            <a:ext cx="457171" cy="457052"/>
          </a:xfrm>
          <a:prstGeom prst="rect">
            <a:avLst/>
          </a:prstGeom>
          <a:solidFill>
            <a:srgbClr val="262F3C"/>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38</a:t>
            </a:r>
          </a:p>
          <a:p>
            <a:pPr algn="ctr"/>
            <a:r>
              <a:rPr lang="de-DE" sz="800" dirty="0">
                <a:solidFill>
                  <a:schemeClr val="bg1"/>
                </a:solidFill>
              </a:rPr>
              <a:t>47</a:t>
            </a:r>
          </a:p>
          <a:p>
            <a:pPr algn="ctr"/>
            <a:r>
              <a:rPr lang="de-DE" sz="800" dirty="0">
                <a:solidFill>
                  <a:schemeClr val="bg1"/>
                </a:solidFill>
              </a:rPr>
              <a:t>60</a:t>
            </a:r>
            <a:endParaRPr lang="en-US" sz="800" dirty="0">
              <a:solidFill>
                <a:schemeClr val="bg1"/>
              </a:solidFill>
            </a:endParaRPr>
          </a:p>
        </p:txBody>
      </p:sp>
      <p:sp>
        <p:nvSpPr>
          <p:cNvPr id="17" name="Rectangle 16">
            <a:extLst>
              <a:ext uri="{FF2B5EF4-FFF2-40B4-BE49-F238E27FC236}">
                <a16:creationId xmlns:a16="http://schemas.microsoft.com/office/drawing/2014/main" id="{1ED187B0-203C-493F-A4BF-0D3826893744}"/>
              </a:ext>
            </a:extLst>
          </p:cNvPr>
          <p:cNvSpPr/>
          <p:nvPr/>
        </p:nvSpPr>
        <p:spPr bwMode="gray">
          <a:xfrm>
            <a:off x="-624160" y="1180538"/>
            <a:ext cx="457171" cy="457052"/>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175</a:t>
            </a:r>
          </a:p>
          <a:p>
            <a:pPr algn="ctr"/>
            <a:r>
              <a:rPr lang="de-DE" sz="800" dirty="0">
                <a:solidFill>
                  <a:schemeClr val="bg1"/>
                </a:solidFill>
              </a:rPr>
              <a:t>171</a:t>
            </a:r>
          </a:p>
          <a:p>
            <a:pPr algn="ctr"/>
            <a:r>
              <a:rPr lang="de-DE" sz="800" dirty="0">
                <a:solidFill>
                  <a:schemeClr val="bg1"/>
                </a:solidFill>
              </a:rPr>
              <a:t>171</a:t>
            </a:r>
            <a:endParaRPr lang="en-US" sz="800" dirty="0">
              <a:solidFill>
                <a:schemeClr val="bg1"/>
              </a:solidFill>
            </a:endParaRPr>
          </a:p>
        </p:txBody>
      </p:sp>
      <p:sp>
        <p:nvSpPr>
          <p:cNvPr id="18" name="Rectangle 17">
            <a:extLst>
              <a:ext uri="{FF2B5EF4-FFF2-40B4-BE49-F238E27FC236}">
                <a16:creationId xmlns:a16="http://schemas.microsoft.com/office/drawing/2014/main" id="{712B25BF-6F73-4DE0-B6F0-1DFFEC3A8B7C}"/>
              </a:ext>
            </a:extLst>
          </p:cNvPr>
          <p:cNvSpPr/>
          <p:nvPr/>
        </p:nvSpPr>
        <p:spPr bwMode="gray">
          <a:xfrm>
            <a:off x="-624160" y="1770807"/>
            <a:ext cx="457171" cy="457052"/>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173</a:t>
            </a:r>
          </a:p>
          <a:p>
            <a:pPr algn="ctr"/>
            <a:r>
              <a:rPr lang="de-DE" sz="800" dirty="0">
                <a:solidFill>
                  <a:schemeClr val="bg1"/>
                </a:solidFill>
              </a:rPr>
              <a:t>185</a:t>
            </a:r>
          </a:p>
          <a:p>
            <a:pPr algn="ctr"/>
            <a:r>
              <a:rPr lang="de-DE" sz="800" dirty="0">
                <a:solidFill>
                  <a:schemeClr val="bg1"/>
                </a:solidFill>
              </a:rPr>
              <a:t>202</a:t>
            </a:r>
            <a:endParaRPr lang="en-US" sz="800" dirty="0">
              <a:solidFill>
                <a:schemeClr val="bg1"/>
              </a:solidFill>
            </a:endParaRPr>
          </a:p>
        </p:txBody>
      </p:sp>
      <p:sp>
        <p:nvSpPr>
          <p:cNvPr id="19" name="Rectangle 18">
            <a:extLst>
              <a:ext uri="{FF2B5EF4-FFF2-40B4-BE49-F238E27FC236}">
                <a16:creationId xmlns:a16="http://schemas.microsoft.com/office/drawing/2014/main" id="{1091CA6E-82EB-4086-9A40-41C755DC90E2}"/>
              </a:ext>
            </a:extLst>
          </p:cNvPr>
          <p:cNvSpPr/>
          <p:nvPr/>
        </p:nvSpPr>
        <p:spPr bwMode="gray">
          <a:xfrm>
            <a:off x="-624160" y="2361076"/>
            <a:ext cx="457171" cy="457052"/>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51</a:t>
            </a:r>
          </a:p>
          <a:p>
            <a:pPr algn="ctr"/>
            <a:r>
              <a:rPr lang="de-DE" sz="800" dirty="0">
                <a:solidFill>
                  <a:schemeClr val="bg1"/>
                </a:solidFill>
              </a:rPr>
              <a:t>63</a:t>
            </a:r>
          </a:p>
          <a:p>
            <a:pPr algn="ctr"/>
            <a:r>
              <a:rPr lang="de-DE" sz="800" dirty="0">
                <a:solidFill>
                  <a:schemeClr val="bg1"/>
                </a:solidFill>
              </a:rPr>
              <a:t>80</a:t>
            </a:r>
            <a:endParaRPr lang="en-US" sz="800" dirty="0">
              <a:solidFill>
                <a:schemeClr val="bg1"/>
              </a:solidFill>
            </a:endParaRPr>
          </a:p>
        </p:txBody>
      </p:sp>
      <p:sp>
        <p:nvSpPr>
          <p:cNvPr id="20" name="Rectangle 19">
            <a:extLst>
              <a:ext uri="{FF2B5EF4-FFF2-40B4-BE49-F238E27FC236}">
                <a16:creationId xmlns:a16="http://schemas.microsoft.com/office/drawing/2014/main" id="{72D4E028-969B-4727-A5FE-F2BA33DEA33D}"/>
              </a:ext>
            </a:extLst>
          </p:cNvPr>
          <p:cNvSpPr/>
          <p:nvPr/>
        </p:nvSpPr>
        <p:spPr bwMode="gray">
          <a:xfrm>
            <a:off x="-624160" y="2951345"/>
            <a:ext cx="457171" cy="457052"/>
          </a:xfrm>
          <a:prstGeom prst="rect">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237</a:t>
            </a:r>
          </a:p>
          <a:p>
            <a:pPr algn="ctr"/>
            <a:r>
              <a:rPr lang="de-DE" sz="800" dirty="0">
                <a:solidFill>
                  <a:schemeClr val="bg1"/>
                </a:solidFill>
              </a:rPr>
              <a:t>125</a:t>
            </a:r>
          </a:p>
          <a:p>
            <a:pPr algn="ctr"/>
            <a:r>
              <a:rPr lang="de-DE" sz="800" dirty="0">
                <a:solidFill>
                  <a:schemeClr val="bg1"/>
                </a:solidFill>
              </a:rPr>
              <a:t>49</a:t>
            </a:r>
            <a:endParaRPr lang="en-US" sz="800" dirty="0">
              <a:solidFill>
                <a:schemeClr val="bg1"/>
              </a:solidFill>
            </a:endParaRPr>
          </a:p>
        </p:txBody>
      </p:sp>
      <p:sp>
        <p:nvSpPr>
          <p:cNvPr id="21" name="Rectangle 20">
            <a:extLst>
              <a:ext uri="{FF2B5EF4-FFF2-40B4-BE49-F238E27FC236}">
                <a16:creationId xmlns:a16="http://schemas.microsoft.com/office/drawing/2014/main" id="{0AFB58DB-3837-45E8-A9A4-D0BF3E546462}"/>
              </a:ext>
            </a:extLst>
          </p:cNvPr>
          <p:cNvSpPr/>
          <p:nvPr/>
        </p:nvSpPr>
        <p:spPr bwMode="gray">
          <a:xfrm>
            <a:off x="-624160" y="3541614"/>
            <a:ext cx="457171" cy="457052"/>
          </a:xfrm>
          <a:prstGeom prst="rect">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tx1"/>
                </a:solidFill>
              </a:rPr>
              <a:t>214</a:t>
            </a:r>
          </a:p>
          <a:p>
            <a:pPr algn="ctr"/>
            <a:r>
              <a:rPr lang="de-DE" sz="800" dirty="0">
                <a:solidFill>
                  <a:schemeClr val="tx1"/>
                </a:solidFill>
              </a:rPr>
              <a:t>220</a:t>
            </a:r>
          </a:p>
          <a:p>
            <a:pPr algn="ctr"/>
            <a:r>
              <a:rPr lang="de-DE" sz="800" dirty="0">
                <a:solidFill>
                  <a:schemeClr val="tx1"/>
                </a:solidFill>
              </a:rPr>
              <a:t>229</a:t>
            </a:r>
            <a:endParaRPr lang="en-US" sz="800" dirty="0">
              <a:solidFill>
                <a:schemeClr val="tx1"/>
              </a:solidFill>
            </a:endParaRPr>
          </a:p>
        </p:txBody>
      </p:sp>
      <p:sp>
        <p:nvSpPr>
          <p:cNvPr id="22" name="Rectangle 21">
            <a:extLst>
              <a:ext uri="{FF2B5EF4-FFF2-40B4-BE49-F238E27FC236}">
                <a16:creationId xmlns:a16="http://schemas.microsoft.com/office/drawing/2014/main" id="{C7A8955D-E584-4754-BE80-5D09F7E7B5C0}"/>
              </a:ext>
            </a:extLst>
          </p:cNvPr>
          <p:cNvSpPr/>
          <p:nvPr/>
        </p:nvSpPr>
        <p:spPr bwMode="gray">
          <a:xfrm>
            <a:off x="-624160" y="4131883"/>
            <a:ext cx="457171" cy="457052"/>
          </a:xfrm>
          <a:prstGeom prst="rect">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68</a:t>
            </a:r>
          </a:p>
          <a:p>
            <a:pPr algn="ctr"/>
            <a:r>
              <a:rPr lang="de-DE" sz="800" dirty="0">
                <a:solidFill>
                  <a:schemeClr val="bg1"/>
                </a:solidFill>
              </a:rPr>
              <a:t>84</a:t>
            </a:r>
          </a:p>
          <a:p>
            <a:pPr algn="ctr"/>
            <a:r>
              <a:rPr lang="de-DE" sz="800" dirty="0">
                <a:solidFill>
                  <a:schemeClr val="bg1"/>
                </a:solidFill>
              </a:rPr>
              <a:t>106</a:t>
            </a:r>
            <a:endParaRPr lang="en-US" sz="800" dirty="0">
              <a:solidFill>
                <a:schemeClr val="bg1"/>
              </a:solidFill>
            </a:endParaRPr>
          </a:p>
        </p:txBody>
      </p:sp>
      <p:sp>
        <p:nvSpPr>
          <p:cNvPr id="23" name="Rectangle 22">
            <a:extLst>
              <a:ext uri="{FF2B5EF4-FFF2-40B4-BE49-F238E27FC236}">
                <a16:creationId xmlns:a16="http://schemas.microsoft.com/office/drawing/2014/main" id="{3D13A657-08A3-4308-A2D3-7AC7B059EF53}"/>
              </a:ext>
            </a:extLst>
          </p:cNvPr>
          <p:cNvSpPr/>
          <p:nvPr/>
        </p:nvSpPr>
        <p:spPr bwMode="gray">
          <a:xfrm>
            <a:off x="-624160" y="4722152"/>
            <a:ext cx="457171" cy="457052"/>
          </a:xfrm>
          <a:prstGeom prst="rect">
            <a:avLst/>
          </a:prstGeom>
          <a:solidFill>
            <a:schemeClr val="accent5"/>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tx1"/>
                </a:solidFill>
              </a:rPr>
              <a:t>255</a:t>
            </a:r>
          </a:p>
          <a:p>
            <a:pPr algn="ctr"/>
            <a:r>
              <a:rPr lang="de-DE" sz="800" dirty="0">
                <a:solidFill>
                  <a:schemeClr val="tx1"/>
                </a:solidFill>
              </a:rPr>
              <a:t>192</a:t>
            </a:r>
          </a:p>
          <a:p>
            <a:pPr algn="ctr"/>
            <a:r>
              <a:rPr lang="de-DE" sz="800" dirty="0">
                <a:solidFill>
                  <a:schemeClr val="tx1"/>
                </a:solidFill>
              </a:rPr>
              <a:t>0</a:t>
            </a:r>
            <a:endParaRPr lang="en-US" sz="800" dirty="0">
              <a:solidFill>
                <a:schemeClr val="tx1"/>
              </a:solidFill>
            </a:endParaRPr>
          </a:p>
        </p:txBody>
      </p:sp>
      <p:sp>
        <p:nvSpPr>
          <p:cNvPr id="32" name="Rectangle 31">
            <a:extLst>
              <a:ext uri="{FF2B5EF4-FFF2-40B4-BE49-F238E27FC236}">
                <a16:creationId xmlns:a16="http://schemas.microsoft.com/office/drawing/2014/main" id="{4C0BA6F9-6A0E-4EA1-BCCE-A51E452355A1}"/>
              </a:ext>
            </a:extLst>
          </p:cNvPr>
          <p:cNvSpPr/>
          <p:nvPr/>
        </p:nvSpPr>
        <p:spPr bwMode="gray">
          <a:xfrm>
            <a:off x="-624160" y="5312420"/>
            <a:ext cx="457171" cy="457052"/>
          </a:xfrm>
          <a:prstGeom prst="rect">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tx1"/>
                </a:solidFill>
              </a:rPr>
              <a:t>231</a:t>
            </a:r>
          </a:p>
          <a:p>
            <a:pPr algn="ctr"/>
            <a:r>
              <a:rPr lang="de-DE" sz="800" dirty="0">
                <a:solidFill>
                  <a:schemeClr val="tx1"/>
                </a:solidFill>
              </a:rPr>
              <a:t>230</a:t>
            </a:r>
          </a:p>
          <a:p>
            <a:pPr algn="ctr"/>
            <a:r>
              <a:rPr lang="de-DE" sz="800" dirty="0">
                <a:solidFill>
                  <a:schemeClr val="tx1"/>
                </a:solidFill>
              </a:rPr>
              <a:t>230</a:t>
            </a:r>
            <a:endParaRPr lang="en-US" sz="800" dirty="0">
              <a:solidFill>
                <a:schemeClr val="tx1"/>
              </a:solidFill>
            </a:endParaRPr>
          </a:p>
        </p:txBody>
      </p:sp>
      <p:pic>
        <p:nvPicPr>
          <p:cNvPr id="33" name="Image 7">
            <a:extLst>
              <a:ext uri="{FF2B5EF4-FFF2-40B4-BE49-F238E27FC236}">
                <a16:creationId xmlns:a16="http://schemas.microsoft.com/office/drawing/2014/main" id="{41469AFD-EE1D-4026-AE70-E4974AB7F681}"/>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0552103" y="185739"/>
            <a:ext cx="1414413" cy="254528"/>
          </a:xfrm>
          <a:prstGeom prst="rect">
            <a:avLst/>
          </a:prstGeom>
        </p:spPr>
      </p:pic>
    </p:spTree>
    <p:extLst>
      <p:ext uri="{BB962C8B-B14F-4D97-AF65-F5344CB8AC3E}">
        <p14:creationId xmlns:p14="http://schemas.microsoft.com/office/powerpoint/2010/main" val="261079862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126" rtl="0" eaLnBrk="1" latinLnBrk="0" hangingPunct="1">
        <a:lnSpc>
          <a:spcPct val="100000"/>
        </a:lnSpc>
        <a:spcBef>
          <a:spcPct val="0"/>
        </a:spcBef>
        <a:buNone/>
        <a:defRPr sz="2000" b="1" kern="1200">
          <a:solidFill>
            <a:schemeClr val="tx1"/>
          </a:solidFill>
          <a:latin typeface="Calibri" panose="020F0502020204030204" pitchFamily="34" charset="0"/>
          <a:ea typeface="+mj-ea"/>
          <a:cs typeface="Calibri" panose="020F0502020204030204" pitchFamily="34" charset="0"/>
        </a:defRPr>
      </a:lvl1pPr>
    </p:titleStyle>
    <p:bodyStyle>
      <a:lvl1pPr marL="0" indent="0" algn="l" defTabSz="914126" rtl="0" eaLnBrk="1" latinLnBrk="0" hangingPunct="1">
        <a:lnSpc>
          <a:spcPct val="100000"/>
        </a:lnSpc>
        <a:spcBef>
          <a:spcPts val="600"/>
        </a:spcBef>
        <a:buFont typeface="Arial" panose="020B0604020202020204" pitchFamily="34" charset="0"/>
        <a:buNone/>
        <a:defRPr sz="1400" kern="1200">
          <a:solidFill>
            <a:schemeClr val="tx1"/>
          </a:solidFill>
          <a:latin typeface="Calibri" panose="020F0502020204030204" pitchFamily="34" charset="0"/>
          <a:ea typeface="+mn-ea"/>
          <a:cs typeface="Calibri" panose="020F0502020204030204" pitchFamily="34" charset="0"/>
        </a:defRPr>
      </a:lvl1pPr>
      <a:lvl2pPr marL="216000" indent="-216000" algn="l" defTabSz="914126"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Calibri" panose="020F0502020204030204" pitchFamily="34" charset="0"/>
          <a:ea typeface="+mn-ea"/>
          <a:cs typeface="Calibri" panose="020F0502020204030204" pitchFamily="34" charset="0"/>
        </a:defRPr>
      </a:lvl2pPr>
      <a:lvl3pPr marL="432000" indent="-216000" algn="l" defTabSz="914126" rtl="0" eaLnBrk="1" latinLnBrk="0" hangingPunct="1">
        <a:lnSpc>
          <a:spcPct val="100000"/>
        </a:lnSpc>
        <a:spcBef>
          <a:spcPts val="600"/>
        </a:spcBef>
        <a:buClr>
          <a:schemeClr val="tx1"/>
        </a:buClr>
        <a:buFont typeface="Wingdings" panose="05000000000000000000" pitchFamily="2" charset="2"/>
        <a:buChar char="§"/>
        <a:defRPr sz="1200" kern="1200">
          <a:solidFill>
            <a:schemeClr val="tx1"/>
          </a:solidFill>
          <a:latin typeface="Calibri" panose="020F0502020204030204" pitchFamily="34" charset="0"/>
          <a:ea typeface="+mn-ea"/>
          <a:cs typeface="Calibri" panose="020F0502020204030204" pitchFamily="34" charset="0"/>
        </a:defRPr>
      </a:lvl3pPr>
      <a:lvl4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4pPr>
      <a:lvl5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5pPr>
      <a:lvl6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6pPr>
      <a:lvl7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7pPr>
      <a:lvl8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8pPr>
      <a:lvl9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9pPr>
    </p:bodyStyle>
    <p:otherStyle>
      <a:defPPr>
        <a:defRPr lang="en-US"/>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44" orient="horz" pos="1098">
          <p15:clr>
            <a:srgbClr val="F26B43"/>
          </p15:clr>
        </p15:guide>
        <p15:guide id="45" pos="272">
          <p15:clr>
            <a:srgbClr val="F26B43"/>
          </p15:clr>
        </p15:guide>
        <p15:guide id="46" pos="7406">
          <p15:clr>
            <a:srgbClr val="F26B43"/>
          </p15:clr>
        </p15:guide>
        <p15:guide id="47" pos="3615">
          <p15:clr>
            <a:srgbClr val="F26B43"/>
          </p15:clr>
        </p15:guide>
        <p15:guide id="48" pos="4064">
          <p15:clr>
            <a:srgbClr val="F26B43"/>
          </p15:clr>
        </p15:guide>
        <p15:guide id="49" orient="horz" pos="398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5A7F1146-BFBD-4A5F-A43C-7E486C2C9E8E}"/>
              </a:ext>
            </a:extLst>
          </p:cNvPr>
          <p:cNvGraphicFramePr>
            <a:graphicFrameLocks noChangeAspect="1"/>
          </p:cNvGraphicFramePr>
          <p:nvPr>
            <p:custDataLst>
              <p:tags r:id="rId11"/>
            </p:custDataLst>
            <p:extLst>
              <p:ext uri="{D42A27DB-BD31-4B8C-83A1-F6EECF244321}">
                <p14:modId xmlns:p14="http://schemas.microsoft.com/office/powerpoint/2010/main" val="1352538147"/>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13" imgW="395" imgH="394" progId="TCLayout.ActiveDocument.1">
                  <p:embed/>
                </p:oleObj>
              </mc:Choice>
              <mc:Fallback>
                <p:oleObj name="think-cell Slide" r:id="rId13" imgW="395" imgH="394" progId="TCLayout.ActiveDocument.1">
                  <p:embed/>
                  <p:pic>
                    <p:nvPicPr>
                      <p:cNvPr id="9" name="Objekt 8" hidden="1">
                        <a:extLst>
                          <a:ext uri="{FF2B5EF4-FFF2-40B4-BE49-F238E27FC236}">
                            <a16:creationId xmlns:a16="http://schemas.microsoft.com/office/drawing/2014/main" id="{5A7F1146-BFBD-4A5F-A43C-7E486C2C9E8E}"/>
                          </a:ext>
                        </a:extLst>
                      </p:cNvPr>
                      <p:cNvPicPr/>
                      <p:nvPr/>
                    </p:nvPicPr>
                    <p:blipFill>
                      <a:blip r:embed="rId14"/>
                      <a:stretch>
                        <a:fillRect/>
                      </a:stretch>
                    </p:blipFill>
                    <p:spPr>
                      <a:xfrm>
                        <a:off x="1589" y="1588"/>
                        <a:ext cx="1588" cy="1588"/>
                      </a:xfrm>
                      <a:prstGeom prst="rect">
                        <a:avLst/>
                      </a:prstGeom>
                    </p:spPr>
                  </p:pic>
                </p:oleObj>
              </mc:Fallback>
            </mc:AlternateContent>
          </a:graphicData>
        </a:graphic>
      </p:graphicFrame>
      <p:sp>
        <p:nvSpPr>
          <p:cNvPr id="8" name="Rechteck 7" hidden="1">
            <a:extLst>
              <a:ext uri="{FF2B5EF4-FFF2-40B4-BE49-F238E27FC236}">
                <a16:creationId xmlns:a16="http://schemas.microsoft.com/office/drawing/2014/main" id="{A1E9C2A0-D436-4474-BD46-656E00D03244}"/>
              </a:ext>
            </a:extLst>
          </p:cNvPr>
          <p:cNvSpPr/>
          <p:nvPr>
            <p:custDataLst>
              <p:tags r:id="rId12"/>
            </p:custDataLst>
          </p:nvPr>
        </p:nvSpPr>
        <p:spPr bwMode="gray">
          <a:xfrm>
            <a:off x="0" y="0"/>
            <a:ext cx="158791" cy="15875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endParaRPr lang="en-US" sz="2000" b="1" i="0" baseline="0" dirty="0">
              <a:solidFill>
                <a:schemeClr val="bg1"/>
              </a:solidFill>
              <a:latin typeface="Arial" panose="020B0604020202020204" pitchFamily="34" charset="0"/>
              <a:ea typeface="+mj-ea"/>
              <a:cs typeface="+mj-cs"/>
              <a:sym typeface="Arial" panose="020B0604020202020204" pitchFamily="34" charset="0"/>
            </a:endParaRPr>
          </a:p>
        </p:txBody>
      </p:sp>
      <p:sp>
        <p:nvSpPr>
          <p:cNvPr id="2" name="Title Placeholder 1"/>
          <p:cNvSpPr>
            <a:spLocks noGrp="1"/>
          </p:cNvSpPr>
          <p:nvPr>
            <p:ph type="title"/>
          </p:nvPr>
        </p:nvSpPr>
        <p:spPr bwMode="gray">
          <a:xfrm>
            <a:off x="415240" y="773320"/>
            <a:ext cx="11342467" cy="255587"/>
          </a:xfrm>
          <a:prstGeom prst="rect">
            <a:avLst/>
          </a:prstGeom>
        </p:spPr>
        <p:txBody>
          <a:bodyPr vert="horz" lIns="0" tIns="0" rIns="0" bIns="0" rtlCol="0" anchor="t">
            <a:noAutofit/>
          </a:bodyPr>
          <a:lstStyle/>
          <a:p>
            <a:r>
              <a:rPr lang="de-DE" dirty="0"/>
              <a:t>Mastertitelformat bearbeiten</a:t>
            </a:r>
            <a:endParaRPr lang="en-US" dirty="0"/>
          </a:p>
        </p:txBody>
      </p:sp>
      <p:sp>
        <p:nvSpPr>
          <p:cNvPr id="3" name="Text Placeholder 2"/>
          <p:cNvSpPr>
            <a:spLocks noGrp="1"/>
          </p:cNvSpPr>
          <p:nvPr>
            <p:ph type="body" idx="1"/>
          </p:nvPr>
        </p:nvSpPr>
        <p:spPr bwMode="gray">
          <a:xfrm>
            <a:off x="420002" y="1701005"/>
            <a:ext cx="11337704" cy="4619627"/>
          </a:xfrm>
          <a:prstGeom prst="rect">
            <a:avLst/>
          </a:prstGeom>
        </p:spPr>
        <p:txBody>
          <a:bodyPr vert="horz" lIns="0" tIns="0" rIns="0" bIns="0" rtlCol="0" anchor="t">
            <a:no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bwMode="gray">
          <a:xfrm>
            <a:off x="431913" y="6479919"/>
            <a:ext cx="538521" cy="120649"/>
          </a:xfrm>
          <a:prstGeom prst="rect">
            <a:avLst/>
          </a:prstGeom>
        </p:spPr>
        <p:txBody>
          <a:bodyPr vert="horz" lIns="0" tIns="0" rIns="0" bIns="0" rtlCol="0" anchor="t">
            <a:noAutofit/>
          </a:bodyPr>
          <a:lstStyle>
            <a:lvl1pPr algn="l">
              <a:defRPr sz="800">
                <a:noFill/>
              </a:defRPr>
            </a:lvl1pPr>
            <a:lvl2pPr marL="0">
              <a:defRPr sz="800">
                <a:noFill/>
              </a:defRPr>
            </a:lvl2pPr>
            <a:lvl3pPr marL="0">
              <a:defRPr sz="800">
                <a:noFill/>
              </a:defRPr>
            </a:lvl3pPr>
            <a:lvl4pPr marL="0">
              <a:defRPr sz="800">
                <a:noFill/>
              </a:defRPr>
            </a:lvl4pPr>
            <a:lvl5pPr marL="0">
              <a:defRPr sz="800">
                <a:noFill/>
              </a:defRPr>
            </a:lvl5pPr>
            <a:lvl6pPr marL="0">
              <a:defRPr sz="800">
                <a:noFill/>
              </a:defRPr>
            </a:lvl6pPr>
            <a:lvl7pPr marL="0">
              <a:defRPr sz="800">
                <a:noFill/>
              </a:defRPr>
            </a:lvl7pPr>
            <a:lvl8pPr marL="0">
              <a:defRPr sz="800">
                <a:noFill/>
              </a:defRPr>
            </a:lvl8pPr>
            <a:lvl9pPr marL="0">
              <a:defRPr sz="800">
                <a:noFill/>
              </a:defRPr>
            </a:lvl9pPr>
          </a:lstStyle>
          <a:p>
            <a:fld id="{BDC36867-AF14-4F21-B2D1-C8EBB7CFCFDD}" type="datetime1">
              <a:rPr lang="en-US" smtClean="0"/>
              <a:t>11/17/2022</a:t>
            </a:fld>
            <a:endParaRPr lang="en-US" dirty="0"/>
          </a:p>
        </p:txBody>
      </p:sp>
      <p:sp>
        <p:nvSpPr>
          <p:cNvPr id="5" name="Footer Placeholder 4"/>
          <p:cNvSpPr>
            <a:spLocks noGrp="1"/>
          </p:cNvSpPr>
          <p:nvPr>
            <p:ph type="ftr" sz="quarter" idx="3"/>
          </p:nvPr>
        </p:nvSpPr>
        <p:spPr bwMode="gray">
          <a:xfrm>
            <a:off x="1086402" y="6479919"/>
            <a:ext cx="1978271" cy="120649"/>
          </a:xfrm>
          <a:prstGeom prst="rect">
            <a:avLst/>
          </a:prstGeom>
        </p:spPr>
        <p:txBody>
          <a:bodyPr vert="horz" lIns="0" tIns="0" rIns="0" bIns="0" rtlCol="0" anchor="t">
            <a:noAutofit/>
          </a:bodyPr>
          <a:lstStyle>
            <a:lvl1pPr algn="l">
              <a:defRPr sz="800">
                <a:noFill/>
              </a:defRPr>
            </a:lvl1pPr>
            <a:lvl2pPr marL="0">
              <a:defRPr sz="800">
                <a:noFill/>
              </a:defRPr>
            </a:lvl2pPr>
            <a:lvl3pPr marL="0">
              <a:defRPr sz="800">
                <a:noFill/>
              </a:defRPr>
            </a:lvl3pPr>
            <a:lvl4pPr marL="0">
              <a:defRPr sz="800">
                <a:noFill/>
              </a:defRPr>
            </a:lvl4pPr>
            <a:lvl5pPr marL="0">
              <a:defRPr sz="800">
                <a:noFill/>
              </a:defRPr>
            </a:lvl5pPr>
            <a:lvl6pPr marL="0">
              <a:defRPr sz="800">
                <a:noFill/>
              </a:defRPr>
            </a:lvl6pPr>
            <a:lvl7pPr marL="0">
              <a:defRPr sz="800">
                <a:noFill/>
              </a:defRPr>
            </a:lvl7pPr>
            <a:lvl8pPr marL="0">
              <a:defRPr sz="800">
                <a:noFill/>
              </a:defRPr>
            </a:lvl8pPr>
            <a:lvl9pPr marL="0">
              <a:defRPr sz="800">
                <a:noFill/>
              </a:defRPr>
            </a:lvl9pPr>
          </a:lstStyle>
          <a:p>
            <a:endParaRPr lang="en-US" dirty="0"/>
          </a:p>
        </p:txBody>
      </p:sp>
      <p:sp>
        <p:nvSpPr>
          <p:cNvPr id="6" name="Slide Number Placeholder 5"/>
          <p:cNvSpPr>
            <a:spLocks noGrp="1"/>
          </p:cNvSpPr>
          <p:nvPr>
            <p:ph type="sldNum" sz="quarter" idx="4"/>
          </p:nvPr>
        </p:nvSpPr>
        <p:spPr bwMode="gray">
          <a:xfrm>
            <a:off x="11637599" y="6479919"/>
            <a:ext cx="127251" cy="120649"/>
          </a:xfrm>
          <a:prstGeom prst="rect">
            <a:avLst/>
          </a:prstGeom>
        </p:spPr>
        <p:txBody>
          <a:bodyPr vert="horz" lIns="0" tIns="0" rIns="0" bIns="0" rtlCol="0" anchor="t">
            <a:noAutofit/>
          </a:bodyPr>
          <a:lstStyle>
            <a:lvl1pPr algn="r">
              <a:defRPr sz="800">
                <a:solidFill>
                  <a:schemeClr val="tx1"/>
                </a:solidFill>
              </a:defRPr>
            </a:lvl1pPr>
            <a:lvl2pPr marL="0" algn="r">
              <a:defRPr sz="800">
                <a:solidFill>
                  <a:schemeClr val="tx1"/>
                </a:solidFill>
              </a:defRPr>
            </a:lvl2pPr>
            <a:lvl3pPr marL="0" algn="r">
              <a:defRPr sz="800">
                <a:solidFill>
                  <a:schemeClr val="tx1"/>
                </a:solidFill>
              </a:defRPr>
            </a:lvl3pPr>
            <a:lvl4pPr marL="0" algn="r">
              <a:defRPr sz="800">
                <a:solidFill>
                  <a:schemeClr val="tx1"/>
                </a:solidFill>
              </a:defRPr>
            </a:lvl4pPr>
            <a:lvl5pPr marL="0" algn="r">
              <a:defRPr sz="800">
                <a:solidFill>
                  <a:schemeClr val="tx1"/>
                </a:solidFill>
              </a:defRPr>
            </a:lvl5pPr>
            <a:lvl6pPr marL="0" algn="r">
              <a:defRPr sz="800">
                <a:solidFill>
                  <a:schemeClr val="tx1"/>
                </a:solidFill>
              </a:defRPr>
            </a:lvl6pPr>
            <a:lvl7pPr marL="0" algn="r">
              <a:defRPr sz="800">
                <a:solidFill>
                  <a:schemeClr val="tx1"/>
                </a:solidFill>
              </a:defRPr>
            </a:lvl7pPr>
            <a:lvl8pPr marL="0" algn="r">
              <a:defRPr sz="800">
                <a:solidFill>
                  <a:schemeClr val="tx1"/>
                </a:solidFill>
              </a:defRPr>
            </a:lvl8pPr>
            <a:lvl9pPr marL="0" algn="r">
              <a:defRPr sz="800">
                <a:solidFill>
                  <a:schemeClr val="tx1"/>
                </a:solidFill>
              </a:defRPr>
            </a:lvl9pPr>
          </a:lstStyle>
          <a:p>
            <a:fld id="{66AA3846-8976-4D24-8224-CEE1235CE9F4}" type="slidenum">
              <a:rPr lang="en-US" smtClean="0"/>
              <a:pPr/>
              <a:t>‹#›</a:t>
            </a:fld>
            <a:endParaRPr lang="en-US" dirty="0"/>
          </a:p>
        </p:txBody>
      </p:sp>
      <p:sp>
        <p:nvSpPr>
          <p:cNvPr id="7" name="Rectangle 6">
            <a:extLst>
              <a:ext uri="{FF2B5EF4-FFF2-40B4-BE49-F238E27FC236}">
                <a16:creationId xmlns:a16="http://schemas.microsoft.com/office/drawing/2014/main" id="{021947F3-1E28-4268-8DC3-54FC76E6EC31}"/>
              </a:ext>
            </a:extLst>
          </p:cNvPr>
          <p:cNvSpPr/>
          <p:nvPr/>
        </p:nvSpPr>
        <p:spPr bwMode="gray">
          <a:xfrm>
            <a:off x="-624160" y="0"/>
            <a:ext cx="457171" cy="457052"/>
          </a:xfrm>
          <a:prstGeom prst="rect">
            <a:avLst/>
          </a:prstGeom>
          <a:solidFill>
            <a:schemeClr val="bg1">
              <a:alpha val="0"/>
            </a:schemeClr>
          </a:solidFill>
          <a:ln w="63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tx1"/>
                </a:solidFill>
              </a:rPr>
              <a:t>255</a:t>
            </a:r>
          </a:p>
          <a:p>
            <a:pPr algn="ctr"/>
            <a:r>
              <a:rPr lang="de-DE" sz="800" dirty="0">
                <a:solidFill>
                  <a:schemeClr val="tx1"/>
                </a:solidFill>
              </a:rPr>
              <a:t>255</a:t>
            </a:r>
          </a:p>
          <a:p>
            <a:pPr algn="ctr"/>
            <a:r>
              <a:rPr lang="de-DE" sz="800" dirty="0">
                <a:solidFill>
                  <a:schemeClr val="tx1"/>
                </a:solidFill>
              </a:rPr>
              <a:t>255</a:t>
            </a:r>
            <a:endParaRPr lang="en-US" sz="800" dirty="0">
              <a:solidFill>
                <a:schemeClr val="tx1"/>
              </a:solidFill>
            </a:endParaRPr>
          </a:p>
        </p:txBody>
      </p:sp>
      <p:sp>
        <p:nvSpPr>
          <p:cNvPr id="16" name="Rectangle 15">
            <a:extLst>
              <a:ext uri="{FF2B5EF4-FFF2-40B4-BE49-F238E27FC236}">
                <a16:creationId xmlns:a16="http://schemas.microsoft.com/office/drawing/2014/main" id="{22AAF0F9-8741-4BB0-A914-F03396E34EA0}"/>
              </a:ext>
            </a:extLst>
          </p:cNvPr>
          <p:cNvSpPr/>
          <p:nvPr/>
        </p:nvSpPr>
        <p:spPr bwMode="gray">
          <a:xfrm>
            <a:off x="-624160" y="590269"/>
            <a:ext cx="457171" cy="457052"/>
          </a:xfrm>
          <a:prstGeom prst="rect">
            <a:avLst/>
          </a:prstGeom>
          <a:solidFill>
            <a:srgbClr val="262F3C"/>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38</a:t>
            </a:r>
          </a:p>
          <a:p>
            <a:pPr algn="ctr"/>
            <a:r>
              <a:rPr lang="de-DE" sz="800" dirty="0">
                <a:solidFill>
                  <a:schemeClr val="bg1"/>
                </a:solidFill>
              </a:rPr>
              <a:t>47</a:t>
            </a:r>
          </a:p>
          <a:p>
            <a:pPr algn="ctr"/>
            <a:r>
              <a:rPr lang="de-DE" sz="800" dirty="0">
                <a:solidFill>
                  <a:schemeClr val="bg1"/>
                </a:solidFill>
              </a:rPr>
              <a:t>60</a:t>
            </a:r>
            <a:endParaRPr lang="en-US" sz="800" dirty="0">
              <a:solidFill>
                <a:schemeClr val="bg1"/>
              </a:solidFill>
            </a:endParaRPr>
          </a:p>
        </p:txBody>
      </p:sp>
      <p:sp>
        <p:nvSpPr>
          <p:cNvPr id="17" name="Rectangle 16">
            <a:extLst>
              <a:ext uri="{FF2B5EF4-FFF2-40B4-BE49-F238E27FC236}">
                <a16:creationId xmlns:a16="http://schemas.microsoft.com/office/drawing/2014/main" id="{1ED187B0-203C-493F-A4BF-0D3826893744}"/>
              </a:ext>
            </a:extLst>
          </p:cNvPr>
          <p:cNvSpPr/>
          <p:nvPr/>
        </p:nvSpPr>
        <p:spPr bwMode="gray">
          <a:xfrm>
            <a:off x="-624160" y="1180538"/>
            <a:ext cx="457171" cy="457052"/>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175</a:t>
            </a:r>
          </a:p>
          <a:p>
            <a:pPr algn="ctr"/>
            <a:r>
              <a:rPr lang="de-DE" sz="800" dirty="0">
                <a:solidFill>
                  <a:schemeClr val="bg1"/>
                </a:solidFill>
              </a:rPr>
              <a:t>171</a:t>
            </a:r>
          </a:p>
          <a:p>
            <a:pPr algn="ctr"/>
            <a:r>
              <a:rPr lang="de-DE" sz="800" dirty="0">
                <a:solidFill>
                  <a:schemeClr val="bg1"/>
                </a:solidFill>
              </a:rPr>
              <a:t>171</a:t>
            </a:r>
            <a:endParaRPr lang="en-US" sz="800" dirty="0">
              <a:solidFill>
                <a:schemeClr val="bg1"/>
              </a:solidFill>
            </a:endParaRPr>
          </a:p>
        </p:txBody>
      </p:sp>
      <p:sp>
        <p:nvSpPr>
          <p:cNvPr id="18" name="Rectangle 17">
            <a:extLst>
              <a:ext uri="{FF2B5EF4-FFF2-40B4-BE49-F238E27FC236}">
                <a16:creationId xmlns:a16="http://schemas.microsoft.com/office/drawing/2014/main" id="{712B25BF-6F73-4DE0-B6F0-1DFFEC3A8B7C}"/>
              </a:ext>
            </a:extLst>
          </p:cNvPr>
          <p:cNvSpPr/>
          <p:nvPr/>
        </p:nvSpPr>
        <p:spPr bwMode="gray">
          <a:xfrm>
            <a:off x="-624160" y="1770807"/>
            <a:ext cx="457171" cy="457052"/>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173</a:t>
            </a:r>
          </a:p>
          <a:p>
            <a:pPr algn="ctr"/>
            <a:r>
              <a:rPr lang="de-DE" sz="800" dirty="0">
                <a:solidFill>
                  <a:schemeClr val="bg1"/>
                </a:solidFill>
              </a:rPr>
              <a:t>185</a:t>
            </a:r>
          </a:p>
          <a:p>
            <a:pPr algn="ctr"/>
            <a:r>
              <a:rPr lang="de-DE" sz="800" dirty="0">
                <a:solidFill>
                  <a:schemeClr val="bg1"/>
                </a:solidFill>
              </a:rPr>
              <a:t>202</a:t>
            </a:r>
            <a:endParaRPr lang="en-US" sz="800" dirty="0">
              <a:solidFill>
                <a:schemeClr val="bg1"/>
              </a:solidFill>
            </a:endParaRPr>
          </a:p>
        </p:txBody>
      </p:sp>
      <p:sp>
        <p:nvSpPr>
          <p:cNvPr id="19" name="Rectangle 18">
            <a:extLst>
              <a:ext uri="{FF2B5EF4-FFF2-40B4-BE49-F238E27FC236}">
                <a16:creationId xmlns:a16="http://schemas.microsoft.com/office/drawing/2014/main" id="{1091CA6E-82EB-4086-9A40-41C755DC90E2}"/>
              </a:ext>
            </a:extLst>
          </p:cNvPr>
          <p:cNvSpPr/>
          <p:nvPr/>
        </p:nvSpPr>
        <p:spPr bwMode="gray">
          <a:xfrm>
            <a:off x="-624160" y="2361076"/>
            <a:ext cx="457171" cy="457052"/>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51</a:t>
            </a:r>
          </a:p>
          <a:p>
            <a:pPr algn="ctr"/>
            <a:r>
              <a:rPr lang="de-DE" sz="800" dirty="0">
                <a:solidFill>
                  <a:schemeClr val="bg1"/>
                </a:solidFill>
              </a:rPr>
              <a:t>63</a:t>
            </a:r>
          </a:p>
          <a:p>
            <a:pPr algn="ctr"/>
            <a:r>
              <a:rPr lang="de-DE" sz="800" dirty="0">
                <a:solidFill>
                  <a:schemeClr val="bg1"/>
                </a:solidFill>
              </a:rPr>
              <a:t>80</a:t>
            </a:r>
            <a:endParaRPr lang="en-US" sz="800" dirty="0">
              <a:solidFill>
                <a:schemeClr val="bg1"/>
              </a:solidFill>
            </a:endParaRPr>
          </a:p>
        </p:txBody>
      </p:sp>
      <p:sp>
        <p:nvSpPr>
          <p:cNvPr id="20" name="Rectangle 19">
            <a:extLst>
              <a:ext uri="{FF2B5EF4-FFF2-40B4-BE49-F238E27FC236}">
                <a16:creationId xmlns:a16="http://schemas.microsoft.com/office/drawing/2014/main" id="{72D4E028-969B-4727-A5FE-F2BA33DEA33D}"/>
              </a:ext>
            </a:extLst>
          </p:cNvPr>
          <p:cNvSpPr/>
          <p:nvPr/>
        </p:nvSpPr>
        <p:spPr bwMode="gray">
          <a:xfrm>
            <a:off x="-624160" y="2951345"/>
            <a:ext cx="457171" cy="457052"/>
          </a:xfrm>
          <a:prstGeom prst="rect">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237</a:t>
            </a:r>
          </a:p>
          <a:p>
            <a:pPr algn="ctr"/>
            <a:r>
              <a:rPr lang="de-DE" sz="800" dirty="0">
                <a:solidFill>
                  <a:schemeClr val="bg1"/>
                </a:solidFill>
              </a:rPr>
              <a:t>125</a:t>
            </a:r>
          </a:p>
          <a:p>
            <a:pPr algn="ctr"/>
            <a:r>
              <a:rPr lang="de-DE" sz="800" dirty="0">
                <a:solidFill>
                  <a:schemeClr val="bg1"/>
                </a:solidFill>
              </a:rPr>
              <a:t>49</a:t>
            </a:r>
            <a:endParaRPr lang="en-US" sz="800" dirty="0">
              <a:solidFill>
                <a:schemeClr val="bg1"/>
              </a:solidFill>
            </a:endParaRPr>
          </a:p>
        </p:txBody>
      </p:sp>
      <p:sp>
        <p:nvSpPr>
          <p:cNvPr id="21" name="Rectangle 20">
            <a:extLst>
              <a:ext uri="{FF2B5EF4-FFF2-40B4-BE49-F238E27FC236}">
                <a16:creationId xmlns:a16="http://schemas.microsoft.com/office/drawing/2014/main" id="{0AFB58DB-3837-45E8-A9A4-D0BF3E546462}"/>
              </a:ext>
            </a:extLst>
          </p:cNvPr>
          <p:cNvSpPr/>
          <p:nvPr/>
        </p:nvSpPr>
        <p:spPr bwMode="gray">
          <a:xfrm>
            <a:off x="-624160" y="3541614"/>
            <a:ext cx="457171" cy="457052"/>
          </a:xfrm>
          <a:prstGeom prst="rect">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tx1"/>
                </a:solidFill>
              </a:rPr>
              <a:t>214</a:t>
            </a:r>
          </a:p>
          <a:p>
            <a:pPr algn="ctr"/>
            <a:r>
              <a:rPr lang="de-DE" sz="800" dirty="0">
                <a:solidFill>
                  <a:schemeClr val="tx1"/>
                </a:solidFill>
              </a:rPr>
              <a:t>220</a:t>
            </a:r>
          </a:p>
          <a:p>
            <a:pPr algn="ctr"/>
            <a:r>
              <a:rPr lang="de-DE" sz="800" dirty="0">
                <a:solidFill>
                  <a:schemeClr val="tx1"/>
                </a:solidFill>
              </a:rPr>
              <a:t>229</a:t>
            </a:r>
            <a:endParaRPr lang="en-US" sz="800" dirty="0">
              <a:solidFill>
                <a:schemeClr val="tx1"/>
              </a:solidFill>
            </a:endParaRPr>
          </a:p>
        </p:txBody>
      </p:sp>
      <p:sp>
        <p:nvSpPr>
          <p:cNvPr id="22" name="Rectangle 21">
            <a:extLst>
              <a:ext uri="{FF2B5EF4-FFF2-40B4-BE49-F238E27FC236}">
                <a16:creationId xmlns:a16="http://schemas.microsoft.com/office/drawing/2014/main" id="{C7A8955D-E584-4754-BE80-5D09F7E7B5C0}"/>
              </a:ext>
            </a:extLst>
          </p:cNvPr>
          <p:cNvSpPr/>
          <p:nvPr/>
        </p:nvSpPr>
        <p:spPr bwMode="gray">
          <a:xfrm>
            <a:off x="-624160" y="4131883"/>
            <a:ext cx="457171" cy="457052"/>
          </a:xfrm>
          <a:prstGeom prst="rect">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68</a:t>
            </a:r>
          </a:p>
          <a:p>
            <a:pPr algn="ctr"/>
            <a:r>
              <a:rPr lang="de-DE" sz="800" dirty="0">
                <a:solidFill>
                  <a:schemeClr val="bg1"/>
                </a:solidFill>
              </a:rPr>
              <a:t>84</a:t>
            </a:r>
          </a:p>
          <a:p>
            <a:pPr algn="ctr"/>
            <a:r>
              <a:rPr lang="de-DE" sz="800" dirty="0">
                <a:solidFill>
                  <a:schemeClr val="bg1"/>
                </a:solidFill>
              </a:rPr>
              <a:t>106</a:t>
            </a:r>
            <a:endParaRPr lang="en-US" sz="800" dirty="0">
              <a:solidFill>
                <a:schemeClr val="bg1"/>
              </a:solidFill>
            </a:endParaRPr>
          </a:p>
        </p:txBody>
      </p:sp>
      <p:sp>
        <p:nvSpPr>
          <p:cNvPr id="23" name="Rectangle 22">
            <a:extLst>
              <a:ext uri="{FF2B5EF4-FFF2-40B4-BE49-F238E27FC236}">
                <a16:creationId xmlns:a16="http://schemas.microsoft.com/office/drawing/2014/main" id="{3D13A657-08A3-4308-A2D3-7AC7B059EF53}"/>
              </a:ext>
            </a:extLst>
          </p:cNvPr>
          <p:cNvSpPr/>
          <p:nvPr/>
        </p:nvSpPr>
        <p:spPr bwMode="gray">
          <a:xfrm>
            <a:off x="-624160" y="4722152"/>
            <a:ext cx="457171" cy="457052"/>
          </a:xfrm>
          <a:prstGeom prst="rect">
            <a:avLst/>
          </a:prstGeom>
          <a:solidFill>
            <a:schemeClr val="accent5"/>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tx1"/>
                </a:solidFill>
              </a:rPr>
              <a:t>255</a:t>
            </a:r>
          </a:p>
          <a:p>
            <a:pPr algn="ctr"/>
            <a:r>
              <a:rPr lang="de-DE" sz="800" dirty="0">
                <a:solidFill>
                  <a:schemeClr val="tx1"/>
                </a:solidFill>
              </a:rPr>
              <a:t>192</a:t>
            </a:r>
          </a:p>
          <a:p>
            <a:pPr algn="ctr"/>
            <a:r>
              <a:rPr lang="de-DE" sz="800" dirty="0">
                <a:solidFill>
                  <a:schemeClr val="tx1"/>
                </a:solidFill>
              </a:rPr>
              <a:t>0</a:t>
            </a:r>
            <a:endParaRPr lang="en-US" sz="800" dirty="0">
              <a:solidFill>
                <a:schemeClr val="tx1"/>
              </a:solidFill>
            </a:endParaRPr>
          </a:p>
        </p:txBody>
      </p:sp>
      <p:sp>
        <p:nvSpPr>
          <p:cNvPr id="32" name="Rectangle 31">
            <a:extLst>
              <a:ext uri="{FF2B5EF4-FFF2-40B4-BE49-F238E27FC236}">
                <a16:creationId xmlns:a16="http://schemas.microsoft.com/office/drawing/2014/main" id="{4C0BA6F9-6A0E-4EA1-BCCE-A51E452355A1}"/>
              </a:ext>
            </a:extLst>
          </p:cNvPr>
          <p:cNvSpPr/>
          <p:nvPr/>
        </p:nvSpPr>
        <p:spPr bwMode="gray">
          <a:xfrm>
            <a:off x="-624160" y="5312420"/>
            <a:ext cx="457171" cy="457052"/>
          </a:xfrm>
          <a:prstGeom prst="rect">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tx1"/>
                </a:solidFill>
              </a:rPr>
              <a:t>231</a:t>
            </a:r>
          </a:p>
          <a:p>
            <a:pPr algn="ctr"/>
            <a:r>
              <a:rPr lang="de-DE" sz="800" dirty="0">
                <a:solidFill>
                  <a:schemeClr val="tx1"/>
                </a:solidFill>
              </a:rPr>
              <a:t>230</a:t>
            </a:r>
          </a:p>
          <a:p>
            <a:pPr algn="ctr"/>
            <a:r>
              <a:rPr lang="de-DE" sz="800" dirty="0">
                <a:solidFill>
                  <a:schemeClr val="tx1"/>
                </a:solidFill>
              </a:rPr>
              <a:t>230</a:t>
            </a:r>
            <a:endParaRPr lang="en-US" sz="800" dirty="0">
              <a:solidFill>
                <a:schemeClr val="tx1"/>
              </a:solidFill>
            </a:endParaRPr>
          </a:p>
        </p:txBody>
      </p:sp>
      <p:pic>
        <p:nvPicPr>
          <p:cNvPr id="33" name="Image 7">
            <a:extLst>
              <a:ext uri="{FF2B5EF4-FFF2-40B4-BE49-F238E27FC236}">
                <a16:creationId xmlns:a16="http://schemas.microsoft.com/office/drawing/2014/main" id="{41469AFD-EE1D-4026-AE70-E4974AB7F681}"/>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0552103" y="185739"/>
            <a:ext cx="1414413" cy="254528"/>
          </a:xfrm>
          <a:prstGeom prst="rect">
            <a:avLst/>
          </a:prstGeom>
        </p:spPr>
      </p:pic>
    </p:spTree>
    <p:extLst>
      <p:ext uri="{BB962C8B-B14F-4D97-AF65-F5344CB8AC3E}">
        <p14:creationId xmlns:p14="http://schemas.microsoft.com/office/powerpoint/2010/main" val="194258623"/>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126" rtl="0" eaLnBrk="1" latinLnBrk="0" hangingPunct="1">
        <a:lnSpc>
          <a:spcPct val="100000"/>
        </a:lnSpc>
        <a:spcBef>
          <a:spcPct val="0"/>
        </a:spcBef>
        <a:buNone/>
        <a:defRPr sz="2000" b="1" kern="1200">
          <a:solidFill>
            <a:schemeClr val="tx1"/>
          </a:solidFill>
          <a:latin typeface="Calibri" panose="020F0502020204030204" pitchFamily="34" charset="0"/>
          <a:ea typeface="+mj-ea"/>
          <a:cs typeface="Calibri" panose="020F0502020204030204" pitchFamily="34" charset="0"/>
        </a:defRPr>
      </a:lvl1pPr>
    </p:titleStyle>
    <p:bodyStyle>
      <a:lvl1pPr marL="0" indent="0" algn="l" defTabSz="914126" rtl="0" eaLnBrk="1" latinLnBrk="0" hangingPunct="1">
        <a:lnSpc>
          <a:spcPct val="100000"/>
        </a:lnSpc>
        <a:spcBef>
          <a:spcPts val="600"/>
        </a:spcBef>
        <a:buFont typeface="Arial" panose="020B0604020202020204" pitchFamily="34" charset="0"/>
        <a:buNone/>
        <a:defRPr sz="1400" kern="1200">
          <a:solidFill>
            <a:schemeClr val="tx1"/>
          </a:solidFill>
          <a:latin typeface="Calibri" panose="020F0502020204030204" pitchFamily="34" charset="0"/>
          <a:ea typeface="+mn-ea"/>
          <a:cs typeface="Calibri" panose="020F0502020204030204" pitchFamily="34" charset="0"/>
        </a:defRPr>
      </a:lvl1pPr>
      <a:lvl2pPr marL="216000" indent="-216000" algn="l" defTabSz="914126"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Calibri" panose="020F0502020204030204" pitchFamily="34" charset="0"/>
          <a:ea typeface="+mn-ea"/>
          <a:cs typeface="Calibri" panose="020F0502020204030204" pitchFamily="34" charset="0"/>
        </a:defRPr>
      </a:lvl2pPr>
      <a:lvl3pPr marL="432000" indent="-216000" algn="l" defTabSz="914126" rtl="0" eaLnBrk="1" latinLnBrk="0" hangingPunct="1">
        <a:lnSpc>
          <a:spcPct val="100000"/>
        </a:lnSpc>
        <a:spcBef>
          <a:spcPts val="600"/>
        </a:spcBef>
        <a:buClr>
          <a:schemeClr val="tx1"/>
        </a:buClr>
        <a:buFont typeface="Wingdings" panose="05000000000000000000" pitchFamily="2" charset="2"/>
        <a:buChar char="§"/>
        <a:defRPr sz="1200" kern="1200">
          <a:solidFill>
            <a:schemeClr val="tx1"/>
          </a:solidFill>
          <a:latin typeface="Calibri" panose="020F0502020204030204" pitchFamily="34" charset="0"/>
          <a:ea typeface="+mn-ea"/>
          <a:cs typeface="Calibri" panose="020F0502020204030204" pitchFamily="34" charset="0"/>
        </a:defRPr>
      </a:lvl3pPr>
      <a:lvl4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4pPr>
      <a:lvl5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5pPr>
      <a:lvl6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6pPr>
      <a:lvl7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7pPr>
      <a:lvl8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8pPr>
      <a:lvl9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9pPr>
    </p:bodyStyle>
    <p:otherStyle>
      <a:defPPr>
        <a:defRPr lang="en-US"/>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44" orient="horz" pos="1098">
          <p15:clr>
            <a:srgbClr val="F26B43"/>
          </p15:clr>
        </p15:guide>
        <p15:guide id="45" pos="272">
          <p15:clr>
            <a:srgbClr val="F26B43"/>
          </p15:clr>
        </p15:guide>
        <p15:guide id="46" pos="7406">
          <p15:clr>
            <a:srgbClr val="F26B43"/>
          </p15:clr>
        </p15:guide>
        <p15:guide id="47" pos="3615">
          <p15:clr>
            <a:srgbClr val="F26B43"/>
          </p15:clr>
        </p15:guide>
        <p15:guide id="48" pos="4064">
          <p15:clr>
            <a:srgbClr val="F26B43"/>
          </p15:clr>
        </p15:guide>
        <p15:guide id="49" orient="horz" pos="3983">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5A7F1146-BFBD-4A5F-A43C-7E486C2C9E8E}"/>
              </a:ext>
            </a:extLst>
          </p:cNvPr>
          <p:cNvGraphicFramePr>
            <a:graphicFrameLocks noChangeAspect="1"/>
          </p:cNvGraphicFramePr>
          <p:nvPr>
            <p:custDataLst>
              <p:tags r:id="rId10"/>
            </p:custDataLst>
            <p:extLst>
              <p:ext uri="{D42A27DB-BD31-4B8C-83A1-F6EECF244321}">
                <p14:modId xmlns:p14="http://schemas.microsoft.com/office/powerpoint/2010/main" val="2336225383"/>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12" imgW="395" imgH="394" progId="TCLayout.ActiveDocument.1">
                  <p:embed/>
                </p:oleObj>
              </mc:Choice>
              <mc:Fallback>
                <p:oleObj name="think-cell Slide" r:id="rId12" imgW="395" imgH="394" progId="TCLayout.ActiveDocument.1">
                  <p:embed/>
                  <p:pic>
                    <p:nvPicPr>
                      <p:cNvPr id="9" name="Objekt 8" hidden="1">
                        <a:extLst>
                          <a:ext uri="{FF2B5EF4-FFF2-40B4-BE49-F238E27FC236}">
                            <a16:creationId xmlns:a16="http://schemas.microsoft.com/office/drawing/2014/main" id="{5A7F1146-BFBD-4A5F-A43C-7E486C2C9E8E}"/>
                          </a:ext>
                        </a:extLst>
                      </p:cNvPr>
                      <p:cNvPicPr/>
                      <p:nvPr/>
                    </p:nvPicPr>
                    <p:blipFill>
                      <a:blip r:embed="rId13"/>
                      <a:stretch>
                        <a:fillRect/>
                      </a:stretch>
                    </p:blipFill>
                    <p:spPr>
                      <a:xfrm>
                        <a:off x="1589" y="1588"/>
                        <a:ext cx="1588" cy="1588"/>
                      </a:xfrm>
                      <a:prstGeom prst="rect">
                        <a:avLst/>
                      </a:prstGeom>
                    </p:spPr>
                  </p:pic>
                </p:oleObj>
              </mc:Fallback>
            </mc:AlternateContent>
          </a:graphicData>
        </a:graphic>
      </p:graphicFrame>
      <p:sp>
        <p:nvSpPr>
          <p:cNvPr id="8" name="Rechteck 7" hidden="1">
            <a:extLst>
              <a:ext uri="{FF2B5EF4-FFF2-40B4-BE49-F238E27FC236}">
                <a16:creationId xmlns:a16="http://schemas.microsoft.com/office/drawing/2014/main" id="{A1E9C2A0-D436-4474-BD46-656E00D03244}"/>
              </a:ext>
            </a:extLst>
          </p:cNvPr>
          <p:cNvSpPr/>
          <p:nvPr>
            <p:custDataLst>
              <p:tags r:id="rId11"/>
            </p:custDataLst>
          </p:nvPr>
        </p:nvSpPr>
        <p:spPr bwMode="gray">
          <a:xfrm>
            <a:off x="0" y="0"/>
            <a:ext cx="158791" cy="15875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endParaRPr lang="en-US" sz="2000" b="1" i="0" baseline="0" dirty="0">
              <a:solidFill>
                <a:schemeClr val="bg1"/>
              </a:solidFill>
              <a:latin typeface="Arial" panose="020B0604020202020204" pitchFamily="34" charset="0"/>
              <a:ea typeface="+mj-ea"/>
              <a:cs typeface="+mj-cs"/>
              <a:sym typeface="Arial" panose="020B0604020202020204" pitchFamily="34" charset="0"/>
            </a:endParaRPr>
          </a:p>
        </p:txBody>
      </p:sp>
      <p:sp>
        <p:nvSpPr>
          <p:cNvPr id="2" name="Title Placeholder 1"/>
          <p:cNvSpPr>
            <a:spLocks noGrp="1"/>
          </p:cNvSpPr>
          <p:nvPr>
            <p:ph type="title"/>
          </p:nvPr>
        </p:nvSpPr>
        <p:spPr bwMode="gray">
          <a:xfrm>
            <a:off x="415240" y="773320"/>
            <a:ext cx="11342467" cy="255587"/>
          </a:xfrm>
          <a:prstGeom prst="rect">
            <a:avLst/>
          </a:prstGeom>
        </p:spPr>
        <p:txBody>
          <a:bodyPr vert="horz" lIns="0" tIns="0" rIns="0" bIns="0" rtlCol="0" anchor="t">
            <a:noAutofit/>
          </a:bodyPr>
          <a:lstStyle/>
          <a:p>
            <a:r>
              <a:rPr lang="de-DE" dirty="0"/>
              <a:t>Mastertitelformat bearbeiten</a:t>
            </a:r>
            <a:endParaRPr lang="en-US" dirty="0"/>
          </a:p>
        </p:txBody>
      </p:sp>
      <p:sp>
        <p:nvSpPr>
          <p:cNvPr id="3" name="Text Placeholder 2"/>
          <p:cNvSpPr>
            <a:spLocks noGrp="1"/>
          </p:cNvSpPr>
          <p:nvPr>
            <p:ph type="body" idx="1"/>
          </p:nvPr>
        </p:nvSpPr>
        <p:spPr bwMode="gray">
          <a:xfrm>
            <a:off x="420002" y="1701005"/>
            <a:ext cx="11337704" cy="4619627"/>
          </a:xfrm>
          <a:prstGeom prst="rect">
            <a:avLst/>
          </a:prstGeom>
        </p:spPr>
        <p:txBody>
          <a:bodyPr vert="horz" lIns="0" tIns="0" rIns="0" bIns="0" rtlCol="0" anchor="t">
            <a:no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bwMode="gray">
          <a:xfrm>
            <a:off x="431913" y="6479919"/>
            <a:ext cx="538521" cy="120649"/>
          </a:xfrm>
          <a:prstGeom prst="rect">
            <a:avLst/>
          </a:prstGeom>
        </p:spPr>
        <p:txBody>
          <a:bodyPr vert="horz" lIns="0" tIns="0" rIns="0" bIns="0" rtlCol="0" anchor="t">
            <a:noAutofit/>
          </a:bodyPr>
          <a:lstStyle>
            <a:lvl1pPr algn="l">
              <a:defRPr sz="800">
                <a:noFill/>
              </a:defRPr>
            </a:lvl1pPr>
            <a:lvl2pPr marL="0">
              <a:defRPr sz="800">
                <a:noFill/>
              </a:defRPr>
            </a:lvl2pPr>
            <a:lvl3pPr marL="0">
              <a:defRPr sz="800">
                <a:noFill/>
              </a:defRPr>
            </a:lvl3pPr>
            <a:lvl4pPr marL="0">
              <a:defRPr sz="800">
                <a:noFill/>
              </a:defRPr>
            </a:lvl4pPr>
            <a:lvl5pPr marL="0">
              <a:defRPr sz="800">
                <a:noFill/>
              </a:defRPr>
            </a:lvl5pPr>
            <a:lvl6pPr marL="0">
              <a:defRPr sz="800">
                <a:noFill/>
              </a:defRPr>
            </a:lvl6pPr>
            <a:lvl7pPr marL="0">
              <a:defRPr sz="800">
                <a:noFill/>
              </a:defRPr>
            </a:lvl7pPr>
            <a:lvl8pPr marL="0">
              <a:defRPr sz="800">
                <a:noFill/>
              </a:defRPr>
            </a:lvl8pPr>
            <a:lvl9pPr marL="0">
              <a:defRPr sz="800">
                <a:noFill/>
              </a:defRPr>
            </a:lvl9pPr>
          </a:lstStyle>
          <a:p>
            <a:fld id="{BDC36867-AF14-4F21-B2D1-C8EBB7CFCFDD}" type="datetime1">
              <a:rPr lang="en-US" smtClean="0"/>
              <a:t>11/17/2022</a:t>
            </a:fld>
            <a:endParaRPr lang="en-US" dirty="0"/>
          </a:p>
        </p:txBody>
      </p:sp>
      <p:sp>
        <p:nvSpPr>
          <p:cNvPr id="5" name="Footer Placeholder 4"/>
          <p:cNvSpPr>
            <a:spLocks noGrp="1"/>
          </p:cNvSpPr>
          <p:nvPr>
            <p:ph type="ftr" sz="quarter" idx="3"/>
          </p:nvPr>
        </p:nvSpPr>
        <p:spPr bwMode="gray">
          <a:xfrm>
            <a:off x="1086402" y="6479919"/>
            <a:ext cx="1978271" cy="120649"/>
          </a:xfrm>
          <a:prstGeom prst="rect">
            <a:avLst/>
          </a:prstGeom>
        </p:spPr>
        <p:txBody>
          <a:bodyPr vert="horz" lIns="0" tIns="0" rIns="0" bIns="0" rtlCol="0" anchor="t">
            <a:noAutofit/>
          </a:bodyPr>
          <a:lstStyle>
            <a:lvl1pPr algn="l">
              <a:defRPr sz="800">
                <a:noFill/>
              </a:defRPr>
            </a:lvl1pPr>
            <a:lvl2pPr marL="0">
              <a:defRPr sz="800">
                <a:noFill/>
              </a:defRPr>
            </a:lvl2pPr>
            <a:lvl3pPr marL="0">
              <a:defRPr sz="800">
                <a:noFill/>
              </a:defRPr>
            </a:lvl3pPr>
            <a:lvl4pPr marL="0">
              <a:defRPr sz="800">
                <a:noFill/>
              </a:defRPr>
            </a:lvl4pPr>
            <a:lvl5pPr marL="0">
              <a:defRPr sz="800">
                <a:noFill/>
              </a:defRPr>
            </a:lvl5pPr>
            <a:lvl6pPr marL="0">
              <a:defRPr sz="800">
                <a:noFill/>
              </a:defRPr>
            </a:lvl6pPr>
            <a:lvl7pPr marL="0">
              <a:defRPr sz="800">
                <a:noFill/>
              </a:defRPr>
            </a:lvl7pPr>
            <a:lvl8pPr marL="0">
              <a:defRPr sz="800">
                <a:noFill/>
              </a:defRPr>
            </a:lvl8pPr>
            <a:lvl9pPr marL="0">
              <a:defRPr sz="800">
                <a:noFill/>
              </a:defRPr>
            </a:lvl9pPr>
          </a:lstStyle>
          <a:p>
            <a:endParaRPr lang="en-US" dirty="0"/>
          </a:p>
        </p:txBody>
      </p:sp>
      <p:sp>
        <p:nvSpPr>
          <p:cNvPr id="6" name="Slide Number Placeholder 5"/>
          <p:cNvSpPr>
            <a:spLocks noGrp="1"/>
          </p:cNvSpPr>
          <p:nvPr>
            <p:ph type="sldNum" sz="quarter" idx="4"/>
          </p:nvPr>
        </p:nvSpPr>
        <p:spPr bwMode="gray">
          <a:xfrm>
            <a:off x="11637599" y="6479919"/>
            <a:ext cx="127251" cy="120649"/>
          </a:xfrm>
          <a:prstGeom prst="rect">
            <a:avLst/>
          </a:prstGeom>
        </p:spPr>
        <p:txBody>
          <a:bodyPr vert="horz" lIns="0" tIns="0" rIns="0" bIns="0" rtlCol="0" anchor="t">
            <a:noAutofit/>
          </a:bodyPr>
          <a:lstStyle>
            <a:lvl1pPr algn="r">
              <a:defRPr sz="800">
                <a:solidFill>
                  <a:schemeClr val="tx1"/>
                </a:solidFill>
              </a:defRPr>
            </a:lvl1pPr>
            <a:lvl2pPr marL="0" algn="r">
              <a:defRPr sz="800">
                <a:solidFill>
                  <a:schemeClr val="tx1"/>
                </a:solidFill>
              </a:defRPr>
            </a:lvl2pPr>
            <a:lvl3pPr marL="0" algn="r">
              <a:defRPr sz="800">
                <a:solidFill>
                  <a:schemeClr val="tx1"/>
                </a:solidFill>
              </a:defRPr>
            </a:lvl3pPr>
            <a:lvl4pPr marL="0" algn="r">
              <a:defRPr sz="800">
                <a:solidFill>
                  <a:schemeClr val="tx1"/>
                </a:solidFill>
              </a:defRPr>
            </a:lvl4pPr>
            <a:lvl5pPr marL="0" algn="r">
              <a:defRPr sz="800">
                <a:solidFill>
                  <a:schemeClr val="tx1"/>
                </a:solidFill>
              </a:defRPr>
            </a:lvl5pPr>
            <a:lvl6pPr marL="0" algn="r">
              <a:defRPr sz="800">
                <a:solidFill>
                  <a:schemeClr val="tx1"/>
                </a:solidFill>
              </a:defRPr>
            </a:lvl6pPr>
            <a:lvl7pPr marL="0" algn="r">
              <a:defRPr sz="800">
                <a:solidFill>
                  <a:schemeClr val="tx1"/>
                </a:solidFill>
              </a:defRPr>
            </a:lvl7pPr>
            <a:lvl8pPr marL="0" algn="r">
              <a:defRPr sz="800">
                <a:solidFill>
                  <a:schemeClr val="tx1"/>
                </a:solidFill>
              </a:defRPr>
            </a:lvl8pPr>
            <a:lvl9pPr marL="0" algn="r">
              <a:defRPr sz="800">
                <a:solidFill>
                  <a:schemeClr val="tx1"/>
                </a:solidFill>
              </a:defRPr>
            </a:lvl9pPr>
          </a:lstStyle>
          <a:p>
            <a:fld id="{66AA3846-8976-4D24-8224-CEE1235CE9F4}" type="slidenum">
              <a:rPr lang="en-US" smtClean="0"/>
              <a:pPr/>
              <a:t>‹#›</a:t>
            </a:fld>
            <a:endParaRPr lang="en-US" dirty="0"/>
          </a:p>
        </p:txBody>
      </p:sp>
      <p:sp>
        <p:nvSpPr>
          <p:cNvPr id="7" name="Rectangle 6">
            <a:extLst>
              <a:ext uri="{FF2B5EF4-FFF2-40B4-BE49-F238E27FC236}">
                <a16:creationId xmlns:a16="http://schemas.microsoft.com/office/drawing/2014/main" id="{021947F3-1E28-4268-8DC3-54FC76E6EC31}"/>
              </a:ext>
            </a:extLst>
          </p:cNvPr>
          <p:cNvSpPr/>
          <p:nvPr/>
        </p:nvSpPr>
        <p:spPr bwMode="gray">
          <a:xfrm>
            <a:off x="-624160" y="0"/>
            <a:ext cx="457171" cy="457052"/>
          </a:xfrm>
          <a:prstGeom prst="rect">
            <a:avLst/>
          </a:prstGeom>
          <a:solidFill>
            <a:schemeClr val="bg1">
              <a:alpha val="0"/>
            </a:schemeClr>
          </a:solidFill>
          <a:ln w="63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tx1"/>
                </a:solidFill>
              </a:rPr>
              <a:t>255</a:t>
            </a:r>
          </a:p>
          <a:p>
            <a:pPr algn="ctr"/>
            <a:r>
              <a:rPr lang="de-DE" sz="800" dirty="0">
                <a:solidFill>
                  <a:schemeClr val="tx1"/>
                </a:solidFill>
              </a:rPr>
              <a:t>255</a:t>
            </a:r>
          </a:p>
          <a:p>
            <a:pPr algn="ctr"/>
            <a:r>
              <a:rPr lang="de-DE" sz="800" dirty="0">
                <a:solidFill>
                  <a:schemeClr val="tx1"/>
                </a:solidFill>
              </a:rPr>
              <a:t>255</a:t>
            </a:r>
            <a:endParaRPr lang="en-US" sz="800" dirty="0">
              <a:solidFill>
                <a:schemeClr val="tx1"/>
              </a:solidFill>
            </a:endParaRPr>
          </a:p>
        </p:txBody>
      </p:sp>
      <p:sp>
        <p:nvSpPr>
          <p:cNvPr id="16" name="Rectangle 15">
            <a:extLst>
              <a:ext uri="{FF2B5EF4-FFF2-40B4-BE49-F238E27FC236}">
                <a16:creationId xmlns:a16="http://schemas.microsoft.com/office/drawing/2014/main" id="{22AAF0F9-8741-4BB0-A914-F03396E34EA0}"/>
              </a:ext>
            </a:extLst>
          </p:cNvPr>
          <p:cNvSpPr/>
          <p:nvPr/>
        </p:nvSpPr>
        <p:spPr bwMode="gray">
          <a:xfrm>
            <a:off x="-624160" y="590269"/>
            <a:ext cx="457171" cy="457052"/>
          </a:xfrm>
          <a:prstGeom prst="rect">
            <a:avLst/>
          </a:prstGeom>
          <a:solidFill>
            <a:srgbClr val="262F3C"/>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38</a:t>
            </a:r>
          </a:p>
          <a:p>
            <a:pPr algn="ctr"/>
            <a:r>
              <a:rPr lang="de-DE" sz="800" dirty="0">
                <a:solidFill>
                  <a:schemeClr val="bg1"/>
                </a:solidFill>
              </a:rPr>
              <a:t>47</a:t>
            </a:r>
          </a:p>
          <a:p>
            <a:pPr algn="ctr"/>
            <a:r>
              <a:rPr lang="de-DE" sz="800" dirty="0">
                <a:solidFill>
                  <a:schemeClr val="bg1"/>
                </a:solidFill>
              </a:rPr>
              <a:t>60</a:t>
            </a:r>
            <a:endParaRPr lang="en-US" sz="800" dirty="0">
              <a:solidFill>
                <a:schemeClr val="bg1"/>
              </a:solidFill>
            </a:endParaRPr>
          </a:p>
        </p:txBody>
      </p:sp>
      <p:sp>
        <p:nvSpPr>
          <p:cNvPr id="17" name="Rectangle 16">
            <a:extLst>
              <a:ext uri="{FF2B5EF4-FFF2-40B4-BE49-F238E27FC236}">
                <a16:creationId xmlns:a16="http://schemas.microsoft.com/office/drawing/2014/main" id="{1ED187B0-203C-493F-A4BF-0D3826893744}"/>
              </a:ext>
            </a:extLst>
          </p:cNvPr>
          <p:cNvSpPr/>
          <p:nvPr/>
        </p:nvSpPr>
        <p:spPr bwMode="gray">
          <a:xfrm>
            <a:off x="-624160" y="1180538"/>
            <a:ext cx="457171" cy="457052"/>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175</a:t>
            </a:r>
          </a:p>
          <a:p>
            <a:pPr algn="ctr"/>
            <a:r>
              <a:rPr lang="de-DE" sz="800" dirty="0">
                <a:solidFill>
                  <a:schemeClr val="bg1"/>
                </a:solidFill>
              </a:rPr>
              <a:t>171</a:t>
            </a:r>
          </a:p>
          <a:p>
            <a:pPr algn="ctr"/>
            <a:r>
              <a:rPr lang="de-DE" sz="800" dirty="0">
                <a:solidFill>
                  <a:schemeClr val="bg1"/>
                </a:solidFill>
              </a:rPr>
              <a:t>171</a:t>
            </a:r>
            <a:endParaRPr lang="en-US" sz="800" dirty="0">
              <a:solidFill>
                <a:schemeClr val="bg1"/>
              </a:solidFill>
            </a:endParaRPr>
          </a:p>
        </p:txBody>
      </p:sp>
      <p:sp>
        <p:nvSpPr>
          <p:cNvPr id="18" name="Rectangle 17">
            <a:extLst>
              <a:ext uri="{FF2B5EF4-FFF2-40B4-BE49-F238E27FC236}">
                <a16:creationId xmlns:a16="http://schemas.microsoft.com/office/drawing/2014/main" id="{712B25BF-6F73-4DE0-B6F0-1DFFEC3A8B7C}"/>
              </a:ext>
            </a:extLst>
          </p:cNvPr>
          <p:cNvSpPr/>
          <p:nvPr/>
        </p:nvSpPr>
        <p:spPr bwMode="gray">
          <a:xfrm>
            <a:off x="-624160" y="1770807"/>
            <a:ext cx="457171" cy="457052"/>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173</a:t>
            </a:r>
          </a:p>
          <a:p>
            <a:pPr algn="ctr"/>
            <a:r>
              <a:rPr lang="de-DE" sz="800" dirty="0">
                <a:solidFill>
                  <a:schemeClr val="bg1"/>
                </a:solidFill>
              </a:rPr>
              <a:t>185</a:t>
            </a:r>
          </a:p>
          <a:p>
            <a:pPr algn="ctr"/>
            <a:r>
              <a:rPr lang="de-DE" sz="800" dirty="0">
                <a:solidFill>
                  <a:schemeClr val="bg1"/>
                </a:solidFill>
              </a:rPr>
              <a:t>202</a:t>
            </a:r>
            <a:endParaRPr lang="en-US" sz="800" dirty="0">
              <a:solidFill>
                <a:schemeClr val="bg1"/>
              </a:solidFill>
            </a:endParaRPr>
          </a:p>
        </p:txBody>
      </p:sp>
      <p:sp>
        <p:nvSpPr>
          <p:cNvPr id="19" name="Rectangle 18">
            <a:extLst>
              <a:ext uri="{FF2B5EF4-FFF2-40B4-BE49-F238E27FC236}">
                <a16:creationId xmlns:a16="http://schemas.microsoft.com/office/drawing/2014/main" id="{1091CA6E-82EB-4086-9A40-41C755DC90E2}"/>
              </a:ext>
            </a:extLst>
          </p:cNvPr>
          <p:cNvSpPr/>
          <p:nvPr/>
        </p:nvSpPr>
        <p:spPr bwMode="gray">
          <a:xfrm>
            <a:off x="-624160" y="2361076"/>
            <a:ext cx="457171" cy="457052"/>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51</a:t>
            </a:r>
          </a:p>
          <a:p>
            <a:pPr algn="ctr"/>
            <a:r>
              <a:rPr lang="de-DE" sz="800" dirty="0">
                <a:solidFill>
                  <a:schemeClr val="bg1"/>
                </a:solidFill>
              </a:rPr>
              <a:t>63</a:t>
            </a:r>
          </a:p>
          <a:p>
            <a:pPr algn="ctr"/>
            <a:r>
              <a:rPr lang="de-DE" sz="800" dirty="0">
                <a:solidFill>
                  <a:schemeClr val="bg1"/>
                </a:solidFill>
              </a:rPr>
              <a:t>80</a:t>
            </a:r>
            <a:endParaRPr lang="en-US" sz="800" dirty="0">
              <a:solidFill>
                <a:schemeClr val="bg1"/>
              </a:solidFill>
            </a:endParaRPr>
          </a:p>
        </p:txBody>
      </p:sp>
      <p:sp>
        <p:nvSpPr>
          <p:cNvPr id="20" name="Rectangle 19">
            <a:extLst>
              <a:ext uri="{FF2B5EF4-FFF2-40B4-BE49-F238E27FC236}">
                <a16:creationId xmlns:a16="http://schemas.microsoft.com/office/drawing/2014/main" id="{72D4E028-969B-4727-A5FE-F2BA33DEA33D}"/>
              </a:ext>
            </a:extLst>
          </p:cNvPr>
          <p:cNvSpPr/>
          <p:nvPr/>
        </p:nvSpPr>
        <p:spPr bwMode="gray">
          <a:xfrm>
            <a:off x="-624160" y="2951345"/>
            <a:ext cx="457171" cy="457052"/>
          </a:xfrm>
          <a:prstGeom prst="rect">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237</a:t>
            </a:r>
          </a:p>
          <a:p>
            <a:pPr algn="ctr"/>
            <a:r>
              <a:rPr lang="de-DE" sz="800" dirty="0">
                <a:solidFill>
                  <a:schemeClr val="bg1"/>
                </a:solidFill>
              </a:rPr>
              <a:t>125</a:t>
            </a:r>
          </a:p>
          <a:p>
            <a:pPr algn="ctr"/>
            <a:r>
              <a:rPr lang="de-DE" sz="800" dirty="0">
                <a:solidFill>
                  <a:schemeClr val="bg1"/>
                </a:solidFill>
              </a:rPr>
              <a:t>49</a:t>
            </a:r>
            <a:endParaRPr lang="en-US" sz="800" dirty="0">
              <a:solidFill>
                <a:schemeClr val="bg1"/>
              </a:solidFill>
            </a:endParaRPr>
          </a:p>
        </p:txBody>
      </p:sp>
      <p:sp>
        <p:nvSpPr>
          <p:cNvPr id="21" name="Rectangle 20">
            <a:extLst>
              <a:ext uri="{FF2B5EF4-FFF2-40B4-BE49-F238E27FC236}">
                <a16:creationId xmlns:a16="http://schemas.microsoft.com/office/drawing/2014/main" id="{0AFB58DB-3837-45E8-A9A4-D0BF3E546462}"/>
              </a:ext>
            </a:extLst>
          </p:cNvPr>
          <p:cNvSpPr/>
          <p:nvPr/>
        </p:nvSpPr>
        <p:spPr bwMode="gray">
          <a:xfrm>
            <a:off x="-624160" y="3541614"/>
            <a:ext cx="457171" cy="457052"/>
          </a:xfrm>
          <a:prstGeom prst="rect">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tx1"/>
                </a:solidFill>
              </a:rPr>
              <a:t>214</a:t>
            </a:r>
          </a:p>
          <a:p>
            <a:pPr algn="ctr"/>
            <a:r>
              <a:rPr lang="de-DE" sz="800" dirty="0">
                <a:solidFill>
                  <a:schemeClr val="tx1"/>
                </a:solidFill>
              </a:rPr>
              <a:t>220</a:t>
            </a:r>
          </a:p>
          <a:p>
            <a:pPr algn="ctr"/>
            <a:r>
              <a:rPr lang="de-DE" sz="800" dirty="0">
                <a:solidFill>
                  <a:schemeClr val="tx1"/>
                </a:solidFill>
              </a:rPr>
              <a:t>229</a:t>
            </a:r>
            <a:endParaRPr lang="en-US" sz="800" dirty="0">
              <a:solidFill>
                <a:schemeClr val="tx1"/>
              </a:solidFill>
            </a:endParaRPr>
          </a:p>
        </p:txBody>
      </p:sp>
      <p:sp>
        <p:nvSpPr>
          <p:cNvPr id="22" name="Rectangle 21">
            <a:extLst>
              <a:ext uri="{FF2B5EF4-FFF2-40B4-BE49-F238E27FC236}">
                <a16:creationId xmlns:a16="http://schemas.microsoft.com/office/drawing/2014/main" id="{C7A8955D-E584-4754-BE80-5D09F7E7B5C0}"/>
              </a:ext>
            </a:extLst>
          </p:cNvPr>
          <p:cNvSpPr/>
          <p:nvPr/>
        </p:nvSpPr>
        <p:spPr bwMode="gray">
          <a:xfrm>
            <a:off x="-624160" y="4131883"/>
            <a:ext cx="457171" cy="457052"/>
          </a:xfrm>
          <a:prstGeom prst="rect">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68</a:t>
            </a:r>
          </a:p>
          <a:p>
            <a:pPr algn="ctr"/>
            <a:r>
              <a:rPr lang="de-DE" sz="800" dirty="0">
                <a:solidFill>
                  <a:schemeClr val="bg1"/>
                </a:solidFill>
              </a:rPr>
              <a:t>84</a:t>
            </a:r>
          </a:p>
          <a:p>
            <a:pPr algn="ctr"/>
            <a:r>
              <a:rPr lang="de-DE" sz="800" dirty="0">
                <a:solidFill>
                  <a:schemeClr val="bg1"/>
                </a:solidFill>
              </a:rPr>
              <a:t>106</a:t>
            </a:r>
            <a:endParaRPr lang="en-US" sz="800" dirty="0">
              <a:solidFill>
                <a:schemeClr val="bg1"/>
              </a:solidFill>
            </a:endParaRPr>
          </a:p>
        </p:txBody>
      </p:sp>
      <p:sp>
        <p:nvSpPr>
          <p:cNvPr id="23" name="Rectangle 22">
            <a:extLst>
              <a:ext uri="{FF2B5EF4-FFF2-40B4-BE49-F238E27FC236}">
                <a16:creationId xmlns:a16="http://schemas.microsoft.com/office/drawing/2014/main" id="{3D13A657-08A3-4308-A2D3-7AC7B059EF53}"/>
              </a:ext>
            </a:extLst>
          </p:cNvPr>
          <p:cNvSpPr/>
          <p:nvPr/>
        </p:nvSpPr>
        <p:spPr bwMode="gray">
          <a:xfrm>
            <a:off x="-624160" y="4722152"/>
            <a:ext cx="457171" cy="457052"/>
          </a:xfrm>
          <a:prstGeom prst="rect">
            <a:avLst/>
          </a:prstGeom>
          <a:solidFill>
            <a:schemeClr val="accent5"/>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tx1"/>
                </a:solidFill>
              </a:rPr>
              <a:t>255</a:t>
            </a:r>
          </a:p>
          <a:p>
            <a:pPr algn="ctr"/>
            <a:r>
              <a:rPr lang="de-DE" sz="800" dirty="0">
                <a:solidFill>
                  <a:schemeClr val="tx1"/>
                </a:solidFill>
              </a:rPr>
              <a:t>192</a:t>
            </a:r>
          </a:p>
          <a:p>
            <a:pPr algn="ctr"/>
            <a:r>
              <a:rPr lang="de-DE" sz="800" dirty="0">
                <a:solidFill>
                  <a:schemeClr val="tx1"/>
                </a:solidFill>
              </a:rPr>
              <a:t>0</a:t>
            </a:r>
            <a:endParaRPr lang="en-US" sz="800" dirty="0">
              <a:solidFill>
                <a:schemeClr val="tx1"/>
              </a:solidFill>
            </a:endParaRPr>
          </a:p>
        </p:txBody>
      </p:sp>
      <p:sp>
        <p:nvSpPr>
          <p:cNvPr id="32" name="Rectangle 31">
            <a:extLst>
              <a:ext uri="{FF2B5EF4-FFF2-40B4-BE49-F238E27FC236}">
                <a16:creationId xmlns:a16="http://schemas.microsoft.com/office/drawing/2014/main" id="{4C0BA6F9-6A0E-4EA1-BCCE-A51E452355A1}"/>
              </a:ext>
            </a:extLst>
          </p:cNvPr>
          <p:cNvSpPr/>
          <p:nvPr/>
        </p:nvSpPr>
        <p:spPr bwMode="gray">
          <a:xfrm>
            <a:off x="-624160" y="5312420"/>
            <a:ext cx="457171" cy="457052"/>
          </a:xfrm>
          <a:prstGeom prst="rect">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tx1"/>
                </a:solidFill>
              </a:rPr>
              <a:t>231</a:t>
            </a:r>
          </a:p>
          <a:p>
            <a:pPr algn="ctr"/>
            <a:r>
              <a:rPr lang="de-DE" sz="800" dirty="0">
                <a:solidFill>
                  <a:schemeClr val="tx1"/>
                </a:solidFill>
              </a:rPr>
              <a:t>230</a:t>
            </a:r>
          </a:p>
          <a:p>
            <a:pPr algn="ctr"/>
            <a:r>
              <a:rPr lang="de-DE" sz="800" dirty="0">
                <a:solidFill>
                  <a:schemeClr val="tx1"/>
                </a:solidFill>
              </a:rPr>
              <a:t>230</a:t>
            </a:r>
            <a:endParaRPr lang="en-US" sz="800" dirty="0">
              <a:solidFill>
                <a:schemeClr val="tx1"/>
              </a:solidFill>
            </a:endParaRPr>
          </a:p>
        </p:txBody>
      </p:sp>
      <p:pic>
        <p:nvPicPr>
          <p:cNvPr id="33" name="Image 7">
            <a:extLst>
              <a:ext uri="{FF2B5EF4-FFF2-40B4-BE49-F238E27FC236}">
                <a16:creationId xmlns:a16="http://schemas.microsoft.com/office/drawing/2014/main" id="{41469AFD-EE1D-4026-AE70-E4974AB7F681}"/>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0552103" y="185739"/>
            <a:ext cx="1414413" cy="254528"/>
          </a:xfrm>
          <a:prstGeom prst="rect">
            <a:avLst/>
          </a:prstGeom>
        </p:spPr>
      </p:pic>
    </p:spTree>
    <p:extLst>
      <p:ext uri="{BB962C8B-B14F-4D97-AF65-F5344CB8AC3E}">
        <p14:creationId xmlns:p14="http://schemas.microsoft.com/office/powerpoint/2010/main" val="3496833352"/>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126" rtl="0" eaLnBrk="1" latinLnBrk="0" hangingPunct="1">
        <a:lnSpc>
          <a:spcPct val="100000"/>
        </a:lnSpc>
        <a:spcBef>
          <a:spcPct val="0"/>
        </a:spcBef>
        <a:buNone/>
        <a:defRPr sz="2000" b="1" kern="1200">
          <a:solidFill>
            <a:schemeClr val="tx1"/>
          </a:solidFill>
          <a:latin typeface="Calibri" panose="020F0502020204030204" pitchFamily="34" charset="0"/>
          <a:ea typeface="+mj-ea"/>
          <a:cs typeface="Calibri" panose="020F0502020204030204" pitchFamily="34" charset="0"/>
        </a:defRPr>
      </a:lvl1pPr>
    </p:titleStyle>
    <p:bodyStyle>
      <a:lvl1pPr marL="0" indent="0" algn="l" defTabSz="914126" rtl="0" eaLnBrk="1" latinLnBrk="0" hangingPunct="1">
        <a:lnSpc>
          <a:spcPct val="100000"/>
        </a:lnSpc>
        <a:spcBef>
          <a:spcPts val="600"/>
        </a:spcBef>
        <a:buFont typeface="Arial" panose="020B0604020202020204" pitchFamily="34" charset="0"/>
        <a:buNone/>
        <a:defRPr sz="1400" kern="1200">
          <a:solidFill>
            <a:schemeClr val="tx1"/>
          </a:solidFill>
          <a:latin typeface="Calibri" panose="020F0502020204030204" pitchFamily="34" charset="0"/>
          <a:ea typeface="+mn-ea"/>
          <a:cs typeface="Calibri" panose="020F0502020204030204" pitchFamily="34" charset="0"/>
        </a:defRPr>
      </a:lvl1pPr>
      <a:lvl2pPr marL="216000" indent="-216000" algn="l" defTabSz="914126"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Calibri" panose="020F0502020204030204" pitchFamily="34" charset="0"/>
          <a:ea typeface="+mn-ea"/>
          <a:cs typeface="Calibri" panose="020F0502020204030204" pitchFamily="34" charset="0"/>
        </a:defRPr>
      </a:lvl2pPr>
      <a:lvl3pPr marL="432000" indent="-216000" algn="l" defTabSz="914126" rtl="0" eaLnBrk="1" latinLnBrk="0" hangingPunct="1">
        <a:lnSpc>
          <a:spcPct val="100000"/>
        </a:lnSpc>
        <a:spcBef>
          <a:spcPts val="600"/>
        </a:spcBef>
        <a:buClr>
          <a:schemeClr val="tx1"/>
        </a:buClr>
        <a:buFont typeface="Wingdings" panose="05000000000000000000" pitchFamily="2" charset="2"/>
        <a:buChar char="§"/>
        <a:defRPr sz="1200" kern="1200">
          <a:solidFill>
            <a:schemeClr val="tx1"/>
          </a:solidFill>
          <a:latin typeface="Calibri" panose="020F0502020204030204" pitchFamily="34" charset="0"/>
          <a:ea typeface="+mn-ea"/>
          <a:cs typeface="Calibri" panose="020F0502020204030204" pitchFamily="34" charset="0"/>
        </a:defRPr>
      </a:lvl3pPr>
      <a:lvl4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4pPr>
      <a:lvl5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5pPr>
      <a:lvl6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6pPr>
      <a:lvl7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7pPr>
      <a:lvl8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8pPr>
      <a:lvl9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9pPr>
    </p:bodyStyle>
    <p:otherStyle>
      <a:defPPr>
        <a:defRPr lang="en-US"/>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44" orient="horz" pos="1098">
          <p15:clr>
            <a:srgbClr val="F26B43"/>
          </p15:clr>
        </p15:guide>
        <p15:guide id="45" pos="272">
          <p15:clr>
            <a:srgbClr val="F26B43"/>
          </p15:clr>
        </p15:guide>
        <p15:guide id="46" pos="7406">
          <p15:clr>
            <a:srgbClr val="F26B43"/>
          </p15:clr>
        </p15:guide>
        <p15:guide id="47" pos="3615">
          <p15:clr>
            <a:srgbClr val="F26B43"/>
          </p15:clr>
        </p15:guide>
        <p15:guide id="48" pos="4064">
          <p15:clr>
            <a:srgbClr val="F26B43"/>
          </p15:clr>
        </p15:guide>
        <p15:guide id="49" orient="horz" pos="3983">
          <p15:clr>
            <a:srgbClr val="F26B43"/>
          </p15:clr>
        </p15:guide>
      </p15:sldGuideLst>
    </p:ext>
  </p:extLst>
</p:sldMaster>
</file>

<file path=ppt/slides/_rels/slide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notesSlide" Target="../notesSlides/notesSlide1.xml"/><Relationship Id="rId7" Type="http://schemas.openxmlformats.org/officeDocument/2006/relationships/image" Target="../media/image5.png"/><Relationship Id="rId2" Type="http://schemas.openxmlformats.org/officeDocument/2006/relationships/slideLayout" Target="../slideLayouts/slideLayout9.xml"/><Relationship Id="rId1" Type="http://schemas.openxmlformats.org/officeDocument/2006/relationships/tags" Target="../tags/tag8.xml"/><Relationship Id="rId6" Type="http://schemas.openxmlformats.org/officeDocument/2006/relationships/image" Target="../media/image4.jpeg"/><Relationship Id="rId5" Type="http://schemas.openxmlformats.org/officeDocument/2006/relationships/image" Target="../media/image3.emf"/><Relationship Id="rId4" Type="http://schemas.openxmlformats.org/officeDocument/2006/relationships/oleObject" Target="../embeddings/oleObject4.bin"/></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0.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0.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diagramLayout" Target="../diagrams/layout2.xml"/><Relationship Id="rId7" Type="http://schemas.openxmlformats.org/officeDocument/2006/relationships/image" Target="../media/image10.png"/><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10" Type="http://schemas.openxmlformats.org/officeDocument/2006/relationships/image" Target="../media/image13.svg"/><Relationship Id="rId4" Type="http://schemas.openxmlformats.org/officeDocument/2006/relationships/diagramQuickStyle" Target="../diagrams/quickStyle2.xml"/><Relationship Id="rId9"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chart" Target="../charts/chart1.xml"/><Relationship Id="rId2" Type="http://schemas.openxmlformats.org/officeDocument/2006/relationships/slideLayout" Target="../slideLayouts/slideLayout12.xml"/><Relationship Id="rId1" Type="http://schemas.openxmlformats.org/officeDocument/2006/relationships/tags" Target="../tags/tag9.xml"/><Relationship Id="rId6" Type="http://schemas.openxmlformats.org/officeDocument/2006/relationships/image" Target="../media/image14.png"/><Relationship Id="rId5" Type="http://schemas.openxmlformats.org/officeDocument/2006/relationships/image" Target="../media/image3.emf"/><Relationship Id="rId4" Type="http://schemas.openxmlformats.org/officeDocument/2006/relationships/oleObject" Target="../embeddings/oleObject5.bin"/></Relationships>
</file>

<file path=ppt/slides/_rels/slide10.xml.rels><?xml version="1.0" encoding="UTF-8" standalone="yes"?>
<Relationships xmlns="http://schemas.openxmlformats.org/package/2006/relationships"><Relationship Id="rId13" Type="http://schemas.openxmlformats.org/officeDocument/2006/relationships/tags" Target="../tags/tag22.xml"/><Relationship Id="rId18" Type="http://schemas.openxmlformats.org/officeDocument/2006/relationships/tags" Target="../tags/tag27.xml"/><Relationship Id="rId26" Type="http://schemas.openxmlformats.org/officeDocument/2006/relationships/tags" Target="../tags/tag35.xml"/><Relationship Id="rId39" Type="http://schemas.openxmlformats.org/officeDocument/2006/relationships/tags" Target="../tags/tag48.xml"/><Relationship Id="rId21" Type="http://schemas.openxmlformats.org/officeDocument/2006/relationships/tags" Target="../tags/tag30.xml"/><Relationship Id="rId34" Type="http://schemas.openxmlformats.org/officeDocument/2006/relationships/tags" Target="../tags/tag43.xml"/><Relationship Id="rId42" Type="http://schemas.openxmlformats.org/officeDocument/2006/relationships/oleObject" Target="../embeddings/oleObject6.bin"/><Relationship Id="rId7" Type="http://schemas.openxmlformats.org/officeDocument/2006/relationships/tags" Target="../tags/tag16.xml"/><Relationship Id="rId2" Type="http://schemas.openxmlformats.org/officeDocument/2006/relationships/tags" Target="../tags/tag11.xml"/><Relationship Id="rId16" Type="http://schemas.openxmlformats.org/officeDocument/2006/relationships/tags" Target="../tags/tag25.xml"/><Relationship Id="rId29" Type="http://schemas.openxmlformats.org/officeDocument/2006/relationships/tags" Target="../tags/tag38.xml"/><Relationship Id="rId1" Type="http://schemas.openxmlformats.org/officeDocument/2006/relationships/tags" Target="../tags/tag10.xml"/><Relationship Id="rId6" Type="http://schemas.openxmlformats.org/officeDocument/2006/relationships/tags" Target="../tags/tag15.xml"/><Relationship Id="rId11" Type="http://schemas.openxmlformats.org/officeDocument/2006/relationships/tags" Target="../tags/tag20.xml"/><Relationship Id="rId24" Type="http://schemas.openxmlformats.org/officeDocument/2006/relationships/tags" Target="../tags/tag33.xml"/><Relationship Id="rId32" Type="http://schemas.openxmlformats.org/officeDocument/2006/relationships/tags" Target="../tags/tag41.xml"/><Relationship Id="rId37" Type="http://schemas.openxmlformats.org/officeDocument/2006/relationships/tags" Target="../tags/tag46.xml"/><Relationship Id="rId40" Type="http://schemas.openxmlformats.org/officeDocument/2006/relationships/tags" Target="../tags/tag49.xml"/><Relationship Id="rId45" Type="http://schemas.openxmlformats.org/officeDocument/2006/relationships/chart" Target="../charts/chart2.xml"/><Relationship Id="rId5" Type="http://schemas.openxmlformats.org/officeDocument/2006/relationships/tags" Target="../tags/tag14.xml"/><Relationship Id="rId15" Type="http://schemas.openxmlformats.org/officeDocument/2006/relationships/tags" Target="../tags/tag24.xml"/><Relationship Id="rId23" Type="http://schemas.openxmlformats.org/officeDocument/2006/relationships/tags" Target="../tags/tag32.xml"/><Relationship Id="rId28" Type="http://schemas.openxmlformats.org/officeDocument/2006/relationships/tags" Target="../tags/tag37.xml"/><Relationship Id="rId36" Type="http://schemas.openxmlformats.org/officeDocument/2006/relationships/tags" Target="../tags/tag45.xml"/><Relationship Id="rId10" Type="http://schemas.openxmlformats.org/officeDocument/2006/relationships/tags" Target="../tags/tag19.xml"/><Relationship Id="rId19" Type="http://schemas.openxmlformats.org/officeDocument/2006/relationships/tags" Target="../tags/tag28.xml"/><Relationship Id="rId31" Type="http://schemas.openxmlformats.org/officeDocument/2006/relationships/tags" Target="../tags/tag40.xml"/><Relationship Id="rId44" Type="http://schemas.openxmlformats.org/officeDocument/2006/relationships/image" Target="../media/image14.png"/><Relationship Id="rId4" Type="http://schemas.openxmlformats.org/officeDocument/2006/relationships/tags" Target="../tags/tag13.xml"/><Relationship Id="rId9" Type="http://schemas.openxmlformats.org/officeDocument/2006/relationships/tags" Target="../tags/tag18.xml"/><Relationship Id="rId14" Type="http://schemas.openxmlformats.org/officeDocument/2006/relationships/tags" Target="../tags/tag23.xml"/><Relationship Id="rId22" Type="http://schemas.openxmlformats.org/officeDocument/2006/relationships/tags" Target="../tags/tag31.xml"/><Relationship Id="rId27" Type="http://schemas.openxmlformats.org/officeDocument/2006/relationships/tags" Target="../tags/tag36.xml"/><Relationship Id="rId30" Type="http://schemas.openxmlformats.org/officeDocument/2006/relationships/tags" Target="../tags/tag39.xml"/><Relationship Id="rId35" Type="http://schemas.openxmlformats.org/officeDocument/2006/relationships/tags" Target="../tags/tag44.xml"/><Relationship Id="rId43" Type="http://schemas.openxmlformats.org/officeDocument/2006/relationships/image" Target="../media/image3.emf"/><Relationship Id="rId8" Type="http://schemas.openxmlformats.org/officeDocument/2006/relationships/tags" Target="../tags/tag17.xml"/><Relationship Id="rId3" Type="http://schemas.openxmlformats.org/officeDocument/2006/relationships/tags" Target="../tags/tag12.xml"/><Relationship Id="rId12" Type="http://schemas.openxmlformats.org/officeDocument/2006/relationships/tags" Target="../tags/tag21.xml"/><Relationship Id="rId17" Type="http://schemas.openxmlformats.org/officeDocument/2006/relationships/tags" Target="../tags/tag26.xml"/><Relationship Id="rId25" Type="http://schemas.openxmlformats.org/officeDocument/2006/relationships/tags" Target="../tags/tag34.xml"/><Relationship Id="rId33" Type="http://schemas.openxmlformats.org/officeDocument/2006/relationships/tags" Target="../tags/tag42.xml"/><Relationship Id="rId38" Type="http://schemas.openxmlformats.org/officeDocument/2006/relationships/tags" Target="../tags/tag47.xml"/><Relationship Id="rId46" Type="http://schemas.openxmlformats.org/officeDocument/2006/relationships/chart" Target="../charts/chart3.xml"/><Relationship Id="rId20" Type="http://schemas.openxmlformats.org/officeDocument/2006/relationships/tags" Target="../tags/tag29.xml"/><Relationship Id="rId4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8" Type="http://schemas.openxmlformats.org/officeDocument/2006/relationships/tags" Target="../tags/tag57.xml"/><Relationship Id="rId13" Type="http://schemas.openxmlformats.org/officeDocument/2006/relationships/oleObject" Target="../embeddings/oleObject7.bin"/><Relationship Id="rId3" Type="http://schemas.openxmlformats.org/officeDocument/2006/relationships/tags" Target="../tags/tag52.xml"/><Relationship Id="rId7" Type="http://schemas.openxmlformats.org/officeDocument/2006/relationships/tags" Target="../tags/tag56.xml"/><Relationship Id="rId12" Type="http://schemas.openxmlformats.org/officeDocument/2006/relationships/slideLayout" Target="../slideLayouts/slideLayout12.xml"/><Relationship Id="rId2" Type="http://schemas.openxmlformats.org/officeDocument/2006/relationships/tags" Target="../tags/tag51.xml"/><Relationship Id="rId16" Type="http://schemas.openxmlformats.org/officeDocument/2006/relationships/chart" Target="../charts/chart4.xml"/><Relationship Id="rId1" Type="http://schemas.openxmlformats.org/officeDocument/2006/relationships/tags" Target="../tags/tag50.xml"/><Relationship Id="rId6" Type="http://schemas.openxmlformats.org/officeDocument/2006/relationships/tags" Target="../tags/tag55.xml"/><Relationship Id="rId11" Type="http://schemas.openxmlformats.org/officeDocument/2006/relationships/tags" Target="../tags/tag60.xml"/><Relationship Id="rId5" Type="http://schemas.openxmlformats.org/officeDocument/2006/relationships/tags" Target="../tags/tag54.xml"/><Relationship Id="rId15" Type="http://schemas.openxmlformats.org/officeDocument/2006/relationships/image" Target="../media/image14.png"/><Relationship Id="rId10" Type="http://schemas.openxmlformats.org/officeDocument/2006/relationships/tags" Target="../tags/tag59.xml"/><Relationship Id="rId4" Type="http://schemas.openxmlformats.org/officeDocument/2006/relationships/tags" Target="../tags/tag53.xml"/><Relationship Id="rId9" Type="http://schemas.openxmlformats.org/officeDocument/2006/relationships/tags" Target="../tags/tag58.xml"/><Relationship Id="rId14" Type="http://schemas.openxmlformats.org/officeDocument/2006/relationships/image" Target="../media/image3.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diagramLayout" Target="../diagrams/layout3.xml"/><Relationship Id="rId7" Type="http://schemas.openxmlformats.org/officeDocument/2006/relationships/image" Target="../media/image10.png"/><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5" Type="http://schemas.openxmlformats.org/officeDocument/2006/relationships/diagramColors" Target="../diagrams/colors3.xml"/><Relationship Id="rId10" Type="http://schemas.openxmlformats.org/officeDocument/2006/relationships/image" Target="../media/image13.svg"/><Relationship Id="rId4" Type="http://schemas.openxmlformats.org/officeDocument/2006/relationships/diagramQuickStyle" Target="../diagrams/quickStyle3.xml"/><Relationship Id="rId9"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chart" Target="../charts/chart11.xml"/><Relationship Id="rId4" Type="http://schemas.openxmlformats.org/officeDocument/2006/relationships/chart" Target="../charts/chart10.xml"/></Relationships>
</file>

<file path=ppt/slides/_rels/slide17.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chart" Target="../charts/chart12.xml"/><Relationship Id="rId1" Type="http://schemas.openxmlformats.org/officeDocument/2006/relationships/slideLayout" Target="../slideLayouts/slideLayout4.xml"/><Relationship Id="rId4" Type="http://schemas.openxmlformats.org/officeDocument/2006/relationships/chart" Target="../charts/chart14.xml"/></Relationships>
</file>

<file path=ppt/slides/_rels/slide18.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chart" Target="../charts/chart15.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8.bin"/><Relationship Id="rId7" Type="http://schemas.openxmlformats.org/officeDocument/2006/relationships/image" Target="../media/image18.emf"/><Relationship Id="rId2" Type="http://schemas.openxmlformats.org/officeDocument/2006/relationships/slideLayout" Target="../slideLayouts/slideLayout4.xml"/><Relationship Id="rId1" Type="http://schemas.openxmlformats.org/officeDocument/2006/relationships/tags" Target="../tags/tag61.xml"/><Relationship Id="rId6" Type="http://schemas.openxmlformats.org/officeDocument/2006/relationships/image" Target="../media/image17.emf"/><Relationship Id="rId5" Type="http://schemas.openxmlformats.org/officeDocument/2006/relationships/image" Target="../media/image16.emf"/><Relationship Id="rId4" Type="http://schemas.openxmlformats.org/officeDocument/2006/relationships/image" Target="../media/image3.emf"/></Relationships>
</file>

<file path=ppt/slides/_rels/slide22.xml.rels><?xml version="1.0" encoding="UTF-8" standalone="yes"?>
<Relationships xmlns="http://schemas.openxmlformats.org/package/2006/relationships"><Relationship Id="rId8" Type="http://schemas.openxmlformats.org/officeDocument/2006/relationships/image" Target="../media/image22.emf"/><Relationship Id="rId3" Type="http://schemas.openxmlformats.org/officeDocument/2006/relationships/oleObject" Target="../embeddings/oleObject9.bin"/><Relationship Id="rId7" Type="http://schemas.openxmlformats.org/officeDocument/2006/relationships/image" Target="../media/image21.emf"/><Relationship Id="rId2" Type="http://schemas.openxmlformats.org/officeDocument/2006/relationships/slideLayout" Target="../slideLayouts/slideLayout4.xml"/><Relationship Id="rId1" Type="http://schemas.openxmlformats.org/officeDocument/2006/relationships/tags" Target="../tags/tag62.xml"/><Relationship Id="rId6" Type="http://schemas.openxmlformats.org/officeDocument/2006/relationships/image" Target="../media/image20.emf"/><Relationship Id="rId5" Type="http://schemas.openxmlformats.org/officeDocument/2006/relationships/image" Target="../media/image19.emf"/><Relationship Id="rId4" Type="http://schemas.openxmlformats.org/officeDocument/2006/relationships/image" Target="../media/image3.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8B0FE40-95DF-FB78-8F5C-A2E4E24D70A3}"/>
              </a:ext>
            </a:extLst>
          </p:cNvPr>
          <p:cNvGraphicFramePr>
            <a:graphicFrameLocks noChangeAspect="1"/>
          </p:cNvGraphicFramePr>
          <p:nvPr>
            <p:custDataLst>
              <p:tags r:id="rId1"/>
            </p:custDataLst>
            <p:extLst>
              <p:ext uri="{D42A27DB-BD31-4B8C-83A1-F6EECF244321}">
                <p14:modId xmlns:p14="http://schemas.microsoft.com/office/powerpoint/2010/main" val="30227504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6" imgH="428" progId="TCLayout.ActiveDocument.1">
                  <p:embed/>
                </p:oleObj>
              </mc:Choice>
              <mc:Fallback>
                <p:oleObj name="think-cell Slide" r:id="rId4" imgW="426" imgH="428" progId="TCLayout.ActiveDocument.1">
                  <p:embed/>
                  <p:pic>
                    <p:nvPicPr>
                      <p:cNvPr id="3" name="Object 2" hidden="1">
                        <a:extLst>
                          <a:ext uri="{FF2B5EF4-FFF2-40B4-BE49-F238E27FC236}">
                            <a16:creationId xmlns:a16="http://schemas.microsoft.com/office/drawing/2014/main" id="{F8B0FE40-95DF-FB78-8F5C-A2E4E24D70A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10" name="Image 9" descr="Une image contenant périphérique, mètre&#10;&#10;Description générée automatiquement">
            <a:extLst>
              <a:ext uri="{FF2B5EF4-FFF2-40B4-BE49-F238E27FC236}">
                <a16:creationId xmlns:a16="http://schemas.microsoft.com/office/drawing/2014/main" id="{06772E01-4E50-431D-B585-DCA0D50BD84F}"/>
              </a:ext>
            </a:extLst>
          </p:cNvPr>
          <p:cNvPicPr>
            <a:picLocks noChangeAspect="1"/>
          </p:cNvPicPr>
          <p:nvPr/>
        </p:nvPicPr>
        <p:blipFill rotWithShape="1">
          <a:blip r:embed="rId6" cstate="email">
            <a:extLst>
              <a:ext uri="{28A0092B-C50C-407E-A947-70E740481C1C}">
                <a14:useLocalDpi xmlns:a14="http://schemas.microsoft.com/office/drawing/2010/main"/>
              </a:ext>
            </a:extLst>
          </a:blip>
          <a:srcRect l="-139"/>
          <a:stretch/>
        </p:blipFill>
        <p:spPr>
          <a:xfrm>
            <a:off x="4389565" y="47752"/>
            <a:ext cx="7800849" cy="6837931"/>
          </a:xfrm>
          <a:prstGeom prst="rect">
            <a:avLst/>
          </a:prstGeom>
        </p:spPr>
      </p:pic>
      <p:sp>
        <p:nvSpPr>
          <p:cNvPr id="7" name="Titre 6">
            <a:extLst>
              <a:ext uri="{FF2B5EF4-FFF2-40B4-BE49-F238E27FC236}">
                <a16:creationId xmlns:a16="http://schemas.microsoft.com/office/drawing/2014/main" id="{0AECD5FA-EDA5-414B-9B58-74D21ED90C95}"/>
              </a:ext>
            </a:extLst>
          </p:cNvPr>
          <p:cNvSpPr>
            <a:spLocks noGrp="1"/>
          </p:cNvSpPr>
          <p:nvPr>
            <p:ph type="ctrTitle"/>
          </p:nvPr>
        </p:nvSpPr>
        <p:spPr>
          <a:xfrm>
            <a:off x="479444" y="1046783"/>
            <a:ext cx="4022312" cy="3203300"/>
          </a:xfrm>
        </p:spPr>
        <p:txBody>
          <a:bodyPr vert="horz" anchor="b">
            <a:normAutofit/>
          </a:bodyPr>
          <a:lstStyle/>
          <a:p>
            <a:pPr algn="l"/>
            <a:r>
              <a:rPr lang="de-DE" sz="4799"/>
              <a:t>SFC Solutions</a:t>
            </a:r>
          </a:p>
        </p:txBody>
      </p:sp>
      <p:sp>
        <p:nvSpPr>
          <p:cNvPr id="8" name="Sous-titre 7">
            <a:extLst>
              <a:ext uri="{FF2B5EF4-FFF2-40B4-BE49-F238E27FC236}">
                <a16:creationId xmlns:a16="http://schemas.microsoft.com/office/drawing/2014/main" id="{B9EF830A-B0B5-4801-854B-24F6216ABC2C}"/>
              </a:ext>
            </a:extLst>
          </p:cNvPr>
          <p:cNvSpPr>
            <a:spLocks noGrp="1"/>
          </p:cNvSpPr>
          <p:nvPr>
            <p:ph type="subTitle" idx="1"/>
          </p:nvPr>
        </p:nvSpPr>
        <p:spPr>
          <a:xfrm>
            <a:off x="479445" y="4720186"/>
            <a:ext cx="4022311" cy="1207826"/>
          </a:xfrm>
        </p:spPr>
        <p:txBody>
          <a:bodyPr>
            <a:normAutofit/>
          </a:bodyPr>
          <a:lstStyle/>
          <a:p>
            <a:pPr algn="l" defTabSz="457200">
              <a:defRPr/>
            </a:pPr>
            <a:r>
              <a:rPr lang="en-GB" sz="1600" b="1" dirty="0"/>
              <a:t>S&amp;OP Aug’22</a:t>
            </a:r>
          </a:p>
        </p:txBody>
      </p:sp>
      <p:pic>
        <p:nvPicPr>
          <p:cNvPr id="11" name="Image 10">
            <a:extLst>
              <a:ext uri="{FF2B5EF4-FFF2-40B4-BE49-F238E27FC236}">
                <a16:creationId xmlns:a16="http://schemas.microsoft.com/office/drawing/2014/main" id="{343C13C5-3289-4526-ADF5-27BE111D9843}"/>
              </a:ext>
            </a:extLst>
          </p:cNvPr>
          <p:cNvPicPr>
            <a:picLocks noChangeAspect="1"/>
          </p:cNvPicPr>
          <p:nvPr/>
        </p:nvPicPr>
        <p:blipFill>
          <a:blip r:embed="rId7" cstate="email">
            <a:extLst>
              <a:ext uri="{BEBA8EAE-BF5A-486C-A8C5-ECC9F3942E4B}">
                <a14:imgProps xmlns:a14="http://schemas.microsoft.com/office/drawing/2010/main">
                  <a14:imgLayer r:embed="rId8">
                    <a14:imgEffect>
                      <a14:brightnessContrast bright="40000" contrast="-40000"/>
                    </a14:imgEffect>
                  </a14:imgLayer>
                </a14:imgProps>
              </a:ext>
              <a:ext uri="{28A0092B-C50C-407E-A947-70E740481C1C}">
                <a14:useLocalDpi xmlns:a14="http://schemas.microsoft.com/office/drawing/2010/main"/>
              </a:ext>
            </a:extLst>
          </a:blip>
          <a:stretch>
            <a:fillRect/>
          </a:stretch>
        </p:blipFill>
        <p:spPr>
          <a:xfrm>
            <a:off x="479444" y="550017"/>
            <a:ext cx="2132365" cy="1721646"/>
          </a:xfrm>
          <a:prstGeom prst="rect">
            <a:avLst/>
          </a:prstGeom>
        </p:spPr>
      </p:pic>
    </p:spTree>
    <p:extLst>
      <p:ext uri="{BB962C8B-B14F-4D97-AF65-F5344CB8AC3E}">
        <p14:creationId xmlns:p14="http://schemas.microsoft.com/office/powerpoint/2010/main" val="2944985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1D5FE5EC-8B9C-4EF9-96B5-D1A821860EDF}"/>
              </a:ext>
            </a:extLst>
          </p:cNvPr>
          <p:cNvSpPr>
            <a:spLocks noGrp="1"/>
          </p:cNvSpPr>
          <p:nvPr>
            <p:ph type="sldNum" sz="quarter" idx="12"/>
          </p:nvPr>
        </p:nvSpPr>
        <p:spPr/>
        <p:txBody>
          <a:bodyPr/>
          <a:lstStyle/>
          <a:p>
            <a:pPr defTabSz="457200"/>
            <a:fld id="{66AA3846-8976-4D24-8224-CEE1235CE9F4}" type="slidenum">
              <a:rPr lang="en-US">
                <a:solidFill>
                  <a:srgbClr val="262F3C"/>
                </a:solidFill>
                <a:latin typeface="Arial"/>
              </a:rPr>
              <a:pPr defTabSz="457200"/>
              <a:t>2</a:t>
            </a:fld>
            <a:endParaRPr lang="en-US" dirty="0">
              <a:solidFill>
                <a:srgbClr val="262F3C"/>
              </a:solidFill>
              <a:latin typeface="Arial"/>
            </a:endParaRPr>
          </a:p>
        </p:txBody>
      </p:sp>
      <p:sp>
        <p:nvSpPr>
          <p:cNvPr id="15" name="Title 1">
            <a:extLst>
              <a:ext uri="{FF2B5EF4-FFF2-40B4-BE49-F238E27FC236}">
                <a16:creationId xmlns:a16="http://schemas.microsoft.com/office/drawing/2014/main" id="{7BCF9B9D-DE0D-4634-BD67-BFE932125A71}"/>
              </a:ext>
            </a:extLst>
          </p:cNvPr>
          <p:cNvSpPr>
            <a:spLocks noGrp="1"/>
          </p:cNvSpPr>
          <p:nvPr>
            <p:ph type="title"/>
          </p:nvPr>
        </p:nvSpPr>
        <p:spPr>
          <a:xfrm>
            <a:off x="442913" y="773320"/>
            <a:ext cx="11313318" cy="255587"/>
          </a:xfrm>
        </p:spPr>
        <p:txBody>
          <a:bodyPr/>
          <a:lstStyle/>
          <a:p>
            <a:r>
              <a:rPr lang="en-US" dirty="0"/>
              <a:t>“Bow Tie Principle”?</a:t>
            </a:r>
            <a:endParaRPr lang="LID4096" dirty="0"/>
          </a:p>
        </p:txBody>
      </p:sp>
      <p:grpSp>
        <p:nvGrpSpPr>
          <p:cNvPr id="16" name="Group 15">
            <a:extLst>
              <a:ext uri="{FF2B5EF4-FFF2-40B4-BE49-F238E27FC236}">
                <a16:creationId xmlns:a16="http://schemas.microsoft.com/office/drawing/2014/main" id="{6E533F66-F8CE-4F0B-92D7-0FBDD18D0A8A}"/>
              </a:ext>
            </a:extLst>
          </p:cNvPr>
          <p:cNvGrpSpPr/>
          <p:nvPr/>
        </p:nvGrpSpPr>
        <p:grpSpPr>
          <a:xfrm>
            <a:off x="2346855" y="1438301"/>
            <a:ext cx="6942666" cy="2791822"/>
            <a:chOff x="1835696" y="1196752"/>
            <a:chExt cx="6624736" cy="2880321"/>
          </a:xfrm>
        </p:grpSpPr>
        <p:sp>
          <p:nvSpPr>
            <p:cNvPr id="17" name="Rounded Rectangle 40">
              <a:extLst>
                <a:ext uri="{FF2B5EF4-FFF2-40B4-BE49-F238E27FC236}">
                  <a16:creationId xmlns:a16="http://schemas.microsoft.com/office/drawing/2014/main" id="{1761C5C4-0929-431F-90C7-208533B5E995}"/>
                </a:ext>
              </a:extLst>
            </p:cNvPr>
            <p:cNvSpPr/>
            <p:nvPr/>
          </p:nvSpPr>
          <p:spPr bwMode="auto">
            <a:xfrm>
              <a:off x="3707903" y="1844824"/>
              <a:ext cx="2494865" cy="1584176"/>
            </a:xfrm>
            <a:prstGeom prst="roundRect">
              <a:avLst/>
            </a:prstGeom>
            <a:solidFill>
              <a:srgbClr val="BBE0E3"/>
            </a:solidFill>
            <a:ln w="38100" cap="flat" cmpd="sng" algn="ctr">
              <a:solidFill>
                <a:srgbClr val="FFFFFF"/>
              </a:solidFill>
              <a:prstDash val="solid"/>
              <a:headEnd type="none" w="med" len="med"/>
              <a:tailEnd type="none" w="med" len="med"/>
            </a:ln>
            <a:effectLst>
              <a:outerShdw blurRad="40000" dist="20000" dir="5400000" rotWithShape="0">
                <a:srgbClr val="000000">
                  <a:alpha val="38000"/>
                </a:srgbClr>
              </a:outerShdw>
            </a:effectLst>
          </p:spPr>
          <p:txBody>
            <a:bodyPr vert="horz" wrap="square" lIns="91440" tIns="45720" rIns="0" bIns="45720" numCol="1" rtlCol="0" anchor="t" anchorCtr="1" compatLnSpc="1">
              <a:prstTxWarp prst="textNoShape">
                <a:avLst/>
              </a:prstTxWarp>
            </a:bodyPr>
            <a:lstStyle/>
            <a:p>
              <a:pPr defTabSz="914491">
                <a:spcBef>
                  <a:spcPct val="20000"/>
                </a:spcBef>
                <a:spcAft>
                  <a:spcPct val="30000"/>
                </a:spcAft>
                <a:defRPr/>
              </a:pPr>
              <a:r>
                <a:rPr lang="en-US" sz="1200" b="1" kern="0" dirty="0">
                  <a:solidFill>
                    <a:srgbClr val="000000"/>
                  </a:solidFill>
                  <a:latin typeface="Arial" charset="0"/>
                  <a:cs typeface="Arial" charset="0"/>
                </a:rPr>
                <a:t>Translation Box</a:t>
              </a:r>
            </a:p>
          </p:txBody>
        </p:sp>
        <p:sp>
          <p:nvSpPr>
            <p:cNvPr id="18" name="Isosceles Triangle 17">
              <a:extLst>
                <a:ext uri="{FF2B5EF4-FFF2-40B4-BE49-F238E27FC236}">
                  <a16:creationId xmlns:a16="http://schemas.microsoft.com/office/drawing/2014/main" id="{A908889C-C20D-4589-9D1A-C07B655BC1FC}"/>
                </a:ext>
              </a:extLst>
            </p:cNvPr>
            <p:cNvSpPr/>
            <p:nvPr/>
          </p:nvSpPr>
          <p:spPr bwMode="auto">
            <a:xfrm rot="5400000">
              <a:off x="2447764" y="584684"/>
              <a:ext cx="2880320" cy="4104456"/>
            </a:xfrm>
            <a:prstGeom prst="triangle">
              <a:avLst/>
            </a:prstGeom>
            <a:gradFill rotWithShape="1">
              <a:gsLst>
                <a:gs pos="0">
                  <a:srgbClr val="FFFFFF">
                    <a:shade val="51000"/>
                    <a:satMod val="130000"/>
                  </a:srgbClr>
                </a:gs>
                <a:gs pos="80000">
                  <a:srgbClr val="FFFFFF">
                    <a:shade val="93000"/>
                    <a:satMod val="130000"/>
                  </a:srgbClr>
                </a:gs>
                <a:gs pos="100000">
                  <a:srgbClr val="FFFFFF">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0" bIns="45720" numCol="1" rtlCol="0" anchor="t" anchorCtr="0" compatLnSpc="1">
              <a:prstTxWarp prst="textNoShape">
                <a:avLst/>
              </a:prstTxWarp>
            </a:bodyPr>
            <a:lstStyle/>
            <a:p>
              <a:pPr defTabSz="914491">
                <a:spcBef>
                  <a:spcPct val="20000"/>
                </a:spcBef>
                <a:spcAft>
                  <a:spcPct val="30000"/>
                </a:spcAft>
                <a:defRPr/>
              </a:pPr>
              <a:endParaRPr lang="en-US" sz="800" b="1" kern="0" dirty="0">
                <a:solidFill>
                  <a:srgbClr val="000000"/>
                </a:solidFill>
                <a:latin typeface="Arial" charset="0"/>
                <a:cs typeface="Arial" charset="0"/>
              </a:endParaRPr>
            </a:p>
          </p:txBody>
        </p:sp>
        <p:sp>
          <p:nvSpPr>
            <p:cNvPr id="19" name="Isosceles Triangle 18">
              <a:extLst>
                <a:ext uri="{FF2B5EF4-FFF2-40B4-BE49-F238E27FC236}">
                  <a16:creationId xmlns:a16="http://schemas.microsoft.com/office/drawing/2014/main" id="{73455AA1-F177-4B6E-A770-F88DA592DE67}"/>
                </a:ext>
              </a:extLst>
            </p:cNvPr>
            <p:cNvSpPr/>
            <p:nvPr/>
          </p:nvSpPr>
          <p:spPr bwMode="auto">
            <a:xfrm rot="16200000">
              <a:off x="5004048" y="620689"/>
              <a:ext cx="2808312" cy="4104456"/>
            </a:xfrm>
            <a:prstGeom prst="triangle">
              <a:avLst/>
            </a:prstGeom>
            <a:gradFill rotWithShape="1">
              <a:gsLst>
                <a:gs pos="0">
                  <a:srgbClr val="FFFFFF">
                    <a:shade val="51000"/>
                    <a:satMod val="130000"/>
                  </a:srgbClr>
                </a:gs>
                <a:gs pos="80000">
                  <a:srgbClr val="FFFFFF">
                    <a:shade val="93000"/>
                    <a:satMod val="130000"/>
                  </a:srgbClr>
                </a:gs>
                <a:gs pos="100000">
                  <a:srgbClr val="FFFFFF">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0" bIns="45720" numCol="1" rtlCol="0" anchor="t" anchorCtr="0" compatLnSpc="1">
              <a:prstTxWarp prst="textNoShape">
                <a:avLst/>
              </a:prstTxWarp>
            </a:bodyPr>
            <a:lstStyle/>
            <a:p>
              <a:pPr defTabSz="914491">
                <a:spcBef>
                  <a:spcPct val="20000"/>
                </a:spcBef>
                <a:spcAft>
                  <a:spcPct val="30000"/>
                </a:spcAft>
                <a:defRPr/>
              </a:pPr>
              <a:endParaRPr lang="en-US" sz="800" b="1" kern="0" dirty="0">
                <a:solidFill>
                  <a:srgbClr val="000000"/>
                </a:solidFill>
                <a:latin typeface="Arial" charset="0"/>
                <a:cs typeface="Arial" charset="0"/>
              </a:endParaRPr>
            </a:p>
          </p:txBody>
        </p:sp>
        <p:sp>
          <p:nvSpPr>
            <p:cNvPr id="20" name="Rectangle 19">
              <a:extLst>
                <a:ext uri="{FF2B5EF4-FFF2-40B4-BE49-F238E27FC236}">
                  <a16:creationId xmlns:a16="http://schemas.microsoft.com/office/drawing/2014/main" id="{721255CB-7DFB-4841-89C1-C902BDD1FE73}"/>
                </a:ext>
              </a:extLst>
            </p:cNvPr>
            <p:cNvSpPr/>
            <p:nvPr/>
          </p:nvSpPr>
          <p:spPr bwMode="auto">
            <a:xfrm>
              <a:off x="1979712" y="2060848"/>
              <a:ext cx="804795" cy="360040"/>
            </a:xfrm>
            <a:prstGeom prst="rect">
              <a:avLst/>
            </a:prstGeom>
            <a:gradFill rotWithShape="1">
              <a:gsLst>
                <a:gs pos="0">
                  <a:srgbClr val="BBE0E3">
                    <a:shade val="51000"/>
                    <a:satMod val="130000"/>
                  </a:srgbClr>
                </a:gs>
                <a:gs pos="80000">
                  <a:srgbClr val="BBE0E3">
                    <a:shade val="93000"/>
                    <a:satMod val="130000"/>
                  </a:srgbClr>
                </a:gs>
                <a:gs pos="100000">
                  <a:srgbClr val="BBE0E3">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0" bIns="45720" numCol="1" rtlCol="0" anchor="ctr" anchorCtr="1" compatLnSpc="1">
              <a:prstTxWarp prst="textNoShape">
                <a:avLst/>
              </a:prstTxWarp>
            </a:bodyPr>
            <a:lstStyle/>
            <a:p>
              <a:pPr defTabSz="914491">
                <a:spcBef>
                  <a:spcPct val="20000"/>
                </a:spcBef>
                <a:spcAft>
                  <a:spcPct val="30000"/>
                </a:spcAft>
                <a:defRPr/>
              </a:pPr>
              <a:r>
                <a:rPr lang="en-US" sz="1000" b="1" kern="0" dirty="0">
                  <a:solidFill>
                    <a:srgbClr val="000000"/>
                  </a:solidFill>
                  <a:latin typeface="Arial" charset="0"/>
                  <a:cs typeface="Arial" charset="0"/>
                </a:rPr>
                <a:t>Customer-2</a:t>
              </a:r>
            </a:p>
          </p:txBody>
        </p:sp>
        <p:sp>
          <p:nvSpPr>
            <p:cNvPr id="21" name="Rectangle 20">
              <a:extLst>
                <a:ext uri="{FF2B5EF4-FFF2-40B4-BE49-F238E27FC236}">
                  <a16:creationId xmlns:a16="http://schemas.microsoft.com/office/drawing/2014/main" id="{2142D31C-5D40-403E-8866-5FD84BB3F642}"/>
                </a:ext>
              </a:extLst>
            </p:cNvPr>
            <p:cNvSpPr/>
            <p:nvPr/>
          </p:nvSpPr>
          <p:spPr bwMode="auto">
            <a:xfrm>
              <a:off x="1979712" y="1628800"/>
              <a:ext cx="804795" cy="360040"/>
            </a:xfrm>
            <a:prstGeom prst="rect">
              <a:avLst/>
            </a:prstGeom>
            <a:gradFill rotWithShape="1">
              <a:gsLst>
                <a:gs pos="0">
                  <a:srgbClr val="BBE0E3">
                    <a:shade val="51000"/>
                    <a:satMod val="130000"/>
                  </a:srgbClr>
                </a:gs>
                <a:gs pos="80000">
                  <a:srgbClr val="BBE0E3">
                    <a:shade val="93000"/>
                    <a:satMod val="130000"/>
                  </a:srgbClr>
                </a:gs>
                <a:gs pos="100000">
                  <a:srgbClr val="BBE0E3">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0" bIns="45720" numCol="1" rtlCol="0" anchor="ctr" anchorCtr="1" compatLnSpc="1">
              <a:prstTxWarp prst="textNoShape">
                <a:avLst/>
              </a:prstTxWarp>
            </a:bodyPr>
            <a:lstStyle/>
            <a:p>
              <a:pPr defTabSz="914491">
                <a:spcBef>
                  <a:spcPct val="20000"/>
                </a:spcBef>
                <a:spcAft>
                  <a:spcPct val="30000"/>
                </a:spcAft>
                <a:defRPr/>
              </a:pPr>
              <a:r>
                <a:rPr lang="en-US" sz="1000" b="1" kern="0" dirty="0">
                  <a:solidFill>
                    <a:srgbClr val="000000"/>
                  </a:solidFill>
                  <a:latin typeface="Arial" charset="0"/>
                  <a:cs typeface="Arial" charset="0"/>
                </a:rPr>
                <a:t>Customer-1</a:t>
              </a:r>
            </a:p>
          </p:txBody>
        </p:sp>
        <p:sp>
          <p:nvSpPr>
            <p:cNvPr id="22" name="Rectangle 21">
              <a:extLst>
                <a:ext uri="{FF2B5EF4-FFF2-40B4-BE49-F238E27FC236}">
                  <a16:creationId xmlns:a16="http://schemas.microsoft.com/office/drawing/2014/main" id="{45E0425C-BC23-4022-80C2-62478276FF41}"/>
                </a:ext>
              </a:extLst>
            </p:cNvPr>
            <p:cNvSpPr/>
            <p:nvPr/>
          </p:nvSpPr>
          <p:spPr bwMode="auto">
            <a:xfrm>
              <a:off x="5148063" y="2420889"/>
              <a:ext cx="804795" cy="504055"/>
            </a:xfrm>
            <a:prstGeom prst="rect">
              <a:avLst/>
            </a:prstGeom>
            <a:solidFill>
              <a:srgbClr val="7030A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0" bIns="45720" numCol="1" rtlCol="0" anchor="ctr" anchorCtr="1" compatLnSpc="1">
              <a:prstTxWarp prst="textNoShape">
                <a:avLst/>
              </a:prstTxWarp>
            </a:bodyPr>
            <a:lstStyle/>
            <a:p>
              <a:pPr defTabSz="914491">
                <a:spcBef>
                  <a:spcPct val="20000"/>
                </a:spcBef>
                <a:spcAft>
                  <a:spcPct val="30000"/>
                </a:spcAft>
                <a:defRPr/>
              </a:pPr>
              <a:r>
                <a:rPr lang="en-US" sz="1000" b="1" kern="0" dirty="0">
                  <a:solidFill>
                    <a:srgbClr val="FFFFFF"/>
                  </a:solidFill>
                  <a:latin typeface="Arial" charset="0"/>
                  <a:cs typeface="Arial" charset="0"/>
                </a:rPr>
                <a:t>Supply</a:t>
              </a:r>
            </a:p>
          </p:txBody>
        </p:sp>
        <p:sp>
          <p:nvSpPr>
            <p:cNvPr id="23" name="Rectangle 22">
              <a:extLst>
                <a:ext uri="{FF2B5EF4-FFF2-40B4-BE49-F238E27FC236}">
                  <a16:creationId xmlns:a16="http://schemas.microsoft.com/office/drawing/2014/main" id="{D5F64A39-58E4-4036-8207-29053EE605FB}"/>
                </a:ext>
              </a:extLst>
            </p:cNvPr>
            <p:cNvSpPr/>
            <p:nvPr/>
          </p:nvSpPr>
          <p:spPr bwMode="auto">
            <a:xfrm>
              <a:off x="1979712" y="2924944"/>
              <a:ext cx="804795" cy="360040"/>
            </a:xfrm>
            <a:prstGeom prst="rect">
              <a:avLst/>
            </a:prstGeom>
            <a:gradFill rotWithShape="1">
              <a:gsLst>
                <a:gs pos="0">
                  <a:srgbClr val="BBE0E3">
                    <a:shade val="51000"/>
                    <a:satMod val="130000"/>
                  </a:srgbClr>
                </a:gs>
                <a:gs pos="80000">
                  <a:srgbClr val="BBE0E3">
                    <a:shade val="93000"/>
                    <a:satMod val="130000"/>
                  </a:srgbClr>
                </a:gs>
                <a:gs pos="100000">
                  <a:srgbClr val="BBE0E3">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0" bIns="45720" numCol="1" rtlCol="0" anchor="ctr" anchorCtr="1" compatLnSpc="1">
              <a:prstTxWarp prst="textNoShape">
                <a:avLst/>
              </a:prstTxWarp>
            </a:bodyPr>
            <a:lstStyle/>
            <a:p>
              <a:pPr defTabSz="914491">
                <a:spcBef>
                  <a:spcPct val="20000"/>
                </a:spcBef>
                <a:spcAft>
                  <a:spcPct val="30000"/>
                </a:spcAft>
                <a:defRPr/>
              </a:pPr>
              <a:r>
                <a:rPr lang="en-US" sz="1000" b="1" kern="0" dirty="0">
                  <a:solidFill>
                    <a:srgbClr val="000000"/>
                  </a:solidFill>
                  <a:latin typeface="Arial" charset="0"/>
                  <a:cs typeface="Arial" charset="0"/>
                </a:rPr>
                <a:t>Customer-4</a:t>
              </a:r>
            </a:p>
          </p:txBody>
        </p:sp>
        <p:sp>
          <p:nvSpPr>
            <p:cNvPr id="24" name="Rectangle 23">
              <a:extLst>
                <a:ext uri="{FF2B5EF4-FFF2-40B4-BE49-F238E27FC236}">
                  <a16:creationId xmlns:a16="http://schemas.microsoft.com/office/drawing/2014/main" id="{5CC11A3D-5529-4B60-B61E-03441BC068B4}"/>
                </a:ext>
              </a:extLst>
            </p:cNvPr>
            <p:cNvSpPr/>
            <p:nvPr/>
          </p:nvSpPr>
          <p:spPr bwMode="auto">
            <a:xfrm>
              <a:off x="1979712" y="2492896"/>
              <a:ext cx="804795" cy="360040"/>
            </a:xfrm>
            <a:prstGeom prst="rect">
              <a:avLst/>
            </a:prstGeom>
            <a:gradFill rotWithShape="1">
              <a:gsLst>
                <a:gs pos="0">
                  <a:srgbClr val="BBE0E3">
                    <a:shade val="51000"/>
                    <a:satMod val="130000"/>
                  </a:srgbClr>
                </a:gs>
                <a:gs pos="80000">
                  <a:srgbClr val="BBE0E3">
                    <a:shade val="93000"/>
                    <a:satMod val="130000"/>
                  </a:srgbClr>
                </a:gs>
                <a:gs pos="100000">
                  <a:srgbClr val="BBE0E3">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0" bIns="45720" numCol="1" rtlCol="0" anchor="ctr" anchorCtr="1" compatLnSpc="1">
              <a:prstTxWarp prst="textNoShape">
                <a:avLst/>
              </a:prstTxWarp>
            </a:bodyPr>
            <a:lstStyle/>
            <a:p>
              <a:pPr defTabSz="914491">
                <a:spcBef>
                  <a:spcPct val="20000"/>
                </a:spcBef>
                <a:spcAft>
                  <a:spcPct val="30000"/>
                </a:spcAft>
                <a:defRPr/>
              </a:pPr>
              <a:r>
                <a:rPr lang="en-US" sz="1000" b="1" kern="0" dirty="0">
                  <a:solidFill>
                    <a:srgbClr val="000000"/>
                  </a:solidFill>
                  <a:latin typeface="Arial" charset="0"/>
                  <a:cs typeface="Arial" charset="0"/>
                </a:rPr>
                <a:t>Customer-3</a:t>
              </a:r>
            </a:p>
          </p:txBody>
        </p:sp>
        <p:sp>
          <p:nvSpPr>
            <p:cNvPr id="25" name="Rectangle 24">
              <a:extLst>
                <a:ext uri="{FF2B5EF4-FFF2-40B4-BE49-F238E27FC236}">
                  <a16:creationId xmlns:a16="http://schemas.microsoft.com/office/drawing/2014/main" id="{FB3C0891-95C0-4EE8-87B3-28E1C91772C9}"/>
                </a:ext>
              </a:extLst>
            </p:cNvPr>
            <p:cNvSpPr/>
            <p:nvPr/>
          </p:nvSpPr>
          <p:spPr bwMode="auto">
            <a:xfrm>
              <a:off x="7524328" y="1700809"/>
              <a:ext cx="792088" cy="360040"/>
            </a:xfrm>
            <a:prstGeom prst="rect">
              <a:avLst/>
            </a:prstGeom>
            <a:solidFill>
              <a:srgbClr val="FF000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0" bIns="45720" numCol="1" rtlCol="0" anchor="ctr" anchorCtr="1" compatLnSpc="1">
              <a:prstTxWarp prst="textNoShape">
                <a:avLst/>
              </a:prstTxWarp>
            </a:bodyPr>
            <a:lstStyle/>
            <a:p>
              <a:pPr defTabSz="914491">
                <a:spcBef>
                  <a:spcPct val="20000"/>
                </a:spcBef>
                <a:spcAft>
                  <a:spcPct val="30000"/>
                </a:spcAft>
                <a:defRPr/>
              </a:pPr>
              <a:r>
                <a:rPr lang="en-US" sz="1000" b="1" kern="0" dirty="0">
                  <a:solidFill>
                    <a:srgbClr val="000000"/>
                  </a:solidFill>
                  <a:latin typeface="Arial" charset="0"/>
                  <a:cs typeface="Arial" charset="0"/>
                </a:rPr>
                <a:t>Site 1</a:t>
              </a:r>
            </a:p>
          </p:txBody>
        </p:sp>
        <p:sp>
          <p:nvSpPr>
            <p:cNvPr id="26" name="Rectangle 25">
              <a:extLst>
                <a:ext uri="{FF2B5EF4-FFF2-40B4-BE49-F238E27FC236}">
                  <a16:creationId xmlns:a16="http://schemas.microsoft.com/office/drawing/2014/main" id="{A488C3C8-89FA-4850-B4EC-F126B11A37A0}"/>
                </a:ext>
              </a:extLst>
            </p:cNvPr>
            <p:cNvSpPr/>
            <p:nvPr/>
          </p:nvSpPr>
          <p:spPr bwMode="auto">
            <a:xfrm>
              <a:off x="3779912" y="2492896"/>
              <a:ext cx="1046234" cy="360040"/>
            </a:xfrm>
            <a:prstGeom prst="rect">
              <a:avLst/>
            </a:prstGeom>
            <a:gradFill rotWithShape="1">
              <a:gsLst>
                <a:gs pos="0">
                  <a:srgbClr val="BBE0E3">
                    <a:shade val="51000"/>
                    <a:satMod val="130000"/>
                  </a:srgbClr>
                </a:gs>
                <a:gs pos="80000">
                  <a:srgbClr val="BBE0E3">
                    <a:shade val="93000"/>
                    <a:satMod val="130000"/>
                  </a:srgbClr>
                </a:gs>
                <a:gs pos="100000">
                  <a:srgbClr val="BBE0E3">
                    <a:shade val="94000"/>
                    <a:satMod val="135000"/>
                  </a:srgbClr>
                </a:gs>
              </a:gsLst>
              <a:lin ang="16200000" scaled="0"/>
            </a:gradFill>
            <a:ln w="9525" cap="flat" cmpd="sng" algn="ctr">
              <a:solidFill>
                <a:srgbClr val="BBE0E3">
                  <a:shade val="95000"/>
                  <a:satMod val="105000"/>
                </a:srgb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91440" tIns="45720" rIns="0" bIns="45720" numCol="1" rtlCol="0" anchor="ctr" anchorCtr="1" compatLnSpc="1">
              <a:prstTxWarp prst="textNoShape">
                <a:avLst/>
              </a:prstTxWarp>
            </a:bodyPr>
            <a:lstStyle/>
            <a:p>
              <a:pPr defTabSz="914491">
                <a:spcBef>
                  <a:spcPct val="20000"/>
                </a:spcBef>
                <a:spcAft>
                  <a:spcPct val="30000"/>
                </a:spcAft>
                <a:defRPr/>
              </a:pPr>
              <a:r>
                <a:rPr lang="en-US" sz="1000" b="1" kern="0" dirty="0">
                  <a:solidFill>
                    <a:srgbClr val="000000"/>
                  </a:solidFill>
                  <a:latin typeface="Arial" charset="0"/>
                  <a:cs typeface="Arial" charset="0"/>
                </a:rPr>
                <a:t>Demand</a:t>
              </a:r>
            </a:p>
          </p:txBody>
        </p:sp>
        <p:sp>
          <p:nvSpPr>
            <p:cNvPr id="27" name="Rectangle 26">
              <a:extLst>
                <a:ext uri="{FF2B5EF4-FFF2-40B4-BE49-F238E27FC236}">
                  <a16:creationId xmlns:a16="http://schemas.microsoft.com/office/drawing/2014/main" id="{83E8EB7F-BA41-4540-8A56-A204CF539828}"/>
                </a:ext>
              </a:extLst>
            </p:cNvPr>
            <p:cNvSpPr/>
            <p:nvPr/>
          </p:nvSpPr>
          <p:spPr bwMode="auto">
            <a:xfrm>
              <a:off x="7524328" y="2132857"/>
              <a:ext cx="792088" cy="360040"/>
            </a:xfrm>
            <a:prstGeom prst="rect">
              <a:avLst/>
            </a:prstGeom>
            <a:solidFill>
              <a:srgbClr val="FF000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0" bIns="45720" numCol="1" rtlCol="0" anchor="ctr" anchorCtr="1" compatLnSpc="1">
              <a:prstTxWarp prst="textNoShape">
                <a:avLst/>
              </a:prstTxWarp>
            </a:bodyPr>
            <a:lstStyle/>
            <a:p>
              <a:pPr defTabSz="914491">
                <a:spcBef>
                  <a:spcPct val="20000"/>
                </a:spcBef>
                <a:spcAft>
                  <a:spcPct val="30000"/>
                </a:spcAft>
                <a:defRPr/>
              </a:pPr>
              <a:r>
                <a:rPr lang="en-US" sz="1000" b="1" kern="0" dirty="0">
                  <a:solidFill>
                    <a:srgbClr val="000000"/>
                  </a:solidFill>
                  <a:latin typeface="Arial" charset="0"/>
                  <a:cs typeface="Arial" charset="0"/>
                </a:rPr>
                <a:t>Site 2</a:t>
              </a:r>
            </a:p>
          </p:txBody>
        </p:sp>
        <p:sp>
          <p:nvSpPr>
            <p:cNvPr id="28" name="Rectangle 27">
              <a:extLst>
                <a:ext uri="{FF2B5EF4-FFF2-40B4-BE49-F238E27FC236}">
                  <a16:creationId xmlns:a16="http://schemas.microsoft.com/office/drawing/2014/main" id="{4F0710AA-233E-476C-BB88-0398025DBE55}"/>
                </a:ext>
              </a:extLst>
            </p:cNvPr>
            <p:cNvSpPr/>
            <p:nvPr/>
          </p:nvSpPr>
          <p:spPr bwMode="auto">
            <a:xfrm>
              <a:off x="7524328" y="3284985"/>
              <a:ext cx="792088" cy="360040"/>
            </a:xfrm>
            <a:prstGeom prst="rect">
              <a:avLst/>
            </a:prstGeom>
            <a:solidFill>
              <a:srgbClr val="FF000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0" bIns="45720" numCol="1" rtlCol="0" anchor="ctr" anchorCtr="1" compatLnSpc="1">
              <a:prstTxWarp prst="textNoShape">
                <a:avLst/>
              </a:prstTxWarp>
            </a:bodyPr>
            <a:lstStyle/>
            <a:p>
              <a:pPr defTabSz="914491">
                <a:spcBef>
                  <a:spcPct val="20000"/>
                </a:spcBef>
                <a:spcAft>
                  <a:spcPct val="30000"/>
                </a:spcAft>
                <a:defRPr/>
              </a:pPr>
              <a:r>
                <a:rPr lang="en-US" sz="1000" b="1" kern="0" dirty="0">
                  <a:solidFill>
                    <a:srgbClr val="000000"/>
                  </a:solidFill>
                  <a:latin typeface="Arial" charset="0"/>
                  <a:cs typeface="Arial" charset="0"/>
                </a:rPr>
                <a:t>Site 4</a:t>
              </a:r>
            </a:p>
          </p:txBody>
        </p:sp>
        <p:sp>
          <p:nvSpPr>
            <p:cNvPr id="29" name="Rectangle 28">
              <a:extLst>
                <a:ext uri="{FF2B5EF4-FFF2-40B4-BE49-F238E27FC236}">
                  <a16:creationId xmlns:a16="http://schemas.microsoft.com/office/drawing/2014/main" id="{C341D987-AB4D-4B47-8E07-76AFBEC7DE92}"/>
                </a:ext>
              </a:extLst>
            </p:cNvPr>
            <p:cNvSpPr/>
            <p:nvPr/>
          </p:nvSpPr>
          <p:spPr bwMode="auto">
            <a:xfrm>
              <a:off x="7524328" y="2771253"/>
              <a:ext cx="792088" cy="360040"/>
            </a:xfrm>
            <a:prstGeom prst="rect">
              <a:avLst/>
            </a:prstGeom>
            <a:solidFill>
              <a:srgbClr val="FF000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0" bIns="45720" numCol="1" rtlCol="0" anchor="ctr" anchorCtr="1" compatLnSpc="1">
              <a:prstTxWarp prst="textNoShape">
                <a:avLst/>
              </a:prstTxWarp>
            </a:bodyPr>
            <a:lstStyle/>
            <a:p>
              <a:pPr defTabSz="914491">
                <a:spcBef>
                  <a:spcPct val="20000"/>
                </a:spcBef>
                <a:spcAft>
                  <a:spcPct val="30000"/>
                </a:spcAft>
                <a:defRPr/>
              </a:pPr>
              <a:r>
                <a:rPr lang="en-US" sz="1000" b="1" kern="0" dirty="0">
                  <a:solidFill>
                    <a:srgbClr val="000000"/>
                  </a:solidFill>
                  <a:latin typeface="Arial" charset="0"/>
                  <a:cs typeface="Arial" charset="0"/>
                </a:rPr>
                <a:t>Site 3</a:t>
              </a:r>
            </a:p>
          </p:txBody>
        </p:sp>
        <p:cxnSp>
          <p:nvCxnSpPr>
            <p:cNvPr id="30" name="Elbow Connector 31">
              <a:extLst>
                <a:ext uri="{FF2B5EF4-FFF2-40B4-BE49-F238E27FC236}">
                  <a16:creationId xmlns:a16="http://schemas.microsoft.com/office/drawing/2014/main" id="{FEABBE49-5A50-489B-8FDF-B76FEBC04C8A}"/>
                </a:ext>
              </a:extLst>
            </p:cNvPr>
            <p:cNvCxnSpPr>
              <a:stCxn id="20" idx="3"/>
              <a:endCxn id="26" idx="1"/>
            </p:cNvCxnSpPr>
            <p:nvPr/>
          </p:nvCxnSpPr>
          <p:spPr bwMode="auto">
            <a:xfrm>
              <a:off x="2784507" y="2240868"/>
              <a:ext cx="995405" cy="432048"/>
            </a:xfrm>
            <a:prstGeom prst="straightConnector1">
              <a:avLst/>
            </a:prstGeom>
            <a:noFill/>
            <a:ln w="9525" cap="flat" cmpd="sng" algn="ctr">
              <a:solidFill>
                <a:srgbClr val="0070C0"/>
              </a:solidFill>
              <a:prstDash val="solid"/>
              <a:round/>
              <a:headEnd type="arrow"/>
              <a:tailEnd type="arrow"/>
            </a:ln>
            <a:effectLst/>
          </p:spPr>
        </p:cxnSp>
        <p:cxnSp>
          <p:nvCxnSpPr>
            <p:cNvPr id="31" name="Elbow Connector 31">
              <a:extLst>
                <a:ext uri="{FF2B5EF4-FFF2-40B4-BE49-F238E27FC236}">
                  <a16:creationId xmlns:a16="http://schemas.microsoft.com/office/drawing/2014/main" id="{524D2ED1-84A9-4A41-8732-34A22E73BC70}"/>
                </a:ext>
              </a:extLst>
            </p:cNvPr>
            <p:cNvCxnSpPr>
              <a:stCxn id="21" idx="3"/>
              <a:endCxn id="26" idx="1"/>
            </p:cNvCxnSpPr>
            <p:nvPr/>
          </p:nvCxnSpPr>
          <p:spPr bwMode="auto">
            <a:xfrm>
              <a:off x="2784507" y="1808820"/>
              <a:ext cx="995405" cy="864096"/>
            </a:xfrm>
            <a:prstGeom prst="straightConnector1">
              <a:avLst/>
            </a:prstGeom>
            <a:noFill/>
            <a:ln w="9525" cap="flat" cmpd="sng" algn="ctr">
              <a:solidFill>
                <a:srgbClr val="0070C0"/>
              </a:solidFill>
              <a:prstDash val="solid"/>
              <a:round/>
              <a:headEnd type="arrow"/>
              <a:tailEnd type="arrow"/>
            </a:ln>
            <a:effectLst/>
          </p:spPr>
        </p:cxnSp>
        <p:cxnSp>
          <p:nvCxnSpPr>
            <p:cNvPr id="32" name="Elbow Connector 31">
              <a:extLst>
                <a:ext uri="{FF2B5EF4-FFF2-40B4-BE49-F238E27FC236}">
                  <a16:creationId xmlns:a16="http://schemas.microsoft.com/office/drawing/2014/main" id="{220E08D5-7AB8-4FD1-AD86-40F44C5C106B}"/>
                </a:ext>
              </a:extLst>
            </p:cNvPr>
            <p:cNvCxnSpPr>
              <a:stCxn id="24" idx="3"/>
              <a:endCxn id="26" idx="1"/>
            </p:cNvCxnSpPr>
            <p:nvPr/>
          </p:nvCxnSpPr>
          <p:spPr bwMode="auto">
            <a:xfrm>
              <a:off x="2784507" y="2672916"/>
              <a:ext cx="995405" cy="1588"/>
            </a:xfrm>
            <a:prstGeom prst="straightConnector1">
              <a:avLst/>
            </a:prstGeom>
            <a:noFill/>
            <a:ln w="9525" cap="flat" cmpd="sng" algn="ctr">
              <a:solidFill>
                <a:srgbClr val="0070C0"/>
              </a:solidFill>
              <a:prstDash val="solid"/>
              <a:round/>
              <a:headEnd type="arrow"/>
              <a:tailEnd type="arrow"/>
            </a:ln>
            <a:effectLst/>
          </p:spPr>
        </p:cxnSp>
        <p:cxnSp>
          <p:nvCxnSpPr>
            <p:cNvPr id="33" name="Elbow Connector 31">
              <a:extLst>
                <a:ext uri="{FF2B5EF4-FFF2-40B4-BE49-F238E27FC236}">
                  <a16:creationId xmlns:a16="http://schemas.microsoft.com/office/drawing/2014/main" id="{59F60285-A4C7-4D33-8572-B96D4F62BFD5}"/>
                </a:ext>
              </a:extLst>
            </p:cNvPr>
            <p:cNvCxnSpPr>
              <a:stCxn id="22" idx="3"/>
              <a:endCxn id="39" idx="1"/>
            </p:cNvCxnSpPr>
            <p:nvPr/>
          </p:nvCxnSpPr>
          <p:spPr bwMode="auto">
            <a:xfrm>
              <a:off x="5952858" y="2672917"/>
              <a:ext cx="347334" cy="324036"/>
            </a:xfrm>
            <a:prstGeom prst="straightConnector1">
              <a:avLst/>
            </a:prstGeom>
            <a:noFill/>
            <a:ln w="9525" cap="flat" cmpd="sng" algn="ctr">
              <a:solidFill>
                <a:srgbClr val="0070C0"/>
              </a:solidFill>
              <a:prstDash val="solid"/>
              <a:round/>
              <a:headEnd type="arrow"/>
              <a:tailEnd type="arrow"/>
            </a:ln>
            <a:effectLst/>
          </p:spPr>
        </p:cxnSp>
        <p:cxnSp>
          <p:nvCxnSpPr>
            <p:cNvPr id="34" name="Elbow Connector 31">
              <a:extLst>
                <a:ext uri="{FF2B5EF4-FFF2-40B4-BE49-F238E27FC236}">
                  <a16:creationId xmlns:a16="http://schemas.microsoft.com/office/drawing/2014/main" id="{E2EA4E1F-62B5-4152-A066-97092E96631F}"/>
                </a:ext>
              </a:extLst>
            </p:cNvPr>
            <p:cNvCxnSpPr>
              <a:stCxn id="22" idx="1"/>
              <a:endCxn id="26" idx="3"/>
            </p:cNvCxnSpPr>
            <p:nvPr/>
          </p:nvCxnSpPr>
          <p:spPr bwMode="auto">
            <a:xfrm rot="10800000">
              <a:off x="4826147" y="2672917"/>
              <a:ext cx="321917" cy="1"/>
            </a:xfrm>
            <a:prstGeom prst="straightConnector1">
              <a:avLst/>
            </a:prstGeom>
            <a:noFill/>
            <a:ln w="9525" cap="flat" cmpd="sng" algn="ctr">
              <a:solidFill>
                <a:srgbClr val="0070C0"/>
              </a:solidFill>
              <a:prstDash val="solid"/>
              <a:round/>
              <a:headEnd type="arrow"/>
              <a:tailEnd type="arrow"/>
            </a:ln>
            <a:effectLst/>
          </p:spPr>
        </p:cxnSp>
        <p:cxnSp>
          <p:nvCxnSpPr>
            <p:cNvPr id="35" name="Elbow Connector 31">
              <a:extLst>
                <a:ext uri="{FF2B5EF4-FFF2-40B4-BE49-F238E27FC236}">
                  <a16:creationId xmlns:a16="http://schemas.microsoft.com/office/drawing/2014/main" id="{B5AAB606-A2EB-4FEC-8979-6B84BAB81FCC}"/>
                </a:ext>
              </a:extLst>
            </p:cNvPr>
            <p:cNvCxnSpPr>
              <a:stCxn id="22" idx="3"/>
              <a:endCxn id="38" idx="1"/>
            </p:cNvCxnSpPr>
            <p:nvPr/>
          </p:nvCxnSpPr>
          <p:spPr bwMode="auto">
            <a:xfrm flipV="1">
              <a:off x="5952858" y="2276873"/>
              <a:ext cx="347334" cy="396044"/>
            </a:xfrm>
            <a:prstGeom prst="straightConnector1">
              <a:avLst/>
            </a:prstGeom>
            <a:noFill/>
            <a:ln w="9525" cap="flat" cmpd="sng" algn="ctr">
              <a:solidFill>
                <a:srgbClr val="0070C0"/>
              </a:solidFill>
              <a:prstDash val="solid"/>
              <a:round/>
              <a:headEnd type="arrow"/>
              <a:tailEnd type="arrow"/>
            </a:ln>
            <a:effectLst/>
          </p:spPr>
        </p:cxnSp>
        <p:cxnSp>
          <p:nvCxnSpPr>
            <p:cNvPr id="36" name="Elbow Connector 31">
              <a:extLst>
                <a:ext uri="{FF2B5EF4-FFF2-40B4-BE49-F238E27FC236}">
                  <a16:creationId xmlns:a16="http://schemas.microsoft.com/office/drawing/2014/main" id="{11502B3D-09C2-4A41-A9A7-775F1E4C1EF8}"/>
                </a:ext>
              </a:extLst>
            </p:cNvPr>
            <p:cNvCxnSpPr>
              <a:stCxn id="23" idx="3"/>
              <a:endCxn id="26" idx="1"/>
            </p:cNvCxnSpPr>
            <p:nvPr/>
          </p:nvCxnSpPr>
          <p:spPr bwMode="auto">
            <a:xfrm flipV="1">
              <a:off x="2784507" y="2672916"/>
              <a:ext cx="995405" cy="432048"/>
            </a:xfrm>
            <a:prstGeom prst="straightConnector1">
              <a:avLst/>
            </a:prstGeom>
            <a:noFill/>
            <a:ln w="9525" cap="flat" cmpd="sng" algn="ctr">
              <a:solidFill>
                <a:srgbClr val="0070C0"/>
              </a:solidFill>
              <a:prstDash val="solid"/>
              <a:round/>
              <a:headEnd type="arrow"/>
              <a:tailEnd type="arrow"/>
            </a:ln>
            <a:effectLst/>
          </p:spPr>
        </p:cxnSp>
        <p:cxnSp>
          <p:nvCxnSpPr>
            <p:cNvPr id="37" name="Elbow Connector 31">
              <a:extLst>
                <a:ext uri="{FF2B5EF4-FFF2-40B4-BE49-F238E27FC236}">
                  <a16:creationId xmlns:a16="http://schemas.microsoft.com/office/drawing/2014/main" id="{914EF4F7-CCDF-46A0-8068-E1B3ED5852DC}"/>
                </a:ext>
              </a:extLst>
            </p:cNvPr>
            <p:cNvCxnSpPr>
              <a:stCxn id="38" idx="3"/>
              <a:endCxn id="27" idx="1"/>
            </p:cNvCxnSpPr>
            <p:nvPr/>
          </p:nvCxnSpPr>
          <p:spPr bwMode="auto">
            <a:xfrm>
              <a:off x="7024508" y="2276873"/>
              <a:ext cx="499820" cy="36004"/>
            </a:xfrm>
            <a:prstGeom prst="straightConnector1">
              <a:avLst/>
            </a:prstGeom>
            <a:noFill/>
            <a:ln w="9525" cap="flat" cmpd="sng" algn="ctr">
              <a:solidFill>
                <a:srgbClr val="0070C0"/>
              </a:solidFill>
              <a:prstDash val="solid"/>
              <a:round/>
              <a:headEnd type="arrow"/>
              <a:tailEnd type="arrow"/>
            </a:ln>
            <a:effectLst/>
          </p:spPr>
        </p:cxnSp>
        <p:sp>
          <p:nvSpPr>
            <p:cNvPr id="38" name="Rectangle 37">
              <a:extLst>
                <a:ext uri="{FF2B5EF4-FFF2-40B4-BE49-F238E27FC236}">
                  <a16:creationId xmlns:a16="http://schemas.microsoft.com/office/drawing/2014/main" id="{F03BC267-78B5-42B2-A041-1BF46D69D14E}"/>
                </a:ext>
              </a:extLst>
            </p:cNvPr>
            <p:cNvSpPr/>
            <p:nvPr/>
          </p:nvSpPr>
          <p:spPr bwMode="auto">
            <a:xfrm>
              <a:off x="6300192" y="2132857"/>
              <a:ext cx="724316" cy="288032"/>
            </a:xfrm>
            <a:prstGeom prst="rect">
              <a:avLst/>
            </a:prstGeom>
            <a:solidFill>
              <a:srgbClr val="FF000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0" bIns="45720" numCol="1" rtlCol="0" anchor="ctr" anchorCtr="1" compatLnSpc="1">
              <a:prstTxWarp prst="textNoShape">
                <a:avLst/>
              </a:prstTxWarp>
            </a:bodyPr>
            <a:lstStyle/>
            <a:p>
              <a:pPr defTabSz="914491">
                <a:spcBef>
                  <a:spcPct val="20000"/>
                </a:spcBef>
                <a:spcAft>
                  <a:spcPct val="30000"/>
                </a:spcAft>
                <a:defRPr/>
              </a:pPr>
              <a:r>
                <a:rPr lang="nl-BE" sz="1000" b="1" kern="0" dirty="0" err="1">
                  <a:solidFill>
                    <a:srgbClr val="000000"/>
                  </a:solidFill>
                  <a:latin typeface="Arial" charset="0"/>
                  <a:cs typeface="Arial" charset="0"/>
                </a:rPr>
                <a:t>Sealings</a:t>
              </a:r>
              <a:endParaRPr lang="en-US" sz="1000" b="1" kern="0" dirty="0">
                <a:solidFill>
                  <a:srgbClr val="000000"/>
                </a:solidFill>
                <a:latin typeface="Arial" charset="0"/>
                <a:cs typeface="Arial" charset="0"/>
              </a:endParaRPr>
            </a:p>
          </p:txBody>
        </p:sp>
        <p:sp>
          <p:nvSpPr>
            <p:cNvPr id="39" name="Rectangle 38">
              <a:extLst>
                <a:ext uri="{FF2B5EF4-FFF2-40B4-BE49-F238E27FC236}">
                  <a16:creationId xmlns:a16="http://schemas.microsoft.com/office/drawing/2014/main" id="{7D09FBA5-175A-4E88-A48B-9B66D499C931}"/>
                </a:ext>
              </a:extLst>
            </p:cNvPr>
            <p:cNvSpPr/>
            <p:nvPr/>
          </p:nvSpPr>
          <p:spPr bwMode="auto">
            <a:xfrm>
              <a:off x="6300192" y="2852937"/>
              <a:ext cx="724316" cy="288032"/>
            </a:xfrm>
            <a:prstGeom prst="rect">
              <a:avLst/>
            </a:prstGeom>
            <a:solidFill>
              <a:srgbClr val="FF000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0" bIns="45720" numCol="1" rtlCol="0" anchor="ctr" anchorCtr="1" compatLnSpc="1">
              <a:prstTxWarp prst="textNoShape">
                <a:avLst/>
              </a:prstTxWarp>
            </a:bodyPr>
            <a:lstStyle/>
            <a:p>
              <a:pPr defTabSz="914491">
                <a:spcBef>
                  <a:spcPct val="20000"/>
                </a:spcBef>
                <a:spcAft>
                  <a:spcPct val="30000"/>
                </a:spcAft>
                <a:defRPr/>
              </a:pPr>
              <a:r>
                <a:rPr lang="nl-BE" sz="1000" b="1" kern="0" dirty="0" err="1">
                  <a:solidFill>
                    <a:srgbClr val="000000"/>
                  </a:solidFill>
                  <a:latin typeface="Arial" charset="0"/>
                  <a:cs typeface="Arial" charset="0"/>
                </a:rPr>
                <a:t>Fluids</a:t>
              </a:r>
              <a:endParaRPr lang="en-US" sz="1000" b="1" kern="0" dirty="0">
                <a:solidFill>
                  <a:srgbClr val="000000"/>
                </a:solidFill>
                <a:latin typeface="Arial" charset="0"/>
                <a:cs typeface="Arial" charset="0"/>
              </a:endParaRPr>
            </a:p>
          </p:txBody>
        </p:sp>
        <p:cxnSp>
          <p:nvCxnSpPr>
            <p:cNvPr id="40" name="Elbow Connector 31">
              <a:extLst>
                <a:ext uri="{FF2B5EF4-FFF2-40B4-BE49-F238E27FC236}">
                  <a16:creationId xmlns:a16="http://schemas.microsoft.com/office/drawing/2014/main" id="{F7495E88-EC34-4BF0-9EC0-2ECD64D375B1}"/>
                </a:ext>
              </a:extLst>
            </p:cNvPr>
            <p:cNvCxnSpPr>
              <a:stCxn id="38" idx="3"/>
              <a:endCxn id="25" idx="1"/>
            </p:cNvCxnSpPr>
            <p:nvPr/>
          </p:nvCxnSpPr>
          <p:spPr bwMode="auto">
            <a:xfrm flipV="1">
              <a:off x="7024508" y="1880829"/>
              <a:ext cx="499820" cy="396044"/>
            </a:xfrm>
            <a:prstGeom prst="straightConnector1">
              <a:avLst/>
            </a:prstGeom>
            <a:noFill/>
            <a:ln w="9525" cap="flat" cmpd="sng" algn="ctr">
              <a:solidFill>
                <a:srgbClr val="0070C0"/>
              </a:solidFill>
              <a:prstDash val="solid"/>
              <a:round/>
              <a:headEnd type="arrow"/>
              <a:tailEnd type="arrow"/>
            </a:ln>
            <a:effectLst/>
          </p:spPr>
        </p:cxnSp>
        <p:cxnSp>
          <p:nvCxnSpPr>
            <p:cNvPr id="41" name="Elbow Connector 31">
              <a:extLst>
                <a:ext uri="{FF2B5EF4-FFF2-40B4-BE49-F238E27FC236}">
                  <a16:creationId xmlns:a16="http://schemas.microsoft.com/office/drawing/2014/main" id="{FC602A19-08BB-4EE9-9CBF-5817F9286AA5}"/>
                </a:ext>
              </a:extLst>
            </p:cNvPr>
            <p:cNvCxnSpPr>
              <a:stCxn id="39" idx="3"/>
              <a:endCxn id="29" idx="1"/>
            </p:cNvCxnSpPr>
            <p:nvPr/>
          </p:nvCxnSpPr>
          <p:spPr bwMode="auto">
            <a:xfrm flipV="1">
              <a:off x="7024508" y="2951273"/>
              <a:ext cx="499820" cy="45680"/>
            </a:xfrm>
            <a:prstGeom prst="straightConnector1">
              <a:avLst/>
            </a:prstGeom>
            <a:noFill/>
            <a:ln w="9525" cap="flat" cmpd="sng" algn="ctr">
              <a:solidFill>
                <a:srgbClr val="0070C0"/>
              </a:solidFill>
              <a:prstDash val="solid"/>
              <a:round/>
              <a:headEnd type="arrow"/>
              <a:tailEnd type="arrow"/>
            </a:ln>
            <a:effectLst/>
          </p:spPr>
        </p:cxnSp>
        <p:cxnSp>
          <p:nvCxnSpPr>
            <p:cNvPr id="42" name="Elbow Connector 31">
              <a:extLst>
                <a:ext uri="{FF2B5EF4-FFF2-40B4-BE49-F238E27FC236}">
                  <a16:creationId xmlns:a16="http://schemas.microsoft.com/office/drawing/2014/main" id="{7D5F711D-9676-44F1-B5CB-D048B6CE6866}"/>
                </a:ext>
              </a:extLst>
            </p:cNvPr>
            <p:cNvCxnSpPr>
              <a:cxnSpLocks/>
              <a:endCxn id="28" idx="1"/>
            </p:cNvCxnSpPr>
            <p:nvPr/>
          </p:nvCxnSpPr>
          <p:spPr bwMode="auto">
            <a:xfrm>
              <a:off x="7032978" y="2996953"/>
              <a:ext cx="491349" cy="468052"/>
            </a:xfrm>
            <a:prstGeom prst="straightConnector1">
              <a:avLst/>
            </a:prstGeom>
            <a:noFill/>
            <a:ln w="9525" cap="flat" cmpd="sng" algn="ctr">
              <a:solidFill>
                <a:srgbClr val="0070C0"/>
              </a:solidFill>
              <a:prstDash val="solid"/>
              <a:round/>
              <a:headEnd type="arrow"/>
              <a:tailEnd type="arrow"/>
            </a:ln>
            <a:effectLst/>
          </p:spPr>
        </p:cxnSp>
        <p:sp>
          <p:nvSpPr>
            <p:cNvPr id="43" name="Rectangle 42">
              <a:extLst>
                <a:ext uri="{FF2B5EF4-FFF2-40B4-BE49-F238E27FC236}">
                  <a16:creationId xmlns:a16="http://schemas.microsoft.com/office/drawing/2014/main" id="{5E477C5A-1769-4272-9AE5-80855CFEBB6D}"/>
                </a:ext>
              </a:extLst>
            </p:cNvPr>
            <p:cNvSpPr/>
            <p:nvPr/>
          </p:nvSpPr>
          <p:spPr bwMode="auto">
            <a:xfrm>
              <a:off x="1979712" y="3356992"/>
              <a:ext cx="804795" cy="360040"/>
            </a:xfrm>
            <a:prstGeom prst="rect">
              <a:avLst/>
            </a:prstGeom>
            <a:gradFill rotWithShape="1">
              <a:gsLst>
                <a:gs pos="0">
                  <a:srgbClr val="BBE0E3">
                    <a:shade val="51000"/>
                    <a:satMod val="130000"/>
                  </a:srgbClr>
                </a:gs>
                <a:gs pos="80000">
                  <a:srgbClr val="BBE0E3">
                    <a:shade val="93000"/>
                    <a:satMod val="130000"/>
                  </a:srgbClr>
                </a:gs>
                <a:gs pos="100000">
                  <a:srgbClr val="BBE0E3">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0" bIns="45720" numCol="1" rtlCol="0" anchor="ctr" anchorCtr="1" compatLnSpc="1">
              <a:prstTxWarp prst="textNoShape">
                <a:avLst/>
              </a:prstTxWarp>
            </a:bodyPr>
            <a:lstStyle/>
            <a:p>
              <a:pPr defTabSz="914491">
                <a:spcBef>
                  <a:spcPct val="20000"/>
                </a:spcBef>
                <a:spcAft>
                  <a:spcPct val="30000"/>
                </a:spcAft>
                <a:defRPr/>
              </a:pPr>
              <a:r>
                <a:rPr lang="en-US" sz="1000" b="1" kern="0" dirty="0">
                  <a:solidFill>
                    <a:srgbClr val="000000"/>
                  </a:solidFill>
                  <a:latin typeface="Arial" charset="0"/>
                  <a:cs typeface="Arial" charset="0"/>
                </a:rPr>
                <a:t>Customer-5</a:t>
              </a:r>
            </a:p>
          </p:txBody>
        </p:sp>
        <p:cxnSp>
          <p:nvCxnSpPr>
            <p:cNvPr id="44" name="Elbow Connector 31">
              <a:extLst>
                <a:ext uri="{FF2B5EF4-FFF2-40B4-BE49-F238E27FC236}">
                  <a16:creationId xmlns:a16="http://schemas.microsoft.com/office/drawing/2014/main" id="{B8B3E50B-0FA9-449F-80F7-79310C681937}"/>
                </a:ext>
              </a:extLst>
            </p:cNvPr>
            <p:cNvCxnSpPr>
              <a:stCxn id="43" idx="3"/>
              <a:endCxn id="26" idx="1"/>
            </p:cNvCxnSpPr>
            <p:nvPr/>
          </p:nvCxnSpPr>
          <p:spPr bwMode="auto">
            <a:xfrm flipV="1">
              <a:off x="2784507" y="2672916"/>
              <a:ext cx="995405" cy="864096"/>
            </a:xfrm>
            <a:prstGeom prst="straightConnector1">
              <a:avLst/>
            </a:prstGeom>
            <a:noFill/>
            <a:ln w="9525" cap="flat" cmpd="sng" algn="ctr">
              <a:solidFill>
                <a:srgbClr val="0070C0"/>
              </a:solidFill>
              <a:prstDash val="solid"/>
              <a:round/>
              <a:headEnd type="arrow"/>
              <a:tailEnd type="arrow"/>
            </a:ln>
            <a:effectLst/>
          </p:spPr>
        </p:cxnSp>
      </p:grpSp>
      <p:sp>
        <p:nvSpPr>
          <p:cNvPr id="45" name="TextBox 44">
            <a:extLst>
              <a:ext uri="{FF2B5EF4-FFF2-40B4-BE49-F238E27FC236}">
                <a16:creationId xmlns:a16="http://schemas.microsoft.com/office/drawing/2014/main" id="{2C93A3F6-1950-4E83-A254-C52BAD651E38}"/>
              </a:ext>
            </a:extLst>
          </p:cNvPr>
          <p:cNvSpPr txBox="1"/>
          <p:nvPr/>
        </p:nvSpPr>
        <p:spPr bwMode="gray">
          <a:xfrm>
            <a:off x="442913" y="4482655"/>
            <a:ext cx="11931650" cy="1754326"/>
          </a:xfrm>
          <a:prstGeom prst="rect">
            <a:avLst/>
          </a:prstGeom>
          <a:noFill/>
        </p:spPr>
        <p:txBody>
          <a:bodyPr wrap="square">
            <a:spAutoFit/>
          </a:bodyPr>
          <a:lstStyle/>
          <a:p>
            <a:pPr marL="342900" indent="-342900" fontAlgn="base">
              <a:spcBef>
                <a:spcPct val="20000"/>
              </a:spcBef>
              <a:spcAft>
                <a:spcPct val="30000"/>
              </a:spcAft>
              <a:buFont typeface="Arial" pitchFamily="34" charset="0"/>
              <a:buChar char="•"/>
              <a:defRPr/>
            </a:pPr>
            <a:r>
              <a:rPr lang="en-US" kern="0" dirty="0">
                <a:solidFill>
                  <a:srgbClr val="262F3C"/>
                </a:solidFill>
                <a:latin typeface="Arial"/>
              </a:rPr>
              <a:t>Demand Manager and Supply Planning Manager (Receiving Planning Manager) are of the same country</a:t>
            </a:r>
          </a:p>
          <a:p>
            <a:pPr marL="342900" indent="-342900" fontAlgn="base">
              <a:spcBef>
                <a:spcPct val="20000"/>
              </a:spcBef>
              <a:spcAft>
                <a:spcPct val="30000"/>
              </a:spcAft>
              <a:buFont typeface="Arial" pitchFamily="34" charset="0"/>
              <a:buChar char="•"/>
              <a:defRPr/>
            </a:pPr>
            <a:r>
              <a:rPr lang="en-US" kern="0" dirty="0">
                <a:solidFill>
                  <a:srgbClr val="262F3C"/>
                </a:solidFill>
                <a:latin typeface="Arial"/>
              </a:rPr>
              <a:t>Supply Planning Manager (RPM) handles communication via the supplying  country Planning Managers (Sending Planners), who in turn communicate with the individual production sites</a:t>
            </a:r>
          </a:p>
          <a:p>
            <a:pPr marL="342900" indent="-342900" fontAlgn="base">
              <a:spcBef>
                <a:spcPct val="20000"/>
              </a:spcBef>
              <a:spcAft>
                <a:spcPct val="30000"/>
              </a:spcAft>
              <a:buFont typeface="Arial" pitchFamily="34" charset="0"/>
              <a:buChar char="•"/>
              <a:defRPr/>
            </a:pPr>
            <a:r>
              <a:rPr lang="en-US" kern="0" dirty="0">
                <a:solidFill>
                  <a:srgbClr val="262F3C"/>
                </a:solidFill>
                <a:latin typeface="Arial"/>
              </a:rPr>
              <a:t>Demand Manager handles communication with the Sales </a:t>
            </a:r>
            <a:r>
              <a:rPr lang="en-US" kern="0" dirty="0" err="1">
                <a:solidFill>
                  <a:srgbClr val="262F3C"/>
                </a:solidFill>
                <a:latin typeface="Arial"/>
              </a:rPr>
              <a:t>organisations</a:t>
            </a:r>
            <a:r>
              <a:rPr lang="en-US" kern="0" dirty="0">
                <a:solidFill>
                  <a:srgbClr val="262F3C"/>
                </a:solidFill>
                <a:latin typeface="Arial"/>
              </a:rPr>
              <a:t> (of all channels) and Marketing </a:t>
            </a:r>
            <a:r>
              <a:rPr lang="en-US" kern="0" dirty="0" err="1">
                <a:solidFill>
                  <a:srgbClr val="262F3C"/>
                </a:solidFill>
                <a:latin typeface="Arial"/>
              </a:rPr>
              <a:t>organisation</a:t>
            </a:r>
            <a:r>
              <a:rPr lang="en-US" kern="0" dirty="0">
                <a:solidFill>
                  <a:srgbClr val="262F3C"/>
                </a:solidFill>
                <a:latin typeface="Arial"/>
              </a:rPr>
              <a:t> of their country</a:t>
            </a:r>
          </a:p>
        </p:txBody>
      </p:sp>
    </p:spTree>
    <p:extLst>
      <p:ext uri="{BB962C8B-B14F-4D97-AF65-F5344CB8AC3E}">
        <p14:creationId xmlns:p14="http://schemas.microsoft.com/office/powerpoint/2010/main" val="1193101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A616DE-AC4A-4FE8-9FC5-95B6B26FA2E7}"/>
              </a:ext>
            </a:extLst>
          </p:cNvPr>
          <p:cNvSpPr>
            <a:spLocks noGrp="1"/>
          </p:cNvSpPr>
          <p:nvPr>
            <p:ph type="title"/>
          </p:nvPr>
        </p:nvSpPr>
        <p:spPr/>
        <p:txBody>
          <a:bodyPr/>
          <a:lstStyle/>
          <a:p>
            <a:r>
              <a:rPr lang="en-GB" dirty="0"/>
              <a:t>Demand control + Integrated business planning</a:t>
            </a:r>
            <a:endParaRPr lang="LID4096" dirty="0"/>
          </a:p>
        </p:txBody>
      </p:sp>
      <p:sp>
        <p:nvSpPr>
          <p:cNvPr id="9" name="Slide Number Placeholder 8">
            <a:extLst>
              <a:ext uri="{FF2B5EF4-FFF2-40B4-BE49-F238E27FC236}">
                <a16:creationId xmlns:a16="http://schemas.microsoft.com/office/drawing/2014/main" id="{F5AF58B9-42B0-4B3E-91CC-D0C3FD2B8F13}"/>
              </a:ext>
            </a:extLst>
          </p:cNvPr>
          <p:cNvSpPr>
            <a:spLocks noGrp="1"/>
          </p:cNvSpPr>
          <p:nvPr>
            <p:ph type="sldNum" sz="quarter" idx="12"/>
          </p:nvPr>
        </p:nvSpPr>
        <p:spPr/>
        <p:txBody>
          <a:bodyPr/>
          <a:lstStyle/>
          <a:p>
            <a:pPr defTabSz="457200"/>
            <a:fld id="{66AA3846-8976-4D24-8224-CEE1235CE9F4}" type="slidenum">
              <a:rPr lang="en-US">
                <a:solidFill>
                  <a:srgbClr val="262F3C"/>
                </a:solidFill>
                <a:latin typeface="Arial"/>
              </a:rPr>
              <a:pPr defTabSz="457200"/>
              <a:t>3</a:t>
            </a:fld>
            <a:endParaRPr lang="en-US" dirty="0">
              <a:solidFill>
                <a:srgbClr val="262F3C"/>
              </a:solidFill>
              <a:latin typeface="Arial"/>
            </a:endParaRPr>
          </a:p>
        </p:txBody>
      </p:sp>
      <p:sp>
        <p:nvSpPr>
          <p:cNvPr id="10" name="Subtitle 9">
            <a:extLst>
              <a:ext uri="{FF2B5EF4-FFF2-40B4-BE49-F238E27FC236}">
                <a16:creationId xmlns:a16="http://schemas.microsoft.com/office/drawing/2014/main" id="{9F61037F-A966-4911-B2A2-D74741FD3891}"/>
              </a:ext>
            </a:extLst>
          </p:cNvPr>
          <p:cNvSpPr>
            <a:spLocks noGrp="1"/>
          </p:cNvSpPr>
          <p:nvPr>
            <p:ph type="subTitle" idx="1"/>
          </p:nvPr>
        </p:nvSpPr>
        <p:spPr/>
        <p:txBody>
          <a:bodyPr/>
          <a:lstStyle/>
          <a:p>
            <a:endParaRPr lang="LID4096"/>
          </a:p>
        </p:txBody>
      </p:sp>
      <p:sp>
        <p:nvSpPr>
          <p:cNvPr id="15" name="Line 36">
            <a:extLst>
              <a:ext uri="{FF2B5EF4-FFF2-40B4-BE49-F238E27FC236}">
                <a16:creationId xmlns:a16="http://schemas.microsoft.com/office/drawing/2014/main" id="{081309F3-067C-4E3D-AAA8-1DF4ED41AD86}"/>
              </a:ext>
            </a:extLst>
          </p:cNvPr>
          <p:cNvSpPr>
            <a:spLocks noChangeShapeType="1"/>
          </p:cNvSpPr>
          <p:nvPr/>
        </p:nvSpPr>
        <p:spPr bwMode="auto">
          <a:xfrm>
            <a:off x="1640475" y="2028270"/>
            <a:ext cx="0" cy="285816"/>
          </a:xfrm>
          <a:prstGeom prst="line">
            <a:avLst/>
          </a:prstGeom>
          <a:noFill/>
          <a:ln w="12700" cap="sq">
            <a:solidFill>
              <a:schemeClr val="tx1"/>
            </a:solidFill>
            <a:round/>
            <a:headEnd type="none" w="sm" len="sm"/>
            <a:tailEnd type="none" w="sm" len="sm"/>
          </a:ln>
        </p:spPr>
        <p:txBody>
          <a:bodyPr lIns="91431" tIns="45716" rIns="91431" bIns="45716"/>
          <a:lstStyle/>
          <a:p>
            <a:pPr defTabSz="457200"/>
            <a:endParaRPr lang="en-US">
              <a:solidFill>
                <a:srgbClr val="262F3C"/>
              </a:solidFill>
              <a:latin typeface="Arial"/>
            </a:endParaRPr>
          </a:p>
        </p:txBody>
      </p:sp>
      <p:sp>
        <p:nvSpPr>
          <p:cNvPr id="16" name="Line 38">
            <a:extLst>
              <a:ext uri="{FF2B5EF4-FFF2-40B4-BE49-F238E27FC236}">
                <a16:creationId xmlns:a16="http://schemas.microsoft.com/office/drawing/2014/main" id="{9ADAC727-CD6C-49E4-BCDF-316087DB73DC}"/>
              </a:ext>
            </a:extLst>
          </p:cNvPr>
          <p:cNvSpPr>
            <a:spLocks noChangeShapeType="1"/>
          </p:cNvSpPr>
          <p:nvPr/>
        </p:nvSpPr>
        <p:spPr bwMode="auto">
          <a:xfrm>
            <a:off x="5765516" y="2012391"/>
            <a:ext cx="0" cy="285816"/>
          </a:xfrm>
          <a:prstGeom prst="line">
            <a:avLst/>
          </a:prstGeom>
          <a:noFill/>
          <a:ln w="12700" cap="sq">
            <a:solidFill>
              <a:schemeClr val="tx1"/>
            </a:solidFill>
            <a:round/>
            <a:headEnd type="none" w="sm" len="sm"/>
            <a:tailEnd type="none" w="sm" len="sm"/>
          </a:ln>
        </p:spPr>
        <p:txBody>
          <a:bodyPr lIns="91431" tIns="45716" rIns="91431" bIns="45716"/>
          <a:lstStyle/>
          <a:p>
            <a:pPr defTabSz="457200"/>
            <a:endParaRPr lang="en-US">
              <a:solidFill>
                <a:srgbClr val="262F3C"/>
              </a:solidFill>
              <a:latin typeface="Arial"/>
            </a:endParaRPr>
          </a:p>
        </p:txBody>
      </p:sp>
      <p:sp>
        <p:nvSpPr>
          <p:cNvPr id="17" name="TextBox 40">
            <a:extLst>
              <a:ext uri="{FF2B5EF4-FFF2-40B4-BE49-F238E27FC236}">
                <a16:creationId xmlns:a16="http://schemas.microsoft.com/office/drawing/2014/main" id="{940AE5B3-7A03-4467-AB83-39F8EE3FCDCE}"/>
              </a:ext>
            </a:extLst>
          </p:cNvPr>
          <p:cNvSpPr txBox="1">
            <a:spLocks noChangeArrowheads="1"/>
          </p:cNvSpPr>
          <p:nvPr/>
        </p:nvSpPr>
        <p:spPr bwMode="auto">
          <a:xfrm>
            <a:off x="1896107" y="1791679"/>
            <a:ext cx="3596312" cy="400203"/>
          </a:xfrm>
          <a:prstGeom prst="rect">
            <a:avLst/>
          </a:prstGeom>
          <a:noFill/>
          <a:ln w="9525">
            <a:noFill/>
            <a:miter lim="800000"/>
            <a:headEnd/>
            <a:tailEnd/>
          </a:ln>
        </p:spPr>
        <p:txBody>
          <a:bodyPr lIns="91449" tIns="45725" rIns="91449" bIns="45725">
            <a:spAutoFit/>
          </a:bodyPr>
          <a:lstStyle/>
          <a:p>
            <a:pPr algn="ctr" defTabSz="457200"/>
            <a:r>
              <a:rPr lang="en-GB" sz="2000" dirty="0">
                <a:solidFill>
                  <a:srgbClr val="262F3C"/>
                </a:solidFill>
                <a:latin typeface="Arial"/>
              </a:rPr>
              <a:t>Weeks 1-12</a:t>
            </a:r>
            <a:endParaRPr lang="en-US" sz="2000" dirty="0">
              <a:solidFill>
                <a:srgbClr val="262F3C"/>
              </a:solidFill>
              <a:latin typeface="Arial"/>
            </a:endParaRPr>
          </a:p>
        </p:txBody>
      </p:sp>
      <p:sp>
        <p:nvSpPr>
          <p:cNvPr id="18" name="TextBox 44">
            <a:extLst>
              <a:ext uri="{FF2B5EF4-FFF2-40B4-BE49-F238E27FC236}">
                <a16:creationId xmlns:a16="http://schemas.microsoft.com/office/drawing/2014/main" id="{51CA1021-8321-4A64-9C15-968E70870644}"/>
              </a:ext>
            </a:extLst>
          </p:cNvPr>
          <p:cNvSpPr txBox="1">
            <a:spLocks noChangeArrowheads="1"/>
          </p:cNvSpPr>
          <p:nvPr/>
        </p:nvSpPr>
        <p:spPr bwMode="auto">
          <a:xfrm>
            <a:off x="5919531" y="1750394"/>
            <a:ext cx="1109792" cy="400203"/>
          </a:xfrm>
          <a:prstGeom prst="rect">
            <a:avLst/>
          </a:prstGeom>
          <a:noFill/>
          <a:ln w="9525">
            <a:noFill/>
            <a:miter lim="800000"/>
            <a:headEnd/>
            <a:tailEnd/>
          </a:ln>
        </p:spPr>
        <p:txBody>
          <a:bodyPr wrap="none" lIns="91449" tIns="45725" rIns="91449" bIns="45725">
            <a:spAutoFit/>
          </a:bodyPr>
          <a:lstStyle/>
          <a:p>
            <a:pPr defTabSz="457200"/>
            <a:r>
              <a:rPr lang="en-GB" sz="2000" dirty="0">
                <a:solidFill>
                  <a:srgbClr val="262F3C"/>
                </a:solidFill>
                <a:latin typeface="Arial"/>
              </a:rPr>
              <a:t>Month 4</a:t>
            </a:r>
            <a:endParaRPr lang="en-US" sz="2000" dirty="0">
              <a:solidFill>
                <a:srgbClr val="262F3C"/>
              </a:solidFill>
              <a:latin typeface="Arial"/>
            </a:endParaRPr>
          </a:p>
        </p:txBody>
      </p:sp>
      <p:sp>
        <p:nvSpPr>
          <p:cNvPr id="19" name="TextBox 45">
            <a:extLst>
              <a:ext uri="{FF2B5EF4-FFF2-40B4-BE49-F238E27FC236}">
                <a16:creationId xmlns:a16="http://schemas.microsoft.com/office/drawing/2014/main" id="{514BE126-47FD-4C49-B078-E9604223E1CE}"/>
              </a:ext>
            </a:extLst>
          </p:cNvPr>
          <p:cNvSpPr txBox="1">
            <a:spLocks noChangeArrowheads="1"/>
          </p:cNvSpPr>
          <p:nvPr/>
        </p:nvSpPr>
        <p:spPr bwMode="auto">
          <a:xfrm>
            <a:off x="7218331" y="1750394"/>
            <a:ext cx="1109792" cy="400203"/>
          </a:xfrm>
          <a:prstGeom prst="rect">
            <a:avLst/>
          </a:prstGeom>
          <a:noFill/>
          <a:ln w="9525">
            <a:noFill/>
            <a:miter lim="800000"/>
            <a:headEnd/>
            <a:tailEnd/>
          </a:ln>
        </p:spPr>
        <p:txBody>
          <a:bodyPr wrap="none" lIns="91449" tIns="45725" rIns="91449" bIns="45725">
            <a:spAutoFit/>
          </a:bodyPr>
          <a:lstStyle/>
          <a:p>
            <a:pPr defTabSz="457200"/>
            <a:r>
              <a:rPr lang="en-GB" sz="2000" dirty="0">
                <a:solidFill>
                  <a:srgbClr val="262F3C"/>
                </a:solidFill>
                <a:latin typeface="Arial"/>
              </a:rPr>
              <a:t>Month 5</a:t>
            </a:r>
            <a:endParaRPr lang="en-US" sz="2000" dirty="0">
              <a:solidFill>
                <a:srgbClr val="262F3C"/>
              </a:solidFill>
              <a:latin typeface="Arial"/>
            </a:endParaRPr>
          </a:p>
        </p:txBody>
      </p:sp>
      <p:sp>
        <p:nvSpPr>
          <p:cNvPr id="20" name="Line 38">
            <a:extLst>
              <a:ext uri="{FF2B5EF4-FFF2-40B4-BE49-F238E27FC236}">
                <a16:creationId xmlns:a16="http://schemas.microsoft.com/office/drawing/2014/main" id="{E2B7E019-1E21-4B68-9601-4E4F9A4DA36D}"/>
              </a:ext>
            </a:extLst>
          </p:cNvPr>
          <p:cNvSpPr>
            <a:spLocks noChangeShapeType="1"/>
          </p:cNvSpPr>
          <p:nvPr/>
        </p:nvSpPr>
        <p:spPr bwMode="auto">
          <a:xfrm>
            <a:off x="7089721" y="1996513"/>
            <a:ext cx="0" cy="285816"/>
          </a:xfrm>
          <a:prstGeom prst="line">
            <a:avLst/>
          </a:prstGeom>
          <a:noFill/>
          <a:ln w="12700" cap="sq">
            <a:solidFill>
              <a:schemeClr val="tx1"/>
            </a:solidFill>
            <a:round/>
            <a:headEnd type="none" w="sm" len="sm"/>
            <a:tailEnd type="none" w="sm" len="sm"/>
          </a:ln>
        </p:spPr>
        <p:txBody>
          <a:bodyPr lIns="91431" tIns="45716" rIns="91431" bIns="45716"/>
          <a:lstStyle/>
          <a:p>
            <a:pPr defTabSz="457200"/>
            <a:endParaRPr lang="en-US">
              <a:solidFill>
                <a:srgbClr val="262F3C"/>
              </a:solidFill>
              <a:latin typeface="Arial"/>
            </a:endParaRPr>
          </a:p>
        </p:txBody>
      </p:sp>
      <p:sp>
        <p:nvSpPr>
          <p:cNvPr id="21" name="Line 38">
            <a:extLst>
              <a:ext uri="{FF2B5EF4-FFF2-40B4-BE49-F238E27FC236}">
                <a16:creationId xmlns:a16="http://schemas.microsoft.com/office/drawing/2014/main" id="{5F7A6657-333E-47BB-A1EF-1DC736BE67F3}"/>
              </a:ext>
            </a:extLst>
          </p:cNvPr>
          <p:cNvSpPr>
            <a:spLocks noChangeShapeType="1"/>
          </p:cNvSpPr>
          <p:nvPr/>
        </p:nvSpPr>
        <p:spPr bwMode="auto">
          <a:xfrm>
            <a:off x="8337713" y="1977458"/>
            <a:ext cx="0" cy="285816"/>
          </a:xfrm>
          <a:prstGeom prst="line">
            <a:avLst/>
          </a:prstGeom>
          <a:noFill/>
          <a:ln w="12700" cap="sq">
            <a:solidFill>
              <a:schemeClr val="tx1"/>
            </a:solidFill>
            <a:round/>
            <a:headEnd type="none" w="sm" len="sm"/>
            <a:tailEnd type="none" w="sm" len="sm"/>
          </a:ln>
        </p:spPr>
        <p:txBody>
          <a:bodyPr lIns="91431" tIns="45716" rIns="91431" bIns="45716"/>
          <a:lstStyle/>
          <a:p>
            <a:pPr defTabSz="457200"/>
            <a:endParaRPr lang="en-US">
              <a:solidFill>
                <a:srgbClr val="262F3C"/>
              </a:solidFill>
              <a:latin typeface="Arial"/>
            </a:endParaRPr>
          </a:p>
        </p:txBody>
      </p:sp>
      <p:cxnSp>
        <p:nvCxnSpPr>
          <p:cNvPr id="22" name="Straight Arrow Connector 21">
            <a:extLst>
              <a:ext uri="{FF2B5EF4-FFF2-40B4-BE49-F238E27FC236}">
                <a16:creationId xmlns:a16="http://schemas.microsoft.com/office/drawing/2014/main" id="{21CCF510-9016-4519-A884-08F9CA46E3D9}"/>
              </a:ext>
            </a:extLst>
          </p:cNvPr>
          <p:cNvCxnSpPr/>
          <p:nvPr/>
        </p:nvCxnSpPr>
        <p:spPr>
          <a:xfrm flipV="1">
            <a:off x="1640476" y="2120367"/>
            <a:ext cx="8589867" cy="41285"/>
          </a:xfrm>
          <a:prstGeom prst="straightConnector1">
            <a:avLst/>
          </a:prstGeom>
          <a:ln>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23" name="TextBox 51">
            <a:extLst>
              <a:ext uri="{FF2B5EF4-FFF2-40B4-BE49-F238E27FC236}">
                <a16:creationId xmlns:a16="http://schemas.microsoft.com/office/drawing/2014/main" id="{6B0B6F3B-665D-4CA8-861A-6AE13BA89E7D}"/>
              </a:ext>
            </a:extLst>
          </p:cNvPr>
          <p:cNvSpPr txBox="1">
            <a:spLocks noChangeArrowheads="1"/>
          </p:cNvSpPr>
          <p:nvPr/>
        </p:nvSpPr>
        <p:spPr bwMode="auto">
          <a:xfrm>
            <a:off x="8510780" y="1744043"/>
            <a:ext cx="1778360" cy="400203"/>
          </a:xfrm>
          <a:prstGeom prst="rect">
            <a:avLst/>
          </a:prstGeom>
          <a:noFill/>
          <a:ln w="9525">
            <a:noFill/>
            <a:miter lim="800000"/>
            <a:headEnd/>
            <a:tailEnd/>
          </a:ln>
        </p:spPr>
        <p:txBody>
          <a:bodyPr wrap="none" lIns="91449" tIns="45725" rIns="91449" bIns="45725">
            <a:spAutoFit/>
          </a:bodyPr>
          <a:lstStyle/>
          <a:p>
            <a:pPr defTabSz="457200"/>
            <a:r>
              <a:rPr lang="en-GB" sz="2000" dirty="0">
                <a:solidFill>
                  <a:srgbClr val="262F3C"/>
                </a:solidFill>
                <a:latin typeface="Arial"/>
              </a:rPr>
              <a:t>Month 6 etc…</a:t>
            </a:r>
            <a:endParaRPr lang="en-US" sz="2000" dirty="0">
              <a:solidFill>
                <a:srgbClr val="262F3C"/>
              </a:solidFill>
              <a:latin typeface="Arial"/>
            </a:endParaRPr>
          </a:p>
        </p:txBody>
      </p:sp>
      <p:grpSp>
        <p:nvGrpSpPr>
          <p:cNvPr id="24" name="Group 28">
            <a:extLst>
              <a:ext uri="{FF2B5EF4-FFF2-40B4-BE49-F238E27FC236}">
                <a16:creationId xmlns:a16="http://schemas.microsoft.com/office/drawing/2014/main" id="{7C80F73E-10F4-497B-965E-1542B95C8A23}"/>
              </a:ext>
            </a:extLst>
          </p:cNvPr>
          <p:cNvGrpSpPr>
            <a:grpSpLocks/>
          </p:cNvGrpSpPr>
          <p:nvPr/>
        </p:nvGrpSpPr>
        <p:grpSpPr bwMode="auto">
          <a:xfrm>
            <a:off x="1640476" y="2860313"/>
            <a:ext cx="4196491" cy="3103150"/>
            <a:chOff x="334963" y="3003550"/>
            <a:chExt cx="4195762" cy="3102432"/>
          </a:xfrm>
        </p:grpSpPr>
        <p:pic>
          <p:nvPicPr>
            <p:cNvPr id="25" name="Picture 2" descr="C:\Documents and Settings\daym03\Local Settings\Temporary Internet Files\Content.IE5\N0CV7PRY\MC900441976[1].wmf">
              <a:extLst>
                <a:ext uri="{FF2B5EF4-FFF2-40B4-BE49-F238E27FC236}">
                  <a16:creationId xmlns:a16="http://schemas.microsoft.com/office/drawing/2014/main" id="{C18F1408-23F8-4E89-8EA4-CF494350FD5E}"/>
                </a:ext>
              </a:extLst>
            </p:cNvPr>
            <p:cNvPicPr>
              <a:picLocks noChangeAspect="1" noChangeArrowheads="1"/>
            </p:cNvPicPr>
            <p:nvPr/>
          </p:nvPicPr>
          <p:blipFill>
            <a:blip r:embed="rId2" cstate="print"/>
            <a:srcRect/>
            <a:stretch>
              <a:fillRect/>
            </a:stretch>
          </p:blipFill>
          <p:spPr bwMode="auto">
            <a:xfrm>
              <a:off x="368300" y="3003550"/>
              <a:ext cx="296863" cy="296863"/>
            </a:xfrm>
            <a:prstGeom prst="rect">
              <a:avLst/>
            </a:prstGeom>
            <a:noFill/>
            <a:ln w="9525">
              <a:noFill/>
              <a:miter lim="800000"/>
              <a:headEnd/>
              <a:tailEnd/>
            </a:ln>
          </p:spPr>
        </p:pic>
        <p:pic>
          <p:nvPicPr>
            <p:cNvPr id="26" name="Picture 2" descr="C:\Documents and Settings\daym03\Local Settings\Temporary Internet Files\Content.IE5\N0CV7PRY\MC900441976[1].wmf">
              <a:extLst>
                <a:ext uri="{FF2B5EF4-FFF2-40B4-BE49-F238E27FC236}">
                  <a16:creationId xmlns:a16="http://schemas.microsoft.com/office/drawing/2014/main" id="{1E43EA4D-DA2D-45E2-932D-A67D060C4053}"/>
                </a:ext>
              </a:extLst>
            </p:cNvPr>
            <p:cNvPicPr>
              <a:picLocks noChangeAspect="1" noChangeArrowheads="1"/>
            </p:cNvPicPr>
            <p:nvPr/>
          </p:nvPicPr>
          <p:blipFill>
            <a:blip r:embed="rId2" cstate="print"/>
            <a:srcRect/>
            <a:stretch>
              <a:fillRect/>
            </a:stretch>
          </p:blipFill>
          <p:spPr bwMode="auto">
            <a:xfrm>
              <a:off x="692150" y="3003550"/>
              <a:ext cx="296863" cy="296863"/>
            </a:xfrm>
            <a:prstGeom prst="rect">
              <a:avLst/>
            </a:prstGeom>
            <a:noFill/>
            <a:ln w="9525">
              <a:noFill/>
              <a:miter lim="800000"/>
              <a:headEnd/>
              <a:tailEnd/>
            </a:ln>
          </p:spPr>
        </p:pic>
        <p:pic>
          <p:nvPicPr>
            <p:cNvPr id="27" name="Picture 2" descr="C:\Documents and Settings\daym03\Local Settings\Temporary Internet Files\Content.IE5\N0CV7PRY\MC900441976[1].wmf">
              <a:extLst>
                <a:ext uri="{FF2B5EF4-FFF2-40B4-BE49-F238E27FC236}">
                  <a16:creationId xmlns:a16="http://schemas.microsoft.com/office/drawing/2014/main" id="{B9C65830-293E-4977-AD7E-AF2257F2F25E}"/>
                </a:ext>
              </a:extLst>
            </p:cNvPr>
            <p:cNvPicPr>
              <a:picLocks noChangeAspect="1" noChangeArrowheads="1"/>
            </p:cNvPicPr>
            <p:nvPr/>
          </p:nvPicPr>
          <p:blipFill>
            <a:blip r:embed="rId2" cstate="print"/>
            <a:srcRect/>
            <a:stretch>
              <a:fillRect/>
            </a:stretch>
          </p:blipFill>
          <p:spPr bwMode="auto">
            <a:xfrm>
              <a:off x="1020763" y="3005138"/>
              <a:ext cx="296862" cy="296862"/>
            </a:xfrm>
            <a:prstGeom prst="rect">
              <a:avLst/>
            </a:prstGeom>
            <a:noFill/>
            <a:ln w="9525">
              <a:noFill/>
              <a:miter lim="800000"/>
              <a:headEnd/>
              <a:tailEnd/>
            </a:ln>
          </p:spPr>
        </p:pic>
        <p:pic>
          <p:nvPicPr>
            <p:cNvPr id="28" name="Picture 2" descr="C:\Documents and Settings\daym03\Local Settings\Temporary Internet Files\Content.IE5\N0CV7PRY\MC900441976[1].wmf">
              <a:extLst>
                <a:ext uri="{FF2B5EF4-FFF2-40B4-BE49-F238E27FC236}">
                  <a16:creationId xmlns:a16="http://schemas.microsoft.com/office/drawing/2014/main" id="{7BE35FB2-2CB3-4ADD-9034-580715886EA6}"/>
                </a:ext>
              </a:extLst>
            </p:cNvPr>
            <p:cNvPicPr>
              <a:picLocks noChangeAspect="1" noChangeArrowheads="1"/>
            </p:cNvPicPr>
            <p:nvPr/>
          </p:nvPicPr>
          <p:blipFill>
            <a:blip r:embed="rId2" cstate="print"/>
            <a:srcRect/>
            <a:stretch>
              <a:fillRect/>
            </a:stretch>
          </p:blipFill>
          <p:spPr bwMode="auto">
            <a:xfrm>
              <a:off x="1349375" y="3005138"/>
              <a:ext cx="296863" cy="296862"/>
            </a:xfrm>
            <a:prstGeom prst="rect">
              <a:avLst/>
            </a:prstGeom>
            <a:noFill/>
            <a:ln w="9525">
              <a:noFill/>
              <a:miter lim="800000"/>
              <a:headEnd/>
              <a:tailEnd/>
            </a:ln>
          </p:spPr>
        </p:pic>
        <p:pic>
          <p:nvPicPr>
            <p:cNvPr id="29" name="Picture 2" descr="C:\Documents and Settings\daym03\Local Settings\Temporary Internet Files\Content.IE5\N0CV7PRY\MC900441976[1].wmf">
              <a:extLst>
                <a:ext uri="{FF2B5EF4-FFF2-40B4-BE49-F238E27FC236}">
                  <a16:creationId xmlns:a16="http://schemas.microsoft.com/office/drawing/2014/main" id="{98571223-5025-40F3-91FF-AC0D411EEF7D}"/>
                </a:ext>
              </a:extLst>
            </p:cNvPr>
            <p:cNvPicPr>
              <a:picLocks noChangeAspect="1" noChangeArrowheads="1"/>
            </p:cNvPicPr>
            <p:nvPr/>
          </p:nvPicPr>
          <p:blipFill>
            <a:blip r:embed="rId2" cstate="print"/>
            <a:srcRect/>
            <a:stretch>
              <a:fillRect/>
            </a:stretch>
          </p:blipFill>
          <p:spPr bwMode="auto">
            <a:xfrm>
              <a:off x="1709738" y="3008313"/>
              <a:ext cx="296862" cy="296862"/>
            </a:xfrm>
            <a:prstGeom prst="rect">
              <a:avLst/>
            </a:prstGeom>
            <a:noFill/>
            <a:ln w="9525">
              <a:noFill/>
              <a:miter lim="800000"/>
              <a:headEnd/>
              <a:tailEnd/>
            </a:ln>
          </p:spPr>
        </p:pic>
        <p:pic>
          <p:nvPicPr>
            <p:cNvPr id="30" name="Picture 2" descr="C:\Documents and Settings\daym03\Local Settings\Temporary Internet Files\Content.IE5\N0CV7PRY\MC900441976[1].wmf">
              <a:extLst>
                <a:ext uri="{FF2B5EF4-FFF2-40B4-BE49-F238E27FC236}">
                  <a16:creationId xmlns:a16="http://schemas.microsoft.com/office/drawing/2014/main" id="{FC2803A1-4F33-47B7-9CD0-44FC4488CE17}"/>
                </a:ext>
              </a:extLst>
            </p:cNvPr>
            <p:cNvPicPr>
              <a:picLocks noChangeAspect="1" noChangeArrowheads="1"/>
            </p:cNvPicPr>
            <p:nvPr/>
          </p:nvPicPr>
          <p:blipFill>
            <a:blip r:embed="rId2" cstate="print"/>
            <a:srcRect/>
            <a:stretch>
              <a:fillRect/>
            </a:stretch>
          </p:blipFill>
          <p:spPr bwMode="auto">
            <a:xfrm>
              <a:off x="2033588" y="3008313"/>
              <a:ext cx="296862" cy="296862"/>
            </a:xfrm>
            <a:prstGeom prst="rect">
              <a:avLst/>
            </a:prstGeom>
            <a:noFill/>
            <a:ln w="9525">
              <a:noFill/>
              <a:miter lim="800000"/>
              <a:headEnd/>
              <a:tailEnd/>
            </a:ln>
          </p:spPr>
        </p:pic>
        <p:pic>
          <p:nvPicPr>
            <p:cNvPr id="31" name="Picture 2" descr="C:\Documents and Settings\daym03\Local Settings\Temporary Internet Files\Content.IE5\N0CV7PRY\MC900441976[1].wmf">
              <a:extLst>
                <a:ext uri="{FF2B5EF4-FFF2-40B4-BE49-F238E27FC236}">
                  <a16:creationId xmlns:a16="http://schemas.microsoft.com/office/drawing/2014/main" id="{C2A81749-6AB5-4A64-BDAB-4B90AE555251}"/>
                </a:ext>
              </a:extLst>
            </p:cNvPr>
            <p:cNvPicPr>
              <a:picLocks noChangeAspect="1" noChangeArrowheads="1"/>
            </p:cNvPicPr>
            <p:nvPr/>
          </p:nvPicPr>
          <p:blipFill>
            <a:blip r:embed="rId2" cstate="print"/>
            <a:srcRect/>
            <a:stretch>
              <a:fillRect/>
            </a:stretch>
          </p:blipFill>
          <p:spPr bwMode="auto">
            <a:xfrm>
              <a:off x="2362200" y="3009900"/>
              <a:ext cx="296863" cy="296863"/>
            </a:xfrm>
            <a:prstGeom prst="rect">
              <a:avLst/>
            </a:prstGeom>
            <a:noFill/>
            <a:ln w="9525">
              <a:noFill/>
              <a:miter lim="800000"/>
              <a:headEnd/>
              <a:tailEnd/>
            </a:ln>
          </p:spPr>
        </p:pic>
        <p:pic>
          <p:nvPicPr>
            <p:cNvPr id="32" name="Picture 2" descr="C:\Documents and Settings\daym03\Local Settings\Temporary Internet Files\Content.IE5\N0CV7PRY\MC900441976[1].wmf">
              <a:extLst>
                <a:ext uri="{FF2B5EF4-FFF2-40B4-BE49-F238E27FC236}">
                  <a16:creationId xmlns:a16="http://schemas.microsoft.com/office/drawing/2014/main" id="{FFF2D74A-9A38-456A-9EF2-D84ABA9011A6}"/>
                </a:ext>
              </a:extLst>
            </p:cNvPr>
            <p:cNvPicPr>
              <a:picLocks noChangeAspect="1" noChangeArrowheads="1"/>
            </p:cNvPicPr>
            <p:nvPr/>
          </p:nvPicPr>
          <p:blipFill>
            <a:blip r:embed="rId2" cstate="print"/>
            <a:srcRect/>
            <a:stretch>
              <a:fillRect/>
            </a:stretch>
          </p:blipFill>
          <p:spPr bwMode="auto">
            <a:xfrm>
              <a:off x="2690813" y="3009900"/>
              <a:ext cx="296862" cy="296863"/>
            </a:xfrm>
            <a:prstGeom prst="rect">
              <a:avLst/>
            </a:prstGeom>
            <a:noFill/>
            <a:ln w="9525">
              <a:noFill/>
              <a:miter lim="800000"/>
              <a:headEnd/>
              <a:tailEnd/>
            </a:ln>
          </p:spPr>
        </p:pic>
        <p:pic>
          <p:nvPicPr>
            <p:cNvPr id="33" name="Picture 2" descr="C:\Documents and Settings\daym03\Local Settings\Temporary Internet Files\Content.IE5\N0CV7PRY\MC900441976[1].wmf">
              <a:extLst>
                <a:ext uri="{FF2B5EF4-FFF2-40B4-BE49-F238E27FC236}">
                  <a16:creationId xmlns:a16="http://schemas.microsoft.com/office/drawing/2014/main" id="{1CF39AD9-D6EC-4B6C-AF48-F757A27F10A4}"/>
                </a:ext>
              </a:extLst>
            </p:cNvPr>
            <p:cNvPicPr>
              <a:picLocks noChangeAspect="1" noChangeArrowheads="1"/>
            </p:cNvPicPr>
            <p:nvPr/>
          </p:nvPicPr>
          <p:blipFill>
            <a:blip r:embed="rId2" cstate="print"/>
            <a:srcRect/>
            <a:stretch>
              <a:fillRect/>
            </a:stretch>
          </p:blipFill>
          <p:spPr bwMode="auto">
            <a:xfrm>
              <a:off x="3025775" y="3014663"/>
              <a:ext cx="296863" cy="296862"/>
            </a:xfrm>
            <a:prstGeom prst="rect">
              <a:avLst/>
            </a:prstGeom>
            <a:noFill/>
            <a:ln w="9525">
              <a:noFill/>
              <a:miter lim="800000"/>
              <a:headEnd/>
              <a:tailEnd/>
            </a:ln>
          </p:spPr>
        </p:pic>
        <p:pic>
          <p:nvPicPr>
            <p:cNvPr id="34" name="Picture 2" descr="C:\Documents and Settings\daym03\Local Settings\Temporary Internet Files\Content.IE5\N0CV7PRY\MC900441976[1].wmf">
              <a:extLst>
                <a:ext uri="{FF2B5EF4-FFF2-40B4-BE49-F238E27FC236}">
                  <a16:creationId xmlns:a16="http://schemas.microsoft.com/office/drawing/2014/main" id="{EFAEE31A-2DCC-410B-A0A5-150A3615525A}"/>
                </a:ext>
              </a:extLst>
            </p:cNvPr>
            <p:cNvPicPr>
              <a:picLocks noChangeAspect="1" noChangeArrowheads="1"/>
            </p:cNvPicPr>
            <p:nvPr/>
          </p:nvPicPr>
          <p:blipFill>
            <a:blip r:embed="rId2" cstate="print"/>
            <a:srcRect/>
            <a:stretch>
              <a:fillRect/>
            </a:stretch>
          </p:blipFill>
          <p:spPr bwMode="auto">
            <a:xfrm>
              <a:off x="3349625" y="3014663"/>
              <a:ext cx="296863" cy="296862"/>
            </a:xfrm>
            <a:prstGeom prst="rect">
              <a:avLst/>
            </a:prstGeom>
            <a:noFill/>
            <a:ln w="9525">
              <a:noFill/>
              <a:miter lim="800000"/>
              <a:headEnd/>
              <a:tailEnd/>
            </a:ln>
          </p:spPr>
        </p:pic>
        <p:pic>
          <p:nvPicPr>
            <p:cNvPr id="35" name="Picture 2" descr="C:\Documents and Settings\daym03\Local Settings\Temporary Internet Files\Content.IE5\N0CV7PRY\MC900441976[1].wmf">
              <a:extLst>
                <a:ext uri="{FF2B5EF4-FFF2-40B4-BE49-F238E27FC236}">
                  <a16:creationId xmlns:a16="http://schemas.microsoft.com/office/drawing/2014/main" id="{8A751EBA-D1ED-41EE-A2C9-56692C742D78}"/>
                </a:ext>
              </a:extLst>
            </p:cNvPr>
            <p:cNvPicPr>
              <a:picLocks noChangeAspect="1" noChangeArrowheads="1"/>
            </p:cNvPicPr>
            <p:nvPr/>
          </p:nvPicPr>
          <p:blipFill>
            <a:blip r:embed="rId2" cstate="print"/>
            <a:srcRect/>
            <a:stretch>
              <a:fillRect/>
            </a:stretch>
          </p:blipFill>
          <p:spPr bwMode="auto">
            <a:xfrm>
              <a:off x="3678238" y="3016250"/>
              <a:ext cx="296862" cy="296863"/>
            </a:xfrm>
            <a:prstGeom prst="rect">
              <a:avLst/>
            </a:prstGeom>
            <a:noFill/>
            <a:ln w="9525">
              <a:noFill/>
              <a:miter lim="800000"/>
              <a:headEnd/>
              <a:tailEnd/>
            </a:ln>
          </p:spPr>
        </p:pic>
        <p:pic>
          <p:nvPicPr>
            <p:cNvPr id="36" name="Picture 2" descr="C:\Documents and Settings\daym03\Local Settings\Temporary Internet Files\Content.IE5\N0CV7PRY\MC900441976[1].wmf">
              <a:extLst>
                <a:ext uri="{FF2B5EF4-FFF2-40B4-BE49-F238E27FC236}">
                  <a16:creationId xmlns:a16="http://schemas.microsoft.com/office/drawing/2014/main" id="{DA294FE7-34BB-4DE2-8856-C4E15D7DF58C}"/>
                </a:ext>
              </a:extLst>
            </p:cNvPr>
            <p:cNvPicPr>
              <a:picLocks noChangeAspect="1" noChangeArrowheads="1"/>
            </p:cNvPicPr>
            <p:nvPr/>
          </p:nvPicPr>
          <p:blipFill>
            <a:blip r:embed="rId2" cstate="print"/>
            <a:srcRect/>
            <a:stretch>
              <a:fillRect/>
            </a:stretch>
          </p:blipFill>
          <p:spPr bwMode="auto">
            <a:xfrm>
              <a:off x="4006850" y="3016250"/>
              <a:ext cx="296863" cy="296863"/>
            </a:xfrm>
            <a:prstGeom prst="rect">
              <a:avLst/>
            </a:prstGeom>
            <a:noFill/>
            <a:ln w="9525">
              <a:noFill/>
              <a:miter lim="800000"/>
              <a:headEnd/>
              <a:tailEnd/>
            </a:ln>
          </p:spPr>
        </p:pic>
        <p:sp>
          <p:nvSpPr>
            <p:cNvPr id="37" name="TextBox 31">
              <a:extLst>
                <a:ext uri="{FF2B5EF4-FFF2-40B4-BE49-F238E27FC236}">
                  <a16:creationId xmlns:a16="http://schemas.microsoft.com/office/drawing/2014/main" id="{171916A2-74F3-416F-A778-E8DD8473CB8F}"/>
                </a:ext>
              </a:extLst>
            </p:cNvPr>
            <p:cNvSpPr txBox="1">
              <a:spLocks noChangeArrowheads="1"/>
            </p:cNvSpPr>
            <p:nvPr/>
          </p:nvSpPr>
          <p:spPr bwMode="auto">
            <a:xfrm>
              <a:off x="334963" y="3859213"/>
              <a:ext cx="4195762" cy="2246769"/>
            </a:xfrm>
            <a:prstGeom prst="rect">
              <a:avLst/>
            </a:prstGeom>
            <a:noFill/>
            <a:ln w="9525">
              <a:solidFill>
                <a:srgbClr val="92D050"/>
              </a:solidFill>
              <a:miter lim="800000"/>
              <a:headEnd/>
              <a:tailEnd/>
            </a:ln>
          </p:spPr>
          <p:txBody>
            <a:bodyPr>
              <a:spAutoFit/>
            </a:bodyPr>
            <a:lstStyle/>
            <a:p>
              <a:pPr algn="ctr" defTabSz="457200"/>
              <a:r>
                <a:rPr lang="en-GB" sz="2000" b="1" u="sng" dirty="0">
                  <a:solidFill>
                    <a:srgbClr val="008BC5"/>
                  </a:solidFill>
                  <a:latin typeface="Arial"/>
                </a:rPr>
                <a:t>Demand Control</a:t>
              </a:r>
            </a:p>
            <a:p>
              <a:pPr algn="ctr" defTabSz="457200"/>
              <a:endParaRPr lang="en-GB" sz="2000" dirty="0">
                <a:solidFill>
                  <a:srgbClr val="AFABAB"/>
                </a:solidFill>
                <a:latin typeface="Arial"/>
              </a:endParaRPr>
            </a:p>
            <a:p>
              <a:pPr algn="ctr" defTabSz="457200"/>
              <a:r>
                <a:rPr lang="en-GB" sz="2000" dirty="0">
                  <a:solidFill>
                    <a:srgbClr val="262F3C"/>
                  </a:solidFill>
                  <a:latin typeface="Arial"/>
                </a:rPr>
                <a:t>Short term (next 1-12 weeks)</a:t>
              </a:r>
            </a:p>
            <a:p>
              <a:pPr algn="ctr" defTabSz="457200"/>
              <a:r>
                <a:rPr lang="en-GB" sz="2000" dirty="0">
                  <a:solidFill>
                    <a:srgbClr val="262F3C"/>
                  </a:solidFill>
                  <a:latin typeface="Arial"/>
                </a:rPr>
                <a:t>Continuous process, weekly data</a:t>
              </a:r>
            </a:p>
            <a:p>
              <a:pPr algn="ctr" defTabSz="457200"/>
              <a:r>
                <a:rPr lang="en-GB" sz="2000" dirty="0">
                  <a:solidFill>
                    <a:srgbClr val="262F3C"/>
                  </a:solidFill>
                  <a:latin typeface="Arial"/>
                </a:rPr>
                <a:t>Operational focus</a:t>
              </a:r>
            </a:p>
            <a:p>
              <a:pPr algn="ctr" defTabSz="457200"/>
              <a:r>
                <a:rPr lang="en-GB" sz="2000" dirty="0">
                  <a:solidFill>
                    <a:srgbClr val="262F3C"/>
                  </a:solidFill>
                  <a:latin typeface="Arial"/>
                </a:rPr>
                <a:t>Optimise OTIF and € profit</a:t>
              </a:r>
            </a:p>
            <a:p>
              <a:pPr algn="ctr" defTabSz="457200"/>
              <a:endParaRPr lang="en-US" sz="2000" dirty="0">
                <a:solidFill>
                  <a:srgbClr val="AFABAB"/>
                </a:solidFill>
                <a:latin typeface="Arial"/>
              </a:endParaRPr>
            </a:p>
          </p:txBody>
        </p:sp>
      </p:grpSp>
      <p:grpSp>
        <p:nvGrpSpPr>
          <p:cNvPr id="38" name="Group 29">
            <a:extLst>
              <a:ext uri="{FF2B5EF4-FFF2-40B4-BE49-F238E27FC236}">
                <a16:creationId xmlns:a16="http://schemas.microsoft.com/office/drawing/2014/main" id="{EDE58A5A-D837-47DA-874A-55F872C0BE30}"/>
              </a:ext>
            </a:extLst>
          </p:cNvPr>
          <p:cNvGrpSpPr>
            <a:grpSpLocks/>
          </p:cNvGrpSpPr>
          <p:nvPr/>
        </p:nvGrpSpPr>
        <p:grpSpPr bwMode="auto">
          <a:xfrm>
            <a:off x="5836966" y="2434765"/>
            <a:ext cx="4393376" cy="3528699"/>
            <a:chOff x="4530725" y="2578100"/>
            <a:chExt cx="4392613" cy="3527882"/>
          </a:xfrm>
        </p:grpSpPr>
        <p:sp>
          <p:nvSpPr>
            <p:cNvPr id="39" name="AutoShape 8">
              <a:extLst>
                <a:ext uri="{FF2B5EF4-FFF2-40B4-BE49-F238E27FC236}">
                  <a16:creationId xmlns:a16="http://schemas.microsoft.com/office/drawing/2014/main" id="{CB526BB4-487E-40BB-84C4-D22FC446AE7C}"/>
                </a:ext>
              </a:extLst>
            </p:cNvPr>
            <p:cNvSpPr>
              <a:spLocks noChangeArrowheads="1"/>
            </p:cNvSpPr>
            <p:nvPr/>
          </p:nvSpPr>
          <p:spPr bwMode="auto">
            <a:xfrm>
              <a:off x="4530725" y="2578100"/>
              <a:ext cx="1125538" cy="1281113"/>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20496" y="10612"/>
                  </a:moveTo>
                  <a:cubicBezTo>
                    <a:pt x="20393" y="5330"/>
                    <a:pt x="16082" y="1102"/>
                    <a:pt x="10800" y="1102"/>
                  </a:cubicBezTo>
                  <a:cubicBezTo>
                    <a:pt x="5443" y="1102"/>
                    <a:pt x="1102" y="5443"/>
                    <a:pt x="1102" y="10800"/>
                  </a:cubicBezTo>
                  <a:lnTo>
                    <a:pt x="0" y="10800"/>
                  </a:lnTo>
                  <a:cubicBezTo>
                    <a:pt x="0" y="4835"/>
                    <a:pt x="4835" y="0"/>
                    <a:pt x="10800" y="0"/>
                  </a:cubicBezTo>
                  <a:cubicBezTo>
                    <a:pt x="16683" y="0"/>
                    <a:pt x="21483" y="4708"/>
                    <a:pt x="21597" y="10590"/>
                  </a:cubicBezTo>
                  <a:lnTo>
                    <a:pt x="24297" y="10538"/>
                  </a:lnTo>
                  <a:lnTo>
                    <a:pt x="21110" y="13852"/>
                  </a:lnTo>
                  <a:lnTo>
                    <a:pt x="17796" y="10664"/>
                  </a:lnTo>
                  <a:lnTo>
                    <a:pt x="20496" y="10612"/>
                  </a:lnTo>
                  <a:close/>
                </a:path>
              </a:pathLst>
            </a:custGeom>
            <a:solidFill>
              <a:srgbClr val="0000CC"/>
            </a:solidFill>
            <a:ln w="12700" cap="sq">
              <a:solidFill>
                <a:schemeClr val="tx1"/>
              </a:solidFill>
              <a:miter lim="800000"/>
              <a:headEnd type="none" w="sm" len="sm"/>
              <a:tailEnd type="none" w="sm" len="sm"/>
            </a:ln>
          </p:spPr>
          <p:txBody>
            <a:bodyPr wrap="none" lIns="91422" tIns="45711" rIns="91422" bIns="45711" anchor="ctr"/>
            <a:lstStyle/>
            <a:p>
              <a:pPr defTabSz="457200"/>
              <a:endParaRPr lang="en-US" sz="2000" dirty="0">
                <a:solidFill>
                  <a:srgbClr val="AFABAB"/>
                </a:solidFill>
                <a:latin typeface="Arial"/>
              </a:endParaRPr>
            </a:p>
          </p:txBody>
        </p:sp>
        <p:sp>
          <p:nvSpPr>
            <p:cNvPr id="40" name="AutoShape 8">
              <a:extLst>
                <a:ext uri="{FF2B5EF4-FFF2-40B4-BE49-F238E27FC236}">
                  <a16:creationId xmlns:a16="http://schemas.microsoft.com/office/drawing/2014/main" id="{E021D0DD-4745-4C5D-95E0-94265C788686}"/>
                </a:ext>
              </a:extLst>
            </p:cNvPr>
            <p:cNvSpPr>
              <a:spLocks noChangeArrowheads="1"/>
            </p:cNvSpPr>
            <p:nvPr/>
          </p:nvSpPr>
          <p:spPr bwMode="auto">
            <a:xfrm>
              <a:off x="5803900" y="2578100"/>
              <a:ext cx="1125538" cy="1281113"/>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20496" y="10612"/>
                  </a:moveTo>
                  <a:cubicBezTo>
                    <a:pt x="20393" y="5330"/>
                    <a:pt x="16082" y="1102"/>
                    <a:pt x="10800" y="1102"/>
                  </a:cubicBezTo>
                  <a:cubicBezTo>
                    <a:pt x="5443" y="1102"/>
                    <a:pt x="1102" y="5443"/>
                    <a:pt x="1102" y="10800"/>
                  </a:cubicBezTo>
                  <a:lnTo>
                    <a:pt x="0" y="10800"/>
                  </a:lnTo>
                  <a:cubicBezTo>
                    <a:pt x="0" y="4835"/>
                    <a:pt x="4835" y="0"/>
                    <a:pt x="10800" y="0"/>
                  </a:cubicBezTo>
                  <a:cubicBezTo>
                    <a:pt x="16683" y="0"/>
                    <a:pt x="21483" y="4708"/>
                    <a:pt x="21597" y="10590"/>
                  </a:cubicBezTo>
                  <a:lnTo>
                    <a:pt x="24297" y="10538"/>
                  </a:lnTo>
                  <a:lnTo>
                    <a:pt x="21110" y="13852"/>
                  </a:lnTo>
                  <a:lnTo>
                    <a:pt x="17796" y="10664"/>
                  </a:lnTo>
                  <a:lnTo>
                    <a:pt x="20496" y="10612"/>
                  </a:lnTo>
                  <a:close/>
                </a:path>
              </a:pathLst>
            </a:custGeom>
            <a:solidFill>
              <a:srgbClr val="0000CC"/>
            </a:solidFill>
            <a:ln w="12700" cap="sq">
              <a:solidFill>
                <a:schemeClr val="tx1"/>
              </a:solidFill>
              <a:miter lim="800000"/>
              <a:headEnd type="none" w="sm" len="sm"/>
              <a:tailEnd type="none" w="sm" len="sm"/>
            </a:ln>
          </p:spPr>
          <p:txBody>
            <a:bodyPr wrap="none" lIns="91422" tIns="45711" rIns="91422" bIns="45711" anchor="ctr"/>
            <a:lstStyle/>
            <a:p>
              <a:pPr defTabSz="457200"/>
              <a:endParaRPr lang="en-US" sz="2000" dirty="0">
                <a:solidFill>
                  <a:srgbClr val="AFABAB"/>
                </a:solidFill>
                <a:latin typeface="Arial"/>
              </a:endParaRPr>
            </a:p>
          </p:txBody>
        </p:sp>
        <p:sp>
          <p:nvSpPr>
            <p:cNvPr id="41" name="AutoShape 8">
              <a:extLst>
                <a:ext uri="{FF2B5EF4-FFF2-40B4-BE49-F238E27FC236}">
                  <a16:creationId xmlns:a16="http://schemas.microsoft.com/office/drawing/2014/main" id="{D9AB6CB1-22C2-44A0-BE4E-CAC7C1B142A8}"/>
                </a:ext>
              </a:extLst>
            </p:cNvPr>
            <p:cNvSpPr>
              <a:spLocks noChangeArrowheads="1"/>
            </p:cNvSpPr>
            <p:nvPr/>
          </p:nvSpPr>
          <p:spPr bwMode="auto">
            <a:xfrm>
              <a:off x="7081838" y="2578100"/>
              <a:ext cx="1127125" cy="1281113"/>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20496" y="10612"/>
                  </a:moveTo>
                  <a:cubicBezTo>
                    <a:pt x="20393" y="5330"/>
                    <a:pt x="16082" y="1102"/>
                    <a:pt x="10800" y="1102"/>
                  </a:cubicBezTo>
                  <a:cubicBezTo>
                    <a:pt x="5443" y="1102"/>
                    <a:pt x="1102" y="5443"/>
                    <a:pt x="1102" y="10800"/>
                  </a:cubicBezTo>
                  <a:lnTo>
                    <a:pt x="0" y="10800"/>
                  </a:lnTo>
                  <a:cubicBezTo>
                    <a:pt x="0" y="4835"/>
                    <a:pt x="4835" y="0"/>
                    <a:pt x="10800" y="0"/>
                  </a:cubicBezTo>
                  <a:cubicBezTo>
                    <a:pt x="16683" y="0"/>
                    <a:pt x="21483" y="4708"/>
                    <a:pt x="21597" y="10590"/>
                  </a:cubicBezTo>
                  <a:lnTo>
                    <a:pt x="24297" y="10538"/>
                  </a:lnTo>
                  <a:lnTo>
                    <a:pt x="21110" y="13852"/>
                  </a:lnTo>
                  <a:lnTo>
                    <a:pt x="17796" y="10664"/>
                  </a:lnTo>
                  <a:lnTo>
                    <a:pt x="20496" y="10612"/>
                  </a:lnTo>
                  <a:close/>
                </a:path>
              </a:pathLst>
            </a:custGeom>
            <a:solidFill>
              <a:srgbClr val="0000CC"/>
            </a:solidFill>
            <a:ln w="12700" cap="sq">
              <a:solidFill>
                <a:schemeClr val="tx1"/>
              </a:solidFill>
              <a:miter lim="800000"/>
              <a:headEnd type="none" w="sm" len="sm"/>
              <a:tailEnd type="none" w="sm" len="sm"/>
            </a:ln>
          </p:spPr>
          <p:txBody>
            <a:bodyPr wrap="none" lIns="91422" tIns="45711" rIns="91422" bIns="45711" anchor="ctr"/>
            <a:lstStyle/>
            <a:p>
              <a:pPr defTabSz="457200"/>
              <a:endParaRPr lang="en-US" sz="2000" dirty="0">
                <a:solidFill>
                  <a:srgbClr val="AFABAB"/>
                </a:solidFill>
                <a:latin typeface="Arial"/>
              </a:endParaRPr>
            </a:p>
          </p:txBody>
        </p:sp>
        <p:sp>
          <p:nvSpPr>
            <p:cNvPr id="42" name="TextBox 32">
              <a:extLst>
                <a:ext uri="{FF2B5EF4-FFF2-40B4-BE49-F238E27FC236}">
                  <a16:creationId xmlns:a16="http://schemas.microsoft.com/office/drawing/2014/main" id="{FAFE3837-0492-4A31-9B1A-294738803DBD}"/>
                </a:ext>
              </a:extLst>
            </p:cNvPr>
            <p:cNvSpPr txBox="1">
              <a:spLocks noChangeArrowheads="1"/>
            </p:cNvSpPr>
            <p:nvPr/>
          </p:nvSpPr>
          <p:spPr bwMode="auto">
            <a:xfrm>
              <a:off x="4613275" y="3859213"/>
              <a:ext cx="4310063" cy="2246769"/>
            </a:xfrm>
            <a:prstGeom prst="rect">
              <a:avLst/>
            </a:prstGeom>
            <a:noFill/>
            <a:ln w="9525">
              <a:solidFill>
                <a:srgbClr val="0000FF"/>
              </a:solidFill>
              <a:miter lim="800000"/>
              <a:headEnd/>
              <a:tailEnd/>
            </a:ln>
          </p:spPr>
          <p:txBody>
            <a:bodyPr>
              <a:spAutoFit/>
            </a:bodyPr>
            <a:lstStyle/>
            <a:p>
              <a:pPr algn="ctr" defTabSz="457200"/>
              <a:r>
                <a:rPr lang="en-GB" sz="2000" b="1" u="sng" dirty="0">
                  <a:solidFill>
                    <a:srgbClr val="008BC5"/>
                  </a:solidFill>
                  <a:latin typeface="Arial"/>
                </a:rPr>
                <a:t>IBP</a:t>
              </a:r>
            </a:p>
            <a:p>
              <a:pPr algn="ctr" defTabSz="457200"/>
              <a:endParaRPr lang="en-GB" sz="2000" dirty="0">
                <a:solidFill>
                  <a:srgbClr val="AFABAB"/>
                </a:solidFill>
                <a:latin typeface="Arial"/>
              </a:endParaRPr>
            </a:p>
            <a:p>
              <a:pPr algn="ctr" defTabSz="457200"/>
              <a:r>
                <a:rPr lang="en-GB" sz="2000" dirty="0">
                  <a:solidFill>
                    <a:srgbClr val="262F3C"/>
                  </a:solidFill>
                  <a:latin typeface="Arial"/>
                </a:rPr>
                <a:t>Medium term (next 4-24 months)</a:t>
              </a:r>
            </a:p>
            <a:p>
              <a:pPr algn="ctr" defTabSz="457200"/>
              <a:r>
                <a:rPr lang="en-GB" sz="2000" dirty="0">
                  <a:solidFill>
                    <a:srgbClr val="262F3C"/>
                  </a:solidFill>
                  <a:latin typeface="Arial"/>
                </a:rPr>
                <a:t>Monthly cycles, monthly data</a:t>
              </a:r>
            </a:p>
            <a:p>
              <a:pPr algn="ctr" defTabSz="457200"/>
              <a:r>
                <a:rPr lang="en-GB" sz="2000" dirty="0">
                  <a:solidFill>
                    <a:srgbClr val="262F3C"/>
                  </a:solidFill>
                  <a:latin typeface="Arial"/>
                </a:rPr>
                <a:t>Integrated management of the business</a:t>
              </a:r>
            </a:p>
            <a:p>
              <a:pPr algn="ctr" defTabSz="457200"/>
              <a:r>
                <a:rPr lang="en-GB" sz="2000" dirty="0">
                  <a:solidFill>
                    <a:srgbClr val="262F3C"/>
                  </a:solidFill>
                  <a:latin typeface="Arial"/>
                </a:rPr>
                <a:t>Optimise all business levers</a:t>
              </a:r>
              <a:endParaRPr lang="en-US" sz="2000" dirty="0">
                <a:solidFill>
                  <a:srgbClr val="262F3C"/>
                </a:solidFill>
                <a:latin typeface="Arial"/>
              </a:endParaRPr>
            </a:p>
          </p:txBody>
        </p:sp>
      </p:grpSp>
    </p:spTree>
    <p:extLst>
      <p:ext uri="{BB962C8B-B14F-4D97-AF65-F5344CB8AC3E}">
        <p14:creationId xmlns:p14="http://schemas.microsoft.com/office/powerpoint/2010/main" val="1533960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C5A202D-70E6-4789-B3B5-FD6FD70E6FDF}"/>
              </a:ext>
            </a:extLst>
          </p:cNvPr>
          <p:cNvSpPr>
            <a:spLocks noGrp="1"/>
          </p:cNvSpPr>
          <p:nvPr>
            <p:ph type="title"/>
          </p:nvPr>
        </p:nvSpPr>
        <p:spPr>
          <a:xfrm>
            <a:off x="426244" y="597398"/>
            <a:ext cx="11339513" cy="255587"/>
          </a:xfrm>
        </p:spPr>
        <p:txBody>
          <a:bodyPr/>
          <a:lstStyle/>
          <a:p>
            <a:r>
              <a:rPr lang="en-US" dirty="0"/>
              <a:t>IBP Cycle - Meetings</a:t>
            </a:r>
            <a:endParaRPr lang="LID4096" dirty="0"/>
          </a:p>
        </p:txBody>
      </p:sp>
      <p:sp>
        <p:nvSpPr>
          <p:cNvPr id="9" name="Slide Number Placeholder 8">
            <a:extLst>
              <a:ext uri="{FF2B5EF4-FFF2-40B4-BE49-F238E27FC236}">
                <a16:creationId xmlns:a16="http://schemas.microsoft.com/office/drawing/2014/main" id="{9938C513-5519-4596-B5D3-7CF0177A11CC}"/>
              </a:ext>
            </a:extLst>
          </p:cNvPr>
          <p:cNvSpPr>
            <a:spLocks noGrp="1"/>
          </p:cNvSpPr>
          <p:nvPr>
            <p:ph type="sldNum" sz="quarter" idx="12"/>
          </p:nvPr>
        </p:nvSpPr>
        <p:spPr/>
        <p:txBody>
          <a:bodyPr/>
          <a:lstStyle/>
          <a:p>
            <a:pPr defTabSz="457200"/>
            <a:fld id="{66AA3846-8976-4D24-8224-CEE1235CE9F4}" type="slidenum">
              <a:rPr lang="en-US">
                <a:solidFill>
                  <a:srgbClr val="262F3C"/>
                </a:solidFill>
                <a:latin typeface="Arial"/>
              </a:rPr>
              <a:pPr defTabSz="457200"/>
              <a:t>4</a:t>
            </a:fld>
            <a:endParaRPr lang="en-US" dirty="0">
              <a:solidFill>
                <a:srgbClr val="262F3C"/>
              </a:solidFill>
              <a:latin typeface="Arial"/>
            </a:endParaRPr>
          </a:p>
        </p:txBody>
      </p:sp>
      <p:graphicFrame>
        <p:nvGraphicFramePr>
          <p:cNvPr id="15" name="Content Placeholder 8">
            <a:extLst>
              <a:ext uri="{FF2B5EF4-FFF2-40B4-BE49-F238E27FC236}">
                <a16:creationId xmlns:a16="http://schemas.microsoft.com/office/drawing/2014/main" id="{BE454540-A17E-427F-9E43-E38D559FE31A}"/>
              </a:ext>
            </a:extLst>
          </p:cNvPr>
          <p:cNvGraphicFramePr>
            <a:graphicFrameLocks/>
          </p:cNvGraphicFramePr>
          <p:nvPr/>
        </p:nvGraphicFramePr>
        <p:xfrm>
          <a:off x="1542522" y="1495737"/>
          <a:ext cx="8949267" cy="48373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6" name="TextBox 15">
            <a:extLst>
              <a:ext uri="{FF2B5EF4-FFF2-40B4-BE49-F238E27FC236}">
                <a16:creationId xmlns:a16="http://schemas.microsoft.com/office/drawing/2014/main" id="{5C932FFB-9491-446A-BFCB-3E192C9D1F4F}"/>
              </a:ext>
            </a:extLst>
          </p:cNvPr>
          <p:cNvSpPr txBox="1"/>
          <p:nvPr/>
        </p:nvSpPr>
        <p:spPr>
          <a:xfrm>
            <a:off x="9218312" y="3036830"/>
            <a:ext cx="2862336" cy="914400"/>
          </a:xfrm>
          <a:prstGeom prst="rect">
            <a:avLst/>
          </a:prstGeom>
          <a:noFill/>
        </p:spPr>
        <p:txBody>
          <a:bodyPr wrap="square" lIns="0" tIns="0" rIns="0" bIns="0" rtlCol="0">
            <a:noAutofit/>
          </a:bodyPr>
          <a:lstStyle/>
          <a:p>
            <a:r>
              <a:rPr lang="en-US" sz="900" b="1" dirty="0">
                <a:solidFill>
                  <a:srgbClr val="952D98"/>
                </a:solidFill>
                <a:latin typeface="Arial"/>
              </a:rPr>
              <a:t>Key Focus: </a:t>
            </a:r>
            <a:r>
              <a:rPr lang="en-US" sz="900" dirty="0">
                <a:solidFill>
                  <a:srgbClr val="FFFFFF">
                    <a:lumMod val="50000"/>
                  </a:srgbClr>
                </a:solidFill>
                <a:latin typeface="Arial"/>
              </a:rPr>
              <a:t>“How much will we sell and to whom?”</a:t>
            </a:r>
          </a:p>
          <a:p>
            <a:r>
              <a:rPr lang="en-US" sz="900" b="1" dirty="0">
                <a:solidFill>
                  <a:srgbClr val="952D98"/>
                </a:solidFill>
                <a:latin typeface="Arial"/>
              </a:rPr>
              <a:t>Key Output: </a:t>
            </a:r>
            <a:r>
              <a:rPr lang="en-US" sz="900" dirty="0">
                <a:solidFill>
                  <a:srgbClr val="FFFFFF">
                    <a:lumMod val="50000"/>
                  </a:srgbClr>
                </a:solidFill>
                <a:latin typeface="Arial"/>
              </a:rPr>
              <a:t>Approved Demand Plan, VulOps &amp; gap closing decisions </a:t>
            </a:r>
          </a:p>
        </p:txBody>
      </p:sp>
      <p:sp>
        <p:nvSpPr>
          <p:cNvPr id="17" name="TextBox 16">
            <a:extLst>
              <a:ext uri="{FF2B5EF4-FFF2-40B4-BE49-F238E27FC236}">
                <a16:creationId xmlns:a16="http://schemas.microsoft.com/office/drawing/2014/main" id="{6E7DCD9F-C7ED-4705-A88D-0BD716116850}"/>
              </a:ext>
            </a:extLst>
          </p:cNvPr>
          <p:cNvSpPr txBox="1"/>
          <p:nvPr/>
        </p:nvSpPr>
        <p:spPr>
          <a:xfrm>
            <a:off x="9076152" y="5418667"/>
            <a:ext cx="3004497" cy="914400"/>
          </a:xfrm>
          <a:prstGeom prst="rect">
            <a:avLst/>
          </a:prstGeom>
          <a:noFill/>
        </p:spPr>
        <p:txBody>
          <a:bodyPr wrap="square" lIns="0" tIns="0" rIns="0" bIns="0" rtlCol="0">
            <a:noAutofit/>
          </a:bodyPr>
          <a:lstStyle/>
          <a:p>
            <a:r>
              <a:rPr lang="en-US" sz="900" b="1" dirty="0">
                <a:solidFill>
                  <a:srgbClr val="C3004A"/>
                </a:solidFill>
                <a:latin typeface="Arial"/>
              </a:rPr>
              <a:t>Key Focus: </a:t>
            </a:r>
            <a:r>
              <a:rPr lang="en-US" sz="900" dirty="0">
                <a:solidFill>
                  <a:srgbClr val="FFFFFF">
                    <a:lumMod val="50000"/>
                  </a:srgbClr>
                </a:solidFill>
                <a:latin typeface="Arial"/>
              </a:rPr>
              <a:t>“How can we source, make and deliver with optimal inventory and at the right cost?”</a:t>
            </a:r>
          </a:p>
          <a:p>
            <a:r>
              <a:rPr lang="en-US" sz="900" b="1" dirty="0">
                <a:solidFill>
                  <a:srgbClr val="C3004A"/>
                </a:solidFill>
                <a:latin typeface="Arial"/>
              </a:rPr>
              <a:t>Key Output: </a:t>
            </a:r>
            <a:r>
              <a:rPr lang="en-US" sz="900" dirty="0">
                <a:solidFill>
                  <a:srgbClr val="FFFFFF">
                    <a:lumMod val="50000"/>
                  </a:srgbClr>
                </a:solidFill>
                <a:latin typeface="Arial"/>
              </a:rPr>
              <a:t>Approved plan (Supply plan, Inventory plan, Logistics plan, RMP plan, incl. volume, cost), VulOps &amp; gap closing decisions </a:t>
            </a:r>
          </a:p>
          <a:p>
            <a:endParaRPr lang="en-US" sz="900" dirty="0">
              <a:solidFill>
                <a:srgbClr val="FFFFFF">
                  <a:lumMod val="50000"/>
                </a:srgbClr>
              </a:solidFill>
              <a:latin typeface="Arial"/>
            </a:endParaRPr>
          </a:p>
          <a:p>
            <a:endParaRPr lang="en-US" sz="900" b="1" dirty="0">
              <a:solidFill>
                <a:srgbClr val="952D98"/>
              </a:solidFill>
              <a:latin typeface="Arial"/>
            </a:endParaRPr>
          </a:p>
          <a:p>
            <a:endParaRPr lang="en-US" sz="900" dirty="0">
              <a:solidFill>
                <a:srgbClr val="FFFFFF">
                  <a:lumMod val="50000"/>
                </a:srgbClr>
              </a:solidFill>
              <a:latin typeface="Arial"/>
            </a:endParaRPr>
          </a:p>
        </p:txBody>
      </p:sp>
      <p:sp>
        <p:nvSpPr>
          <p:cNvPr id="18" name="TextBox 17">
            <a:extLst>
              <a:ext uri="{FF2B5EF4-FFF2-40B4-BE49-F238E27FC236}">
                <a16:creationId xmlns:a16="http://schemas.microsoft.com/office/drawing/2014/main" id="{93091B99-2184-4C0E-9AC0-7D6BB6583A56}"/>
              </a:ext>
            </a:extLst>
          </p:cNvPr>
          <p:cNvSpPr txBox="1"/>
          <p:nvPr/>
        </p:nvSpPr>
        <p:spPr>
          <a:xfrm>
            <a:off x="294347" y="5414880"/>
            <a:ext cx="3293754" cy="914400"/>
          </a:xfrm>
          <a:prstGeom prst="rect">
            <a:avLst/>
          </a:prstGeom>
          <a:noFill/>
        </p:spPr>
        <p:txBody>
          <a:bodyPr wrap="square" lIns="0" tIns="0" rIns="0" bIns="0" rtlCol="0">
            <a:noAutofit/>
          </a:bodyPr>
          <a:lstStyle/>
          <a:p>
            <a:r>
              <a:rPr lang="en-US" sz="900" b="1" dirty="0">
                <a:solidFill>
                  <a:srgbClr val="0092BB"/>
                </a:solidFill>
                <a:latin typeface="Arial"/>
              </a:rPr>
              <a:t>Key Focus: </a:t>
            </a:r>
            <a:r>
              <a:rPr lang="en-US" sz="900" dirty="0">
                <a:solidFill>
                  <a:srgbClr val="FFFFFF">
                    <a:lumMod val="50000"/>
                  </a:srgbClr>
                </a:solidFill>
                <a:latin typeface="Arial"/>
              </a:rPr>
              <a:t>“What's the overall business picture? Do we have gaps?”</a:t>
            </a:r>
          </a:p>
          <a:p>
            <a:r>
              <a:rPr lang="en-US" sz="900" b="1" dirty="0">
                <a:solidFill>
                  <a:srgbClr val="0092BB"/>
                </a:solidFill>
                <a:latin typeface="Arial"/>
              </a:rPr>
              <a:t>Key Output: </a:t>
            </a:r>
            <a:r>
              <a:rPr lang="en-US" sz="900" dirty="0">
                <a:solidFill>
                  <a:srgbClr val="FFFFFF">
                    <a:lumMod val="50000"/>
                  </a:srgbClr>
                </a:solidFill>
                <a:latin typeface="Arial"/>
              </a:rPr>
              <a:t>Reconciled BU IBP Plan, VulOps &amp; gap closing proposals and reconciled resource plan &amp; gap closing proposals</a:t>
            </a:r>
          </a:p>
        </p:txBody>
      </p:sp>
      <p:sp>
        <p:nvSpPr>
          <p:cNvPr id="19" name="TextBox 18">
            <a:extLst>
              <a:ext uri="{FF2B5EF4-FFF2-40B4-BE49-F238E27FC236}">
                <a16:creationId xmlns:a16="http://schemas.microsoft.com/office/drawing/2014/main" id="{0AF83362-DC55-43CE-A77A-955EBAEF09D9}"/>
              </a:ext>
            </a:extLst>
          </p:cNvPr>
          <p:cNvSpPr txBox="1"/>
          <p:nvPr/>
        </p:nvSpPr>
        <p:spPr>
          <a:xfrm>
            <a:off x="208894" y="3089668"/>
            <a:ext cx="2627335" cy="914400"/>
          </a:xfrm>
          <a:prstGeom prst="rect">
            <a:avLst/>
          </a:prstGeom>
          <a:noFill/>
        </p:spPr>
        <p:txBody>
          <a:bodyPr wrap="square" lIns="0" tIns="0" rIns="0" bIns="0" rtlCol="0">
            <a:noAutofit/>
          </a:bodyPr>
          <a:lstStyle/>
          <a:p>
            <a:r>
              <a:rPr lang="en-US" sz="900" b="1" dirty="0">
                <a:solidFill>
                  <a:srgbClr val="44697D"/>
                </a:solidFill>
                <a:latin typeface="Arial"/>
              </a:rPr>
              <a:t>Key Focus: </a:t>
            </a:r>
            <a:r>
              <a:rPr lang="en-US" sz="900" dirty="0">
                <a:solidFill>
                  <a:srgbClr val="FFFFFF">
                    <a:lumMod val="50000"/>
                  </a:srgbClr>
                </a:solidFill>
                <a:latin typeface="Arial"/>
              </a:rPr>
              <a:t>“What decisions do we make to close the gaps to deliver our strategy?”</a:t>
            </a:r>
          </a:p>
          <a:p>
            <a:r>
              <a:rPr lang="en-US" sz="900" b="1" dirty="0">
                <a:solidFill>
                  <a:srgbClr val="44697D"/>
                </a:solidFill>
                <a:latin typeface="Arial"/>
              </a:rPr>
              <a:t>Key Output: </a:t>
            </a:r>
            <a:r>
              <a:rPr lang="en-US" sz="900" dirty="0">
                <a:solidFill>
                  <a:srgbClr val="FFFFFF">
                    <a:lumMod val="50000"/>
                  </a:srgbClr>
                </a:solidFill>
                <a:latin typeface="Arial"/>
              </a:rPr>
              <a:t>Approved IBP Plan, VulOps &amp; gap closing decisions and approved Resource Plan &amp; gap closing decisions </a:t>
            </a:r>
          </a:p>
          <a:p>
            <a:endParaRPr lang="en-US" sz="900" dirty="0">
              <a:solidFill>
                <a:srgbClr val="FFFFFF">
                  <a:lumMod val="50000"/>
                </a:srgbClr>
              </a:solidFill>
              <a:latin typeface="Arial"/>
            </a:endParaRPr>
          </a:p>
        </p:txBody>
      </p:sp>
      <p:sp>
        <p:nvSpPr>
          <p:cNvPr id="20" name="TextBox 19">
            <a:extLst>
              <a:ext uri="{FF2B5EF4-FFF2-40B4-BE49-F238E27FC236}">
                <a16:creationId xmlns:a16="http://schemas.microsoft.com/office/drawing/2014/main" id="{CCF4FD32-B24C-4D8B-9989-E4B5AA47D037}"/>
              </a:ext>
            </a:extLst>
          </p:cNvPr>
          <p:cNvSpPr txBox="1"/>
          <p:nvPr/>
        </p:nvSpPr>
        <p:spPr>
          <a:xfrm>
            <a:off x="4404943" y="1130910"/>
            <a:ext cx="4104575" cy="914400"/>
          </a:xfrm>
          <a:prstGeom prst="rect">
            <a:avLst/>
          </a:prstGeom>
          <a:noFill/>
        </p:spPr>
        <p:txBody>
          <a:bodyPr wrap="square" lIns="0" tIns="0" rIns="0" bIns="0" rtlCol="0">
            <a:noAutofit/>
          </a:bodyPr>
          <a:lstStyle/>
          <a:p>
            <a:r>
              <a:rPr lang="en-US" sz="900" b="1" dirty="0">
                <a:solidFill>
                  <a:srgbClr val="56378A"/>
                </a:solidFill>
                <a:latin typeface="Arial"/>
              </a:rPr>
              <a:t>Key Focus:</a:t>
            </a:r>
            <a:r>
              <a:rPr lang="en-US" sz="900" dirty="0">
                <a:solidFill>
                  <a:srgbClr val="FFFFFF">
                    <a:lumMod val="50000"/>
                  </a:srgbClr>
                </a:solidFill>
                <a:latin typeface="Arial"/>
              </a:rPr>
              <a:t> “What products are we going to sell?”</a:t>
            </a:r>
          </a:p>
          <a:p>
            <a:r>
              <a:rPr lang="en-US" sz="900" b="1" dirty="0">
                <a:solidFill>
                  <a:srgbClr val="56378A"/>
                </a:solidFill>
                <a:latin typeface="Arial"/>
              </a:rPr>
              <a:t>Key Output: </a:t>
            </a:r>
            <a:r>
              <a:rPr lang="en-US" sz="900" dirty="0">
                <a:solidFill>
                  <a:srgbClr val="FFFFFF">
                    <a:lumMod val="50000"/>
                  </a:srgbClr>
                </a:solidFill>
                <a:latin typeface="Arial"/>
              </a:rPr>
              <a:t>Approved Portfolio Plan, VulOps &amp; gap closing decisions </a:t>
            </a:r>
          </a:p>
        </p:txBody>
      </p:sp>
      <p:sp>
        <p:nvSpPr>
          <p:cNvPr id="21" name="Rectangle 20">
            <a:extLst>
              <a:ext uri="{FF2B5EF4-FFF2-40B4-BE49-F238E27FC236}">
                <a16:creationId xmlns:a16="http://schemas.microsoft.com/office/drawing/2014/main" id="{956555F2-069D-4CE4-9921-DCE3E7B5A65D}"/>
              </a:ext>
            </a:extLst>
          </p:cNvPr>
          <p:cNvSpPr/>
          <p:nvPr/>
        </p:nvSpPr>
        <p:spPr bwMode="auto">
          <a:xfrm>
            <a:off x="7413073" y="2377569"/>
            <a:ext cx="1096444" cy="348978"/>
          </a:xfrm>
          <a:prstGeom prst="rect">
            <a:avLst/>
          </a:prstGeom>
          <a:gradFill rotWithShape="1">
            <a:gsLst>
              <a:gs pos="0">
                <a:srgbClr val="BBE0E3">
                  <a:shade val="51000"/>
                  <a:satMod val="130000"/>
                </a:srgbClr>
              </a:gs>
              <a:gs pos="80000">
                <a:srgbClr val="BBE0E3">
                  <a:shade val="93000"/>
                  <a:satMod val="130000"/>
                </a:srgbClr>
              </a:gs>
              <a:gs pos="100000">
                <a:srgbClr val="BBE0E3">
                  <a:shade val="94000"/>
                  <a:satMod val="135000"/>
                </a:srgbClr>
              </a:gs>
            </a:gsLst>
            <a:lin ang="16200000" scaled="0"/>
          </a:gradFill>
          <a:ln w="9525" cap="flat" cmpd="sng" algn="ctr">
            <a:solidFill>
              <a:srgbClr val="BBE0E3">
                <a:shade val="95000"/>
                <a:satMod val="105000"/>
              </a:srgb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91440" tIns="45720" rIns="0" bIns="45720" numCol="1" rtlCol="0" anchor="ctr" anchorCtr="1" compatLnSpc="1">
            <a:prstTxWarp prst="textNoShape">
              <a:avLst/>
            </a:prstTxWarp>
          </a:bodyPr>
          <a:lstStyle/>
          <a:p>
            <a:pPr defTabSz="914491">
              <a:spcBef>
                <a:spcPct val="20000"/>
              </a:spcBef>
              <a:spcAft>
                <a:spcPct val="30000"/>
              </a:spcAft>
              <a:defRPr/>
            </a:pPr>
            <a:r>
              <a:rPr lang="en-US" sz="1000" b="1" kern="0" dirty="0">
                <a:solidFill>
                  <a:srgbClr val="000000"/>
                </a:solidFill>
                <a:latin typeface="Arial" charset="0"/>
                <a:cs typeface="Arial" charset="0"/>
              </a:rPr>
              <a:t>Demand</a:t>
            </a:r>
          </a:p>
        </p:txBody>
      </p:sp>
      <p:sp>
        <p:nvSpPr>
          <p:cNvPr id="22" name="Rectangle 21">
            <a:extLst>
              <a:ext uri="{FF2B5EF4-FFF2-40B4-BE49-F238E27FC236}">
                <a16:creationId xmlns:a16="http://schemas.microsoft.com/office/drawing/2014/main" id="{7848EA3E-4335-4EE2-B28B-D76A9A5114A8}"/>
              </a:ext>
            </a:extLst>
          </p:cNvPr>
          <p:cNvSpPr/>
          <p:nvPr/>
        </p:nvSpPr>
        <p:spPr bwMode="auto">
          <a:xfrm>
            <a:off x="7463767" y="4582931"/>
            <a:ext cx="1096444" cy="284178"/>
          </a:xfrm>
          <a:prstGeom prst="rect">
            <a:avLst/>
          </a:prstGeom>
          <a:solidFill>
            <a:srgbClr val="7030A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0" bIns="45720" numCol="1" rtlCol="0" anchor="ctr" anchorCtr="1" compatLnSpc="1">
            <a:prstTxWarp prst="textNoShape">
              <a:avLst/>
            </a:prstTxWarp>
          </a:bodyPr>
          <a:lstStyle/>
          <a:p>
            <a:pPr defTabSz="914491">
              <a:spcBef>
                <a:spcPct val="20000"/>
              </a:spcBef>
              <a:spcAft>
                <a:spcPct val="30000"/>
              </a:spcAft>
              <a:defRPr/>
            </a:pPr>
            <a:r>
              <a:rPr lang="en-US" sz="1000" b="1" kern="0" dirty="0">
                <a:solidFill>
                  <a:srgbClr val="FFFFFF"/>
                </a:solidFill>
                <a:latin typeface="Arial" charset="0"/>
                <a:cs typeface="Arial" charset="0"/>
              </a:rPr>
              <a:t>Supply</a:t>
            </a:r>
          </a:p>
        </p:txBody>
      </p:sp>
    </p:spTree>
    <p:extLst>
      <p:ext uri="{BB962C8B-B14F-4D97-AF65-F5344CB8AC3E}">
        <p14:creationId xmlns:p14="http://schemas.microsoft.com/office/powerpoint/2010/main" val="42334933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247A23A-87FA-41F0-A703-9735E6E083F0}"/>
              </a:ext>
            </a:extLst>
          </p:cNvPr>
          <p:cNvSpPr>
            <a:spLocks noGrp="1"/>
          </p:cNvSpPr>
          <p:nvPr>
            <p:ph type="title"/>
          </p:nvPr>
        </p:nvSpPr>
        <p:spPr/>
        <p:txBody>
          <a:bodyPr/>
          <a:lstStyle/>
          <a:p>
            <a:r>
              <a:rPr lang="en-GB" dirty="0"/>
              <a:t>IBP / S&amp;OP process approach </a:t>
            </a:r>
            <a:endParaRPr lang="LID4096" dirty="0"/>
          </a:p>
        </p:txBody>
      </p:sp>
      <p:sp>
        <p:nvSpPr>
          <p:cNvPr id="9" name="Slide Number Placeholder 8">
            <a:extLst>
              <a:ext uri="{FF2B5EF4-FFF2-40B4-BE49-F238E27FC236}">
                <a16:creationId xmlns:a16="http://schemas.microsoft.com/office/drawing/2014/main" id="{B0EDD10E-74A6-40D9-8792-3E9A4FDBC1E0}"/>
              </a:ext>
            </a:extLst>
          </p:cNvPr>
          <p:cNvSpPr>
            <a:spLocks noGrp="1"/>
          </p:cNvSpPr>
          <p:nvPr>
            <p:ph type="sldNum" sz="quarter" idx="12"/>
          </p:nvPr>
        </p:nvSpPr>
        <p:spPr/>
        <p:txBody>
          <a:bodyPr/>
          <a:lstStyle/>
          <a:p>
            <a:pPr defTabSz="457200"/>
            <a:fld id="{66AA3846-8976-4D24-8224-CEE1235CE9F4}" type="slidenum">
              <a:rPr lang="en-US">
                <a:solidFill>
                  <a:srgbClr val="262F3C"/>
                </a:solidFill>
                <a:latin typeface="Arial"/>
              </a:rPr>
              <a:pPr defTabSz="457200"/>
              <a:t>5</a:t>
            </a:fld>
            <a:endParaRPr lang="en-US" dirty="0">
              <a:solidFill>
                <a:srgbClr val="262F3C"/>
              </a:solidFill>
              <a:latin typeface="Arial"/>
            </a:endParaRPr>
          </a:p>
        </p:txBody>
      </p:sp>
      <p:sp>
        <p:nvSpPr>
          <p:cNvPr id="10" name="Subtitle 9">
            <a:extLst>
              <a:ext uri="{FF2B5EF4-FFF2-40B4-BE49-F238E27FC236}">
                <a16:creationId xmlns:a16="http://schemas.microsoft.com/office/drawing/2014/main" id="{AD81CD07-EC4B-4117-B61E-80155570FBEF}"/>
              </a:ext>
            </a:extLst>
          </p:cNvPr>
          <p:cNvSpPr>
            <a:spLocks noGrp="1"/>
          </p:cNvSpPr>
          <p:nvPr>
            <p:ph type="subTitle" idx="1"/>
          </p:nvPr>
        </p:nvSpPr>
        <p:spPr/>
        <p:txBody>
          <a:bodyPr/>
          <a:lstStyle/>
          <a:p>
            <a:r>
              <a:rPr lang="en-GB" dirty="0"/>
              <a:t>Planning process overview</a:t>
            </a:r>
            <a:endParaRPr lang="LID4096" dirty="0"/>
          </a:p>
        </p:txBody>
      </p:sp>
      <p:sp>
        <p:nvSpPr>
          <p:cNvPr id="15" name="TextBox 14">
            <a:extLst>
              <a:ext uri="{FF2B5EF4-FFF2-40B4-BE49-F238E27FC236}">
                <a16:creationId xmlns:a16="http://schemas.microsoft.com/office/drawing/2014/main" id="{20E6F848-0F33-4DD3-9C24-6DFE8267D237}"/>
              </a:ext>
            </a:extLst>
          </p:cNvPr>
          <p:cNvSpPr txBox="1"/>
          <p:nvPr/>
        </p:nvSpPr>
        <p:spPr>
          <a:xfrm>
            <a:off x="1534633" y="1592238"/>
            <a:ext cx="9144000" cy="1741089"/>
          </a:xfrm>
          <a:prstGeom prst="rect">
            <a:avLst/>
          </a:prstGeom>
          <a:solidFill>
            <a:srgbClr val="FFF489"/>
          </a:solidFill>
        </p:spPr>
        <p:txBody>
          <a:bodyPr wrap="square" lIns="0" tIns="0" rIns="0" bIns="0" rtlCol="0" anchor="t">
            <a:noAutofit/>
          </a:bodyPr>
          <a:lstStyle/>
          <a:p>
            <a:pPr defTabSz="457200"/>
            <a:r>
              <a:rPr lang="en-US" sz="1400" b="1" dirty="0">
                <a:solidFill>
                  <a:srgbClr val="262F3C"/>
                </a:solidFill>
                <a:latin typeface="Arial"/>
              </a:rPr>
              <a:t>Aggregated Planning</a:t>
            </a:r>
          </a:p>
        </p:txBody>
      </p:sp>
      <p:sp>
        <p:nvSpPr>
          <p:cNvPr id="16" name="TextBox 15">
            <a:extLst>
              <a:ext uri="{FF2B5EF4-FFF2-40B4-BE49-F238E27FC236}">
                <a16:creationId xmlns:a16="http://schemas.microsoft.com/office/drawing/2014/main" id="{A3DB9F62-B65C-40C7-B58F-11F24F799182}"/>
              </a:ext>
            </a:extLst>
          </p:cNvPr>
          <p:cNvSpPr txBox="1"/>
          <p:nvPr/>
        </p:nvSpPr>
        <p:spPr>
          <a:xfrm>
            <a:off x="1524000" y="4761398"/>
            <a:ext cx="9144000" cy="1135523"/>
          </a:xfrm>
          <a:prstGeom prst="rect">
            <a:avLst/>
          </a:prstGeom>
          <a:solidFill>
            <a:srgbClr val="FFFAC9"/>
          </a:solidFill>
        </p:spPr>
        <p:txBody>
          <a:bodyPr wrap="square" lIns="0" tIns="0" rIns="0" bIns="0" rtlCol="0" anchor="ctr">
            <a:noAutofit/>
          </a:bodyPr>
          <a:lstStyle/>
          <a:p>
            <a:pPr defTabSz="457200"/>
            <a:r>
              <a:rPr lang="en-US" sz="1400" b="1" dirty="0">
                <a:solidFill>
                  <a:srgbClr val="262F3C"/>
                </a:solidFill>
                <a:latin typeface="Arial"/>
              </a:rPr>
              <a:t>Execution</a:t>
            </a:r>
          </a:p>
        </p:txBody>
      </p:sp>
      <p:sp>
        <p:nvSpPr>
          <p:cNvPr id="17" name="TextBox 16">
            <a:extLst>
              <a:ext uri="{FF2B5EF4-FFF2-40B4-BE49-F238E27FC236}">
                <a16:creationId xmlns:a16="http://schemas.microsoft.com/office/drawing/2014/main" id="{F5437D35-F334-45E1-9C63-2CBE30D4F174}"/>
              </a:ext>
            </a:extLst>
          </p:cNvPr>
          <p:cNvSpPr txBox="1"/>
          <p:nvPr/>
        </p:nvSpPr>
        <p:spPr>
          <a:xfrm>
            <a:off x="1528006" y="3404429"/>
            <a:ext cx="9144000" cy="1310478"/>
          </a:xfrm>
          <a:prstGeom prst="rect">
            <a:avLst/>
          </a:prstGeom>
          <a:solidFill>
            <a:srgbClr val="FFF598"/>
          </a:solidFill>
        </p:spPr>
        <p:txBody>
          <a:bodyPr wrap="square" lIns="0" tIns="0" rIns="0" bIns="0" rtlCol="0" anchor="b">
            <a:noAutofit/>
          </a:bodyPr>
          <a:lstStyle/>
          <a:p>
            <a:pPr defTabSz="457200"/>
            <a:r>
              <a:rPr lang="en-US" sz="1400" b="1" dirty="0">
                <a:solidFill>
                  <a:srgbClr val="262F3C"/>
                </a:solidFill>
                <a:latin typeface="Arial"/>
              </a:rPr>
              <a:t>Detailed Planning</a:t>
            </a:r>
          </a:p>
        </p:txBody>
      </p:sp>
      <p:sp>
        <p:nvSpPr>
          <p:cNvPr id="18" name="Rectangle 120">
            <a:extLst>
              <a:ext uri="{FF2B5EF4-FFF2-40B4-BE49-F238E27FC236}">
                <a16:creationId xmlns:a16="http://schemas.microsoft.com/office/drawing/2014/main" id="{039A1B40-0CB3-4CAF-92BC-4E302DB5526E}"/>
              </a:ext>
            </a:extLst>
          </p:cNvPr>
          <p:cNvSpPr>
            <a:spLocks noChangeArrowheads="1"/>
          </p:cNvSpPr>
          <p:nvPr/>
        </p:nvSpPr>
        <p:spPr bwMode="auto">
          <a:xfrm>
            <a:off x="2257481" y="1851974"/>
            <a:ext cx="1828800" cy="442913"/>
          </a:xfrm>
          <a:prstGeom prst="rect">
            <a:avLst/>
          </a:prstGeom>
          <a:solidFill>
            <a:srgbClr val="3366FF"/>
          </a:solidFill>
          <a:ln w="12700">
            <a:solidFill>
              <a:srgbClr val="000000"/>
            </a:solidFill>
            <a:miter lim="800000"/>
            <a:headEnd/>
            <a:tailEnd/>
          </a:ln>
        </p:spPr>
        <p:txBody>
          <a:bodyPr/>
          <a:lstStyle/>
          <a:p>
            <a:pPr algn="ctr" defTabSz="457200">
              <a:lnSpc>
                <a:spcPct val="90000"/>
              </a:lnSpc>
            </a:pPr>
            <a:endParaRPr lang="en-US" sz="1400" dirty="0">
              <a:solidFill>
                <a:srgbClr val="262F3C"/>
              </a:solidFill>
              <a:latin typeface="Helvetica" charset="0"/>
            </a:endParaRPr>
          </a:p>
        </p:txBody>
      </p:sp>
      <p:sp>
        <p:nvSpPr>
          <p:cNvPr id="19" name="Rectangle 121">
            <a:extLst>
              <a:ext uri="{FF2B5EF4-FFF2-40B4-BE49-F238E27FC236}">
                <a16:creationId xmlns:a16="http://schemas.microsoft.com/office/drawing/2014/main" id="{81D5E9C2-A0BE-4355-841A-A2EFFB69694B}"/>
              </a:ext>
            </a:extLst>
          </p:cNvPr>
          <p:cNvSpPr>
            <a:spLocks noChangeArrowheads="1"/>
          </p:cNvSpPr>
          <p:nvPr/>
        </p:nvSpPr>
        <p:spPr bwMode="auto">
          <a:xfrm>
            <a:off x="8368694" y="2640842"/>
            <a:ext cx="1792287" cy="444500"/>
          </a:xfrm>
          <a:prstGeom prst="rect">
            <a:avLst/>
          </a:prstGeom>
          <a:solidFill>
            <a:srgbClr val="3366FF"/>
          </a:solidFill>
          <a:ln w="12700">
            <a:solidFill>
              <a:srgbClr val="000000"/>
            </a:solidFill>
            <a:miter lim="800000"/>
            <a:headEnd/>
            <a:tailEnd/>
          </a:ln>
        </p:spPr>
        <p:txBody>
          <a:bodyPr/>
          <a:lstStyle/>
          <a:p>
            <a:pPr algn="ctr" defTabSz="457200"/>
            <a:endParaRPr lang="en-US" dirty="0">
              <a:solidFill>
                <a:srgbClr val="262F3C"/>
              </a:solidFill>
              <a:latin typeface="Arial"/>
            </a:endParaRPr>
          </a:p>
        </p:txBody>
      </p:sp>
      <p:sp>
        <p:nvSpPr>
          <p:cNvPr id="20" name="Rectangle 122">
            <a:extLst>
              <a:ext uri="{FF2B5EF4-FFF2-40B4-BE49-F238E27FC236}">
                <a16:creationId xmlns:a16="http://schemas.microsoft.com/office/drawing/2014/main" id="{43FFD9D3-585B-4024-AB2A-3B46C130ECE1}"/>
              </a:ext>
            </a:extLst>
          </p:cNvPr>
          <p:cNvSpPr>
            <a:spLocks noChangeArrowheads="1"/>
          </p:cNvSpPr>
          <p:nvPr/>
        </p:nvSpPr>
        <p:spPr bwMode="auto">
          <a:xfrm>
            <a:off x="1645631" y="2491980"/>
            <a:ext cx="1789113" cy="444500"/>
          </a:xfrm>
          <a:prstGeom prst="rect">
            <a:avLst/>
          </a:prstGeom>
          <a:solidFill>
            <a:srgbClr val="3366FF"/>
          </a:solidFill>
          <a:ln w="12700">
            <a:solidFill>
              <a:srgbClr val="000000"/>
            </a:solidFill>
            <a:miter lim="800000"/>
            <a:headEnd/>
            <a:tailEnd/>
          </a:ln>
        </p:spPr>
        <p:txBody>
          <a:bodyPr/>
          <a:lstStyle/>
          <a:p>
            <a:pPr algn="ctr" defTabSz="457200"/>
            <a:endParaRPr lang="en-US" dirty="0">
              <a:solidFill>
                <a:srgbClr val="262F3C"/>
              </a:solidFill>
              <a:latin typeface="Arial"/>
            </a:endParaRPr>
          </a:p>
        </p:txBody>
      </p:sp>
      <p:sp>
        <p:nvSpPr>
          <p:cNvPr id="21" name="Rectangle 123">
            <a:extLst>
              <a:ext uri="{FF2B5EF4-FFF2-40B4-BE49-F238E27FC236}">
                <a16:creationId xmlns:a16="http://schemas.microsoft.com/office/drawing/2014/main" id="{C20885E2-36E1-4054-99F1-36B2D2BA77F8}"/>
              </a:ext>
            </a:extLst>
          </p:cNvPr>
          <p:cNvSpPr>
            <a:spLocks noChangeArrowheads="1"/>
          </p:cNvSpPr>
          <p:nvPr/>
        </p:nvSpPr>
        <p:spPr bwMode="auto">
          <a:xfrm>
            <a:off x="8351230" y="3915604"/>
            <a:ext cx="1792288" cy="444500"/>
          </a:xfrm>
          <a:prstGeom prst="rect">
            <a:avLst/>
          </a:prstGeom>
          <a:solidFill>
            <a:srgbClr val="3366FF"/>
          </a:solidFill>
          <a:ln w="12700">
            <a:solidFill>
              <a:srgbClr val="000000"/>
            </a:solidFill>
            <a:miter lim="800000"/>
            <a:headEnd/>
            <a:tailEnd/>
          </a:ln>
        </p:spPr>
        <p:txBody>
          <a:bodyPr/>
          <a:lstStyle/>
          <a:p>
            <a:pPr algn="ctr" defTabSz="457200"/>
            <a:endParaRPr lang="en-US" dirty="0">
              <a:solidFill>
                <a:srgbClr val="262F3C"/>
              </a:solidFill>
              <a:latin typeface="Arial"/>
            </a:endParaRPr>
          </a:p>
        </p:txBody>
      </p:sp>
      <p:sp>
        <p:nvSpPr>
          <p:cNvPr id="22" name="Rectangle 124">
            <a:extLst>
              <a:ext uri="{FF2B5EF4-FFF2-40B4-BE49-F238E27FC236}">
                <a16:creationId xmlns:a16="http://schemas.microsoft.com/office/drawing/2014/main" id="{596B483C-97B0-4638-BD83-E75E07F0AF0E}"/>
              </a:ext>
            </a:extLst>
          </p:cNvPr>
          <p:cNvSpPr>
            <a:spLocks noChangeArrowheads="1"/>
          </p:cNvSpPr>
          <p:nvPr/>
        </p:nvSpPr>
        <p:spPr bwMode="auto">
          <a:xfrm>
            <a:off x="1645631" y="3766742"/>
            <a:ext cx="1789113" cy="444500"/>
          </a:xfrm>
          <a:prstGeom prst="rect">
            <a:avLst/>
          </a:prstGeom>
          <a:solidFill>
            <a:srgbClr val="3366FF"/>
          </a:solidFill>
          <a:ln w="12700">
            <a:solidFill>
              <a:srgbClr val="000000"/>
            </a:solidFill>
            <a:miter lim="800000"/>
            <a:headEnd/>
            <a:tailEnd/>
          </a:ln>
        </p:spPr>
        <p:txBody>
          <a:bodyPr/>
          <a:lstStyle/>
          <a:p>
            <a:pPr algn="ctr" defTabSz="457200"/>
            <a:endParaRPr lang="en-US" dirty="0">
              <a:solidFill>
                <a:srgbClr val="262F3C"/>
              </a:solidFill>
              <a:latin typeface="Arial"/>
            </a:endParaRPr>
          </a:p>
        </p:txBody>
      </p:sp>
      <p:sp>
        <p:nvSpPr>
          <p:cNvPr id="23" name="Rectangle 125">
            <a:extLst>
              <a:ext uri="{FF2B5EF4-FFF2-40B4-BE49-F238E27FC236}">
                <a16:creationId xmlns:a16="http://schemas.microsoft.com/office/drawing/2014/main" id="{CABA1DA7-0A6E-4E78-89C2-D2D8A3756018}"/>
              </a:ext>
            </a:extLst>
          </p:cNvPr>
          <p:cNvSpPr>
            <a:spLocks noChangeArrowheads="1"/>
          </p:cNvSpPr>
          <p:nvPr/>
        </p:nvSpPr>
        <p:spPr bwMode="auto">
          <a:xfrm>
            <a:off x="1658330" y="3112693"/>
            <a:ext cx="1792288" cy="442913"/>
          </a:xfrm>
          <a:prstGeom prst="rect">
            <a:avLst/>
          </a:prstGeom>
          <a:solidFill>
            <a:srgbClr val="3366FF"/>
          </a:solidFill>
          <a:ln w="12700">
            <a:solidFill>
              <a:srgbClr val="000000"/>
            </a:solidFill>
            <a:miter lim="800000"/>
            <a:headEnd/>
            <a:tailEnd/>
          </a:ln>
        </p:spPr>
        <p:txBody>
          <a:bodyPr/>
          <a:lstStyle/>
          <a:p>
            <a:pPr algn="ctr" defTabSz="457200"/>
            <a:endParaRPr lang="en-US" dirty="0">
              <a:solidFill>
                <a:srgbClr val="262F3C"/>
              </a:solidFill>
              <a:latin typeface="Arial"/>
            </a:endParaRPr>
          </a:p>
        </p:txBody>
      </p:sp>
      <p:sp>
        <p:nvSpPr>
          <p:cNvPr id="24" name="Rectangle 126">
            <a:extLst>
              <a:ext uri="{FF2B5EF4-FFF2-40B4-BE49-F238E27FC236}">
                <a16:creationId xmlns:a16="http://schemas.microsoft.com/office/drawing/2014/main" id="{AD47D396-2B69-4E25-92CB-969B019350EA}"/>
              </a:ext>
            </a:extLst>
          </p:cNvPr>
          <p:cNvSpPr>
            <a:spLocks noChangeArrowheads="1"/>
          </p:cNvSpPr>
          <p:nvPr/>
        </p:nvSpPr>
        <p:spPr bwMode="auto">
          <a:xfrm>
            <a:off x="8363930" y="3261555"/>
            <a:ext cx="1792288" cy="442913"/>
          </a:xfrm>
          <a:prstGeom prst="rect">
            <a:avLst/>
          </a:prstGeom>
          <a:solidFill>
            <a:srgbClr val="3366FF"/>
          </a:solidFill>
          <a:ln w="12700">
            <a:solidFill>
              <a:srgbClr val="000000"/>
            </a:solidFill>
            <a:miter lim="800000"/>
            <a:headEnd/>
            <a:tailEnd/>
          </a:ln>
        </p:spPr>
        <p:txBody>
          <a:bodyPr/>
          <a:lstStyle/>
          <a:p>
            <a:pPr algn="ctr" defTabSz="457200"/>
            <a:endParaRPr lang="en-US" dirty="0">
              <a:solidFill>
                <a:srgbClr val="262F3C"/>
              </a:solidFill>
              <a:latin typeface="Arial"/>
            </a:endParaRPr>
          </a:p>
        </p:txBody>
      </p:sp>
      <p:sp>
        <p:nvSpPr>
          <p:cNvPr id="25" name="Rectangle 127">
            <a:extLst>
              <a:ext uri="{FF2B5EF4-FFF2-40B4-BE49-F238E27FC236}">
                <a16:creationId xmlns:a16="http://schemas.microsoft.com/office/drawing/2014/main" id="{B9612848-879E-4A8D-8E78-F4CC47DBAFEE}"/>
              </a:ext>
            </a:extLst>
          </p:cNvPr>
          <p:cNvSpPr>
            <a:spLocks noChangeArrowheads="1"/>
          </p:cNvSpPr>
          <p:nvPr/>
        </p:nvSpPr>
        <p:spPr bwMode="auto">
          <a:xfrm>
            <a:off x="4941759" y="5448320"/>
            <a:ext cx="1792288" cy="442913"/>
          </a:xfrm>
          <a:prstGeom prst="rect">
            <a:avLst/>
          </a:prstGeom>
          <a:solidFill>
            <a:srgbClr val="3366FF"/>
          </a:solidFill>
          <a:ln w="12700">
            <a:solidFill>
              <a:srgbClr val="000000"/>
            </a:solidFill>
            <a:miter lim="800000"/>
            <a:headEnd/>
            <a:tailEnd/>
          </a:ln>
        </p:spPr>
        <p:txBody>
          <a:bodyPr/>
          <a:lstStyle/>
          <a:p>
            <a:pPr algn="ctr" defTabSz="457200"/>
            <a:endParaRPr lang="en-US" dirty="0">
              <a:solidFill>
                <a:srgbClr val="262F3C"/>
              </a:solidFill>
              <a:latin typeface="Arial"/>
            </a:endParaRPr>
          </a:p>
        </p:txBody>
      </p:sp>
      <p:sp>
        <p:nvSpPr>
          <p:cNvPr id="26" name="Rectangle 128">
            <a:extLst>
              <a:ext uri="{FF2B5EF4-FFF2-40B4-BE49-F238E27FC236}">
                <a16:creationId xmlns:a16="http://schemas.microsoft.com/office/drawing/2014/main" id="{BBA1C6B5-E4F0-4679-8200-39D5374EA0BD}"/>
              </a:ext>
            </a:extLst>
          </p:cNvPr>
          <p:cNvSpPr>
            <a:spLocks noChangeArrowheads="1"/>
          </p:cNvSpPr>
          <p:nvPr/>
        </p:nvSpPr>
        <p:spPr bwMode="auto">
          <a:xfrm>
            <a:off x="4934930" y="4859647"/>
            <a:ext cx="1792288" cy="447675"/>
          </a:xfrm>
          <a:prstGeom prst="rect">
            <a:avLst/>
          </a:prstGeom>
          <a:solidFill>
            <a:srgbClr val="3366FF"/>
          </a:solidFill>
          <a:ln w="12700">
            <a:solidFill>
              <a:srgbClr val="000000"/>
            </a:solidFill>
            <a:miter lim="800000"/>
            <a:headEnd/>
            <a:tailEnd/>
          </a:ln>
        </p:spPr>
        <p:txBody>
          <a:bodyPr/>
          <a:lstStyle/>
          <a:p>
            <a:pPr algn="ctr" defTabSz="457200"/>
            <a:endParaRPr lang="en-US" dirty="0">
              <a:solidFill>
                <a:srgbClr val="262F3C"/>
              </a:solidFill>
              <a:latin typeface="Arial"/>
            </a:endParaRPr>
          </a:p>
        </p:txBody>
      </p:sp>
      <p:sp>
        <p:nvSpPr>
          <p:cNvPr id="27" name="Rectangle 129">
            <a:extLst>
              <a:ext uri="{FF2B5EF4-FFF2-40B4-BE49-F238E27FC236}">
                <a16:creationId xmlns:a16="http://schemas.microsoft.com/office/drawing/2014/main" id="{CC8D67F8-20C0-41D0-942D-2219837ACDA3}"/>
              </a:ext>
            </a:extLst>
          </p:cNvPr>
          <p:cNvSpPr>
            <a:spLocks noChangeArrowheads="1"/>
          </p:cNvSpPr>
          <p:nvPr/>
        </p:nvSpPr>
        <p:spPr bwMode="auto">
          <a:xfrm>
            <a:off x="4934930" y="4271995"/>
            <a:ext cx="1792288" cy="442912"/>
          </a:xfrm>
          <a:prstGeom prst="rect">
            <a:avLst/>
          </a:prstGeom>
          <a:solidFill>
            <a:srgbClr val="3366FF"/>
          </a:solidFill>
          <a:ln w="12700">
            <a:solidFill>
              <a:srgbClr val="000000"/>
            </a:solidFill>
            <a:miter lim="800000"/>
            <a:headEnd/>
            <a:tailEnd/>
          </a:ln>
        </p:spPr>
        <p:txBody>
          <a:bodyPr/>
          <a:lstStyle/>
          <a:p>
            <a:pPr algn="ctr" defTabSz="457200"/>
            <a:endParaRPr lang="en-US" dirty="0">
              <a:solidFill>
                <a:srgbClr val="262F3C"/>
              </a:solidFill>
              <a:latin typeface="Arial"/>
            </a:endParaRPr>
          </a:p>
        </p:txBody>
      </p:sp>
      <p:sp>
        <p:nvSpPr>
          <p:cNvPr id="28" name="Rectangle 130">
            <a:extLst>
              <a:ext uri="{FF2B5EF4-FFF2-40B4-BE49-F238E27FC236}">
                <a16:creationId xmlns:a16="http://schemas.microsoft.com/office/drawing/2014/main" id="{63E2E8FF-5ADD-4368-B11E-84F0BD0C1C57}"/>
              </a:ext>
            </a:extLst>
          </p:cNvPr>
          <p:cNvSpPr>
            <a:spLocks noChangeArrowheads="1"/>
          </p:cNvSpPr>
          <p:nvPr/>
        </p:nvSpPr>
        <p:spPr bwMode="auto">
          <a:xfrm>
            <a:off x="4946044" y="3682159"/>
            <a:ext cx="1792287" cy="446087"/>
          </a:xfrm>
          <a:prstGeom prst="rect">
            <a:avLst/>
          </a:prstGeom>
          <a:solidFill>
            <a:srgbClr val="3366FF"/>
          </a:solidFill>
          <a:ln w="12700">
            <a:solidFill>
              <a:srgbClr val="000000"/>
            </a:solidFill>
            <a:miter lim="800000"/>
            <a:headEnd/>
            <a:tailEnd/>
          </a:ln>
        </p:spPr>
        <p:txBody>
          <a:bodyPr/>
          <a:lstStyle/>
          <a:p>
            <a:pPr algn="ctr" defTabSz="457200">
              <a:lnSpc>
                <a:spcPct val="90000"/>
              </a:lnSpc>
            </a:pPr>
            <a:endParaRPr lang="en-US" sz="1400" dirty="0">
              <a:solidFill>
                <a:srgbClr val="262F3C"/>
              </a:solidFill>
              <a:latin typeface="Helvetica" charset="0"/>
            </a:endParaRPr>
          </a:p>
        </p:txBody>
      </p:sp>
      <p:sp>
        <p:nvSpPr>
          <p:cNvPr id="29" name="Rectangle 131">
            <a:extLst>
              <a:ext uri="{FF2B5EF4-FFF2-40B4-BE49-F238E27FC236}">
                <a16:creationId xmlns:a16="http://schemas.microsoft.com/office/drawing/2014/main" id="{FD46D586-0A66-4264-8B9E-5172D2CEF415}"/>
              </a:ext>
            </a:extLst>
          </p:cNvPr>
          <p:cNvSpPr>
            <a:spLocks noChangeArrowheads="1"/>
          </p:cNvSpPr>
          <p:nvPr/>
        </p:nvSpPr>
        <p:spPr bwMode="auto">
          <a:xfrm>
            <a:off x="6181118" y="3123805"/>
            <a:ext cx="1789112" cy="444500"/>
          </a:xfrm>
          <a:prstGeom prst="rect">
            <a:avLst/>
          </a:prstGeom>
          <a:solidFill>
            <a:srgbClr val="3366FF"/>
          </a:solidFill>
          <a:ln w="12700">
            <a:solidFill>
              <a:srgbClr val="000000"/>
            </a:solidFill>
            <a:miter lim="800000"/>
            <a:headEnd/>
            <a:tailEnd/>
          </a:ln>
        </p:spPr>
        <p:txBody>
          <a:bodyPr/>
          <a:lstStyle/>
          <a:p>
            <a:pPr algn="ctr" defTabSz="457200"/>
            <a:endParaRPr lang="en-US" dirty="0">
              <a:solidFill>
                <a:srgbClr val="262F3C"/>
              </a:solidFill>
              <a:latin typeface="Arial"/>
            </a:endParaRPr>
          </a:p>
        </p:txBody>
      </p:sp>
      <p:sp>
        <p:nvSpPr>
          <p:cNvPr id="30" name="Rectangle 132">
            <a:extLst>
              <a:ext uri="{FF2B5EF4-FFF2-40B4-BE49-F238E27FC236}">
                <a16:creationId xmlns:a16="http://schemas.microsoft.com/office/drawing/2014/main" id="{251F3E3D-307E-49E6-973D-6D0DF02295CA}"/>
              </a:ext>
            </a:extLst>
          </p:cNvPr>
          <p:cNvSpPr>
            <a:spLocks noChangeArrowheads="1"/>
          </p:cNvSpPr>
          <p:nvPr/>
        </p:nvSpPr>
        <p:spPr bwMode="auto">
          <a:xfrm>
            <a:off x="3803044" y="3123805"/>
            <a:ext cx="1792287" cy="444500"/>
          </a:xfrm>
          <a:prstGeom prst="rect">
            <a:avLst/>
          </a:prstGeom>
          <a:solidFill>
            <a:schemeClr val="accent6">
              <a:lumMod val="75000"/>
            </a:schemeClr>
          </a:solidFill>
          <a:ln w="12700">
            <a:solidFill>
              <a:srgbClr val="000000"/>
            </a:solidFill>
            <a:miter lim="800000"/>
            <a:headEnd/>
            <a:tailEnd/>
          </a:ln>
        </p:spPr>
        <p:txBody>
          <a:bodyPr/>
          <a:lstStyle/>
          <a:p>
            <a:pPr algn="ctr" defTabSz="457200"/>
            <a:endParaRPr lang="en-US" dirty="0">
              <a:solidFill>
                <a:srgbClr val="262F3C"/>
              </a:solidFill>
              <a:latin typeface="Arial"/>
            </a:endParaRPr>
          </a:p>
        </p:txBody>
      </p:sp>
      <p:sp>
        <p:nvSpPr>
          <p:cNvPr id="31" name="Rectangle 133">
            <a:extLst>
              <a:ext uri="{FF2B5EF4-FFF2-40B4-BE49-F238E27FC236}">
                <a16:creationId xmlns:a16="http://schemas.microsoft.com/office/drawing/2014/main" id="{8AE0512A-D2E1-467C-B855-55405175FA3D}"/>
              </a:ext>
            </a:extLst>
          </p:cNvPr>
          <p:cNvSpPr>
            <a:spLocks noChangeArrowheads="1"/>
          </p:cNvSpPr>
          <p:nvPr/>
        </p:nvSpPr>
        <p:spPr bwMode="auto">
          <a:xfrm>
            <a:off x="4934930" y="2455468"/>
            <a:ext cx="1792288" cy="447675"/>
          </a:xfrm>
          <a:prstGeom prst="rect">
            <a:avLst/>
          </a:prstGeom>
          <a:solidFill>
            <a:srgbClr val="3366FF"/>
          </a:solidFill>
          <a:ln w="12700">
            <a:solidFill>
              <a:srgbClr val="000000"/>
            </a:solidFill>
            <a:miter lim="800000"/>
            <a:headEnd/>
            <a:tailEnd/>
          </a:ln>
        </p:spPr>
        <p:txBody>
          <a:bodyPr/>
          <a:lstStyle/>
          <a:p>
            <a:pPr algn="ctr" defTabSz="457200">
              <a:lnSpc>
                <a:spcPct val="90000"/>
              </a:lnSpc>
            </a:pPr>
            <a:r>
              <a:rPr lang="en-US" sz="1400" dirty="0">
                <a:solidFill>
                  <a:srgbClr val="FFFFFF"/>
                </a:solidFill>
                <a:latin typeface="Helvetica" charset="0"/>
              </a:rPr>
              <a:t>Sales &amp; Operations planning</a:t>
            </a:r>
          </a:p>
        </p:txBody>
      </p:sp>
      <p:sp>
        <p:nvSpPr>
          <p:cNvPr id="32" name="Rectangle 134">
            <a:extLst>
              <a:ext uri="{FF2B5EF4-FFF2-40B4-BE49-F238E27FC236}">
                <a16:creationId xmlns:a16="http://schemas.microsoft.com/office/drawing/2014/main" id="{889069FD-0517-4713-8EEB-849796E4904B}"/>
              </a:ext>
            </a:extLst>
          </p:cNvPr>
          <p:cNvSpPr>
            <a:spLocks noChangeArrowheads="1"/>
          </p:cNvSpPr>
          <p:nvPr/>
        </p:nvSpPr>
        <p:spPr bwMode="auto">
          <a:xfrm>
            <a:off x="4920657" y="1851974"/>
            <a:ext cx="1792287" cy="442913"/>
          </a:xfrm>
          <a:prstGeom prst="rect">
            <a:avLst/>
          </a:prstGeom>
          <a:solidFill>
            <a:srgbClr val="3366FF"/>
          </a:solidFill>
          <a:ln w="12700">
            <a:solidFill>
              <a:srgbClr val="000000"/>
            </a:solidFill>
            <a:miter lim="800000"/>
            <a:headEnd/>
            <a:tailEnd/>
          </a:ln>
        </p:spPr>
        <p:txBody>
          <a:bodyPr/>
          <a:lstStyle/>
          <a:p>
            <a:pPr algn="ctr" defTabSz="457200">
              <a:lnSpc>
                <a:spcPct val="90000"/>
              </a:lnSpc>
            </a:pPr>
            <a:endParaRPr lang="en-US" dirty="0">
              <a:solidFill>
                <a:srgbClr val="262F3C"/>
              </a:solidFill>
              <a:latin typeface="Helvetica" charset="0"/>
            </a:endParaRPr>
          </a:p>
        </p:txBody>
      </p:sp>
      <p:sp>
        <p:nvSpPr>
          <p:cNvPr id="33" name="Rectangle 135">
            <a:extLst>
              <a:ext uri="{FF2B5EF4-FFF2-40B4-BE49-F238E27FC236}">
                <a16:creationId xmlns:a16="http://schemas.microsoft.com/office/drawing/2014/main" id="{023AD7F6-4B95-47A3-87C4-8C8487A4A8E4}"/>
              </a:ext>
            </a:extLst>
          </p:cNvPr>
          <p:cNvSpPr>
            <a:spLocks noChangeArrowheads="1"/>
          </p:cNvSpPr>
          <p:nvPr/>
        </p:nvSpPr>
        <p:spPr bwMode="auto">
          <a:xfrm>
            <a:off x="7296748" y="1844774"/>
            <a:ext cx="1792287" cy="446088"/>
          </a:xfrm>
          <a:prstGeom prst="rect">
            <a:avLst/>
          </a:prstGeom>
          <a:solidFill>
            <a:srgbClr val="3366FF"/>
          </a:solidFill>
          <a:ln w="12700">
            <a:solidFill>
              <a:srgbClr val="000000"/>
            </a:solidFill>
            <a:miter lim="800000"/>
            <a:headEnd/>
            <a:tailEnd/>
          </a:ln>
        </p:spPr>
        <p:txBody>
          <a:bodyPr/>
          <a:lstStyle/>
          <a:p>
            <a:pPr algn="ctr" defTabSz="457200">
              <a:lnSpc>
                <a:spcPct val="90000"/>
              </a:lnSpc>
            </a:pPr>
            <a:endParaRPr lang="en-US" sz="1400" dirty="0">
              <a:solidFill>
                <a:srgbClr val="262F3C"/>
              </a:solidFill>
              <a:latin typeface="Helvetica" charset="0"/>
            </a:endParaRPr>
          </a:p>
        </p:txBody>
      </p:sp>
      <p:sp>
        <p:nvSpPr>
          <p:cNvPr id="34" name="Oval 136">
            <a:extLst>
              <a:ext uri="{FF2B5EF4-FFF2-40B4-BE49-F238E27FC236}">
                <a16:creationId xmlns:a16="http://schemas.microsoft.com/office/drawing/2014/main" id="{09A109C4-69D2-467E-9CB3-E92563D5928B}"/>
              </a:ext>
            </a:extLst>
          </p:cNvPr>
          <p:cNvSpPr>
            <a:spLocks noChangeArrowheads="1"/>
          </p:cNvSpPr>
          <p:nvPr/>
        </p:nvSpPr>
        <p:spPr bwMode="auto">
          <a:xfrm>
            <a:off x="7036255" y="4721220"/>
            <a:ext cx="706063" cy="668337"/>
          </a:xfrm>
          <a:prstGeom prst="ellipse">
            <a:avLst/>
          </a:prstGeom>
          <a:solidFill>
            <a:srgbClr val="3366FF"/>
          </a:solidFill>
          <a:ln w="12700">
            <a:solidFill>
              <a:srgbClr val="000000"/>
            </a:solidFill>
            <a:round/>
            <a:headEnd/>
            <a:tailEnd/>
          </a:ln>
        </p:spPr>
        <p:txBody>
          <a:bodyPr/>
          <a:lstStyle/>
          <a:p>
            <a:pPr algn="ctr" defTabSz="457200"/>
            <a:endParaRPr lang="en-US" dirty="0">
              <a:solidFill>
                <a:srgbClr val="262F3C"/>
              </a:solidFill>
              <a:latin typeface="Arial"/>
            </a:endParaRPr>
          </a:p>
        </p:txBody>
      </p:sp>
      <p:sp>
        <p:nvSpPr>
          <p:cNvPr id="35" name="Oval 137">
            <a:extLst>
              <a:ext uri="{FF2B5EF4-FFF2-40B4-BE49-F238E27FC236}">
                <a16:creationId xmlns:a16="http://schemas.microsoft.com/office/drawing/2014/main" id="{67003A51-3D71-4E7F-B2AD-FA0065C8A635}"/>
              </a:ext>
            </a:extLst>
          </p:cNvPr>
          <p:cNvSpPr>
            <a:spLocks noChangeArrowheads="1"/>
          </p:cNvSpPr>
          <p:nvPr/>
        </p:nvSpPr>
        <p:spPr bwMode="auto">
          <a:xfrm>
            <a:off x="3803043" y="3993505"/>
            <a:ext cx="704598" cy="662788"/>
          </a:xfrm>
          <a:prstGeom prst="ellipse">
            <a:avLst/>
          </a:prstGeom>
          <a:solidFill>
            <a:srgbClr val="3366FF"/>
          </a:solidFill>
          <a:ln w="12700">
            <a:solidFill>
              <a:srgbClr val="000000"/>
            </a:solidFill>
            <a:round/>
            <a:headEnd/>
            <a:tailEnd/>
          </a:ln>
        </p:spPr>
        <p:txBody>
          <a:bodyPr/>
          <a:lstStyle/>
          <a:p>
            <a:pPr algn="ctr" defTabSz="457200"/>
            <a:endParaRPr lang="en-US" dirty="0">
              <a:solidFill>
                <a:srgbClr val="262F3C"/>
              </a:solidFill>
              <a:latin typeface="Arial"/>
            </a:endParaRPr>
          </a:p>
        </p:txBody>
      </p:sp>
      <p:sp>
        <p:nvSpPr>
          <p:cNvPr id="36" name="Oval 138">
            <a:extLst>
              <a:ext uri="{FF2B5EF4-FFF2-40B4-BE49-F238E27FC236}">
                <a16:creationId xmlns:a16="http://schemas.microsoft.com/office/drawing/2014/main" id="{E7A5FEEF-88D0-4A17-BB08-C08AB4746ED6}"/>
              </a:ext>
            </a:extLst>
          </p:cNvPr>
          <p:cNvSpPr>
            <a:spLocks noChangeArrowheads="1"/>
          </p:cNvSpPr>
          <p:nvPr/>
        </p:nvSpPr>
        <p:spPr bwMode="auto">
          <a:xfrm>
            <a:off x="3823792" y="4730874"/>
            <a:ext cx="683848" cy="636431"/>
          </a:xfrm>
          <a:prstGeom prst="ellipse">
            <a:avLst/>
          </a:prstGeom>
          <a:solidFill>
            <a:srgbClr val="3366FF"/>
          </a:solidFill>
          <a:ln w="12700">
            <a:solidFill>
              <a:srgbClr val="000000"/>
            </a:solidFill>
            <a:round/>
            <a:headEnd/>
            <a:tailEnd/>
          </a:ln>
        </p:spPr>
        <p:txBody>
          <a:bodyPr/>
          <a:lstStyle/>
          <a:p>
            <a:pPr algn="ctr" defTabSz="457200"/>
            <a:endParaRPr lang="en-US" dirty="0">
              <a:solidFill>
                <a:srgbClr val="262F3C"/>
              </a:solidFill>
              <a:latin typeface="Arial"/>
            </a:endParaRPr>
          </a:p>
        </p:txBody>
      </p:sp>
      <p:sp>
        <p:nvSpPr>
          <p:cNvPr id="37" name="Oval 139">
            <a:extLst>
              <a:ext uri="{FF2B5EF4-FFF2-40B4-BE49-F238E27FC236}">
                <a16:creationId xmlns:a16="http://schemas.microsoft.com/office/drawing/2014/main" id="{21E0587E-C5BA-4DD8-A476-BDE57870E705}"/>
              </a:ext>
            </a:extLst>
          </p:cNvPr>
          <p:cNvSpPr>
            <a:spLocks noChangeArrowheads="1"/>
          </p:cNvSpPr>
          <p:nvPr/>
        </p:nvSpPr>
        <p:spPr bwMode="auto">
          <a:xfrm>
            <a:off x="6994310" y="3916468"/>
            <a:ext cx="683139" cy="621891"/>
          </a:xfrm>
          <a:prstGeom prst="ellipse">
            <a:avLst/>
          </a:prstGeom>
          <a:solidFill>
            <a:srgbClr val="3366FF"/>
          </a:solidFill>
          <a:ln w="12700">
            <a:solidFill>
              <a:srgbClr val="000000"/>
            </a:solidFill>
            <a:round/>
            <a:headEnd/>
            <a:tailEnd/>
          </a:ln>
        </p:spPr>
        <p:txBody>
          <a:bodyPr/>
          <a:lstStyle/>
          <a:p>
            <a:pPr algn="ctr" defTabSz="457200"/>
            <a:endParaRPr lang="en-US" dirty="0">
              <a:solidFill>
                <a:srgbClr val="262F3C"/>
              </a:solidFill>
              <a:latin typeface="Arial"/>
            </a:endParaRPr>
          </a:p>
        </p:txBody>
      </p:sp>
      <p:sp>
        <p:nvSpPr>
          <p:cNvPr id="38" name="Text Box 215">
            <a:extLst>
              <a:ext uri="{FF2B5EF4-FFF2-40B4-BE49-F238E27FC236}">
                <a16:creationId xmlns:a16="http://schemas.microsoft.com/office/drawing/2014/main" id="{A9CE988D-5896-4AB1-ADCA-53A36CB9A46C}"/>
              </a:ext>
            </a:extLst>
          </p:cNvPr>
          <p:cNvSpPr txBox="1">
            <a:spLocks noChangeArrowheads="1"/>
          </p:cNvSpPr>
          <p:nvPr/>
        </p:nvSpPr>
        <p:spPr bwMode="auto">
          <a:xfrm>
            <a:off x="2487779" y="1929761"/>
            <a:ext cx="137795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lgn="ctr">
              <a:defRPr sz="2400" u="sng">
                <a:solidFill>
                  <a:srgbClr val="0D408B"/>
                </a:solidFill>
                <a:latin typeface="Tahoma" charset="0"/>
                <a:ea typeface="ＭＳ Ｐゴシック" charset="0"/>
              </a:defRPr>
            </a:lvl1pPr>
            <a:lvl2pPr marL="742950" indent="-285750" algn="ctr">
              <a:defRPr sz="2400" u="sng">
                <a:solidFill>
                  <a:srgbClr val="0D408B"/>
                </a:solidFill>
                <a:latin typeface="Tahoma" charset="0"/>
                <a:ea typeface="ＭＳ Ｐゴシック" charset="0"/>
              </a:defRPr>
            </a:lvl2pPr>
            <a:lvl3pPr marL="1143000" indent="-228600" algn="ctr">
              <a:defRPr sz="2400" u="sng">
                <a:solidFill>
                  <a:srgbClr val="0D408B"/>
                </a:solidFill>
                <a:latin typeface="Tahoma" charset="0"/>
                <a:ea typeface="ＭＳ Ｐゴシック" charset="0"/>
              </a:defRPr>
            </a:lvl3pPr>
            <a:lvl4pPr marL="1600200" indent="-228600" algn="ctr">
              <a:defRPr sz="2400" u="sng">
                <a:solidFill>
                  <a:srgbClr val="0D408B"/>
                </a:solidFill>
                <a:latin typeface="Tahoma" charset="0"/>
                <a:ea typeface="ＭＳ Ｐゴシック" charset="0"/>
              </a:defRPr>
            </a:lvl4pPr>
            <a:lvl5pPr marL="2057400" indent="-228600" algn="ctr">
              <a:defRPr sz="2400" u="sng">
                <a:solidFill>
                  <a:srgbClr val="0D408B"/>
                </a:solidFill>
                <a:latin typeface="Tahoma" charset="0"/>
                <a:ea typeface="ＭＳ Ｐゴシック" charset="0"/>
              </a:defRPr>
            </a:lvl5pPr>
            <a:lvl6pPr marL="2514600" indent="-228600" algn="ctr" eaLnBrk="0" fontAlgn="base" hangingPunct="0">
              <a:spcBef>
                <a:spcPct val="0"/>
              </a:spcBef>
              <a:spcAft>
                <a:spcPct val="0"/>
              </a:spcAft>
              <a:defRPr sz="2400" u="sng">
                <a:solidFill>
                  <a:srgbClr val="0D408B"/>
                </a:solidFill>
                <a:latin typeface="Tahoma" charset="0"/>
                <a:ea typeface="ＭＳ Ｐゴシック" charset="0"/>
              </a:defRPr>
            </a:lvl6pPr>
            <a:lvl7pPr marL="2971800" indent="-228600" algn="ctr" eaLnBrk="0" fontAlgn="base" hangingPunct="0">
              <a:spcBef>
                <a:spcPct val="0"/>
              </a:spcBef>
              <a:spcAft>
                <a:spcPct val="0"/>
              </a:spcAft>
              <a:defRPr sz="2400" u="sng">
                <a:solidFill>
                  <a:srgbClr val="0D408B"/>
                </a:solidFill>
                <a:latin typeface="Tahoma" charset="0"/>
                <a:ea typeface="ＭＳ Ｐゴシック" charset="0"/>
              </a:defRPr>
            </a:lvl7pPr>
            <a:lvl8pPr marL="3429000" indent="-228600" algn="ctr" eaLnBrk="0" fontAlgn="base" hangingPunct="0">
              <a:spcBef>
                <a:spcPct val="0"/>
              </a:spcBef>
              <a:spcAft>
                <a:spcPct val="0"/>
              </a:spcAft>
              <a:defRPr sz="2400" u="sng">
                <a:solidFill>
                  <a:srgbClr val="0D408B"/>
                </a:solidFill>
                <a:latin typeface="Tahoma" charset="0"/>
                <a:ea typeface="ＭＳ Ｐゴシック" charset="0"/>
              </a:defRPr>
            </a:lvl8pPr>
            <a:lvl9pPr marL="3886200" indent="-228600" algn="ctr" eaLnBrk="0" fontAlgn="base" hangingPunct="0">
              <a:spcBef>
                <a:spcPct val="0"/>
              </a:spcBef>
              <a:spcAft>
                <a:spcPct val="0"/>
              </a:spcAft>
              <a:defRPr sz="2400" u="sng">
                <a:solidFill>
                  <a:srgbClr val="0D408B"/>
                </a:solidFill>
                <a:latin typeface="Tahoma" charset="0"/>
                <a:ea typeface="ＭＳ Ｐゴシック" charset="0"/>
              </a:defRPr>
            </a:lvl9pPr>
          </a:lstStyle>
          <a:p>
            <a:pPr defTabSz="457200">
              <a:lnSpc>
                <a:spcPct val="90000"/>
              </a:lnSpc>
            </a:pPr>
            <a:r>
              <a:rPr lang="en-US" sz="1400" u="none" dirty="0">
                <a:solidFill>
                  <a:srgbClr val="FFFFFF"/>
                </a:solidFill>
                <a:latin typeface="Helvetica" charset="0"/>
              </a:rPr>
              <a:t>Strategic Plans</a:t>
            </a:r>
          </a:p>
        </p:txBody>
      </p:sp>
      <p:sp>
        <p:nvSpPr>
          <p:cNvPr id="39" name="Text Box 216">
            <a:extLst>
              <a:ext uri="{FF2B5EF4-FFF2-40B4-BE49-F238E27FC236}">
                <a16:creationId xmlns:a16="http://schemas.microsoft.com/office/drawing/2014/main" id="{1C2A48CB-F6FB-4F1F-B335-C83C030F3983}"/>
              </a:ext>
            </a:extLst>
          </p:cNvPr>
          <p:cNvSpPr txBox="1">
            <a:spLocks noChangeArrowheads="1"/>
          </p:cNvSpPr>
          <p:nvPr/>
        </p:nvSpPr>
        <p:spPr bwMode="auto">
          <a:xfrm>
            <a:off x="4962562" y="1931348"/>
            <a:ext cx="164465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lgn="ctr">
              <a:defRPr sz="2400" u="sng">
                <a:solidFill>
                  <a:srgbClr val="0D408B"/>
                </a:solidFill>
                <a:latin typeface="Tahoma" charset="0"/>
                <a:ea typeface="ＭＳ Ｐゴシック" charset="0"/>
              </a:defRPr>
            </a:lvl1pPr>
            <a:lvl2pPr marL="742950" indent="-285750" algn="ctr">
              <a:defRPr sz="2400" u="sng">
                <a:solidFill>
                  <a:srgbClr val="0D408B"/>
                </a:solidFill>
                <a:latin typeface="Tahoma" charset="0"/>
                <a:ea typeface="ＭＳ Ｐゴシック" charset="0"/>
              </a:defRPr>
            </a:lvl2pPr>
            <a:lvl3pPr marL="1143000" indent="-228600" algn="ctr">
              <a:defRPr sz="2400" u="sng">
                <a:solidFill>
                  <a:srgbClr val="0D408B"/>
                </a:solidFill>
                <a:latin typeface="Tahoma" charset="0"/>
                <a:ea typeface="ＭＳ Ｐゴシック" charset="0"/>
              </a:defRPr>
            </a:lvl3pPr>
            <a:lvl4pPr marL="1600200" indent="-228600" algn="ctr">
              <a:defRPr sz="2400" u="sng">
                <a:solidFill>
                  <a:srgbClr val="0D408B"/>
                </a:solidFill>
                <a:latin typeface="Tahoma" charset="0"/>
                <a:ea typeface="ＭＳ Ｐゴシック" charset="0"/>
              </a:defRPr>
            </a:lvl4pPr>
            <a:lvl5pPr marL="2057400" indent="-228600" algn="ctr">
              <a:defRPr sz="2400" u="sng">
                <a:solidFill>
                  <a:srgbClr val="0D408B"/>
                </a:solidFill>
                <a:latin typeface="Tahoma" charset="0"/>
                <a:ea typeface="ＭＳ Ｐゴシック" charset="0"/>
              </a:defRPr>
            </a:lvl5pPr>
            <a:lvl6pPr marL="2514600" indent="-228600" algn="ctr" eaLnBrk="0" fontAlgn="base" hangingPunct="0">
              <a:spcBef>
                <a:spcPct val="0"/>
              </a:spcBef>
              <a:spcAft>
                <a:spcPct val="0"/>
              </a:spcAft>
              <a:defRPr sz="2400" u="sng">
                <a:solidFill>
                  <a:srgbClr val="0D408B"/>
                </a:solidFill>
                <a:latin typeface="Tahoma" charset="0"/>
                <a:ea typeface="ＭＳ Ｐゴシック" charset="0"/>
              </a:defRPr>
            </a:lvl6pPr>
            <a:lvl7pPr marL="2971800" indent="-228600" algn="ctr" eaLnBrk="0" fontAlgn="base" hangingPunct="0">
              <a:spcBef>
                <a:spcPct val="0"/>
              </a:spcBef>
              <a:spcAft>
                <a:spcPct val="0"/>
              </a:spcAft>
              <a:defRPr sz="2400" u="sng">
                <a:solidFill>
                  <a:srgbClr val="0D408B"/>
                </a:solidFill>
                <a:latin typeface="Tahoma" charset="0"/>
                <a:ea typeface="ＭＳ Ｐゴシック" charset="0"/>
              </a:defRPr>
            </a:lvl7pPr>
            <a:lvl8pPr marL="3429000" indent="-228600" algn="ctr" eaLnBrk="0" fontAlgn="base" hangingPunct="0">
              <a:spcBef>
                <a:spcPct val="0"/>
              </a:spcBef>
              <a:spcAft>
                <a:spcPct val="0"/>
              </a:spcAft>
              <a:defRPr sz="2400" u="sng">
                <a:solidFill>
                  <a:srgbClr val="0D408B"/>
                </a:solidFill>
                <a:latin typeface="Tahoma" charset="0"/>
                <a:ea typeface="ＭＳ Ｐゴシック" charset="0"/>
              </a:defRPr>
            </a:lvl8pPr>
            <a:lvl9pPr marL="3886200" indent="-228600" algn="ctr" eaLnBrk="0" fontAlgn="base" hangingPunct="0">
              <a:spcBef>
                <a:spcPct val="0"/>
              </a:spcBef>
              <a:spcAft>
                <a:spcPct val="0"/>
              </a:spcAft>
              <a:defRPr sz="2400" u="sng">
                <a:solidFill>
                  <a:srgbClr val="0D408B"/>
                </a:solidFill>
                <a:latin typeface="Tahoma" charset="0"/>
                <a:ea typeface="ＭＳ Ｐゴシック" charset="0"/>
              </a:defRPr>
            </a:lvl9pPr>
          </a:lstStyle>
          <a:p>
            <a:pPr algn="l" defTabSz="457200">
              <a:lnSpc>
                <a:spcPct val="90000"/>
              </a:lnSpc>
            </a:pPr>
            <a:r>
              <a:rPr lang="en-US" sz="1400" u="none" dirty="0">
                <a:solidFill>
                  <a:srgbClr val="FFFFFF"/>
                </a:solidFill>
                <a:latin typeface="Helvetica" charset="0"/>
              </a:rPr>
              <a:t>Business Planning</a:t>
            </a:r>
          </a:p>
        </p:txBody>
      </p:sp>
      <p:sp>
        <p:nvSpPr>
          <p:cNvPr id="40" name="Text Box 218">
            <a:extLst>
              <a:ext uri="{FF2B5EF4-FFF2-40B4-BE49-F238E27FC236}">
                <a16:creationId xmlns:a16="http://schemas.microsoft.com/office/drawing/2014/main" id="{6F4052D4-B580-4A4A-BE00-4A913DF5C9FA}"/>
              </a:ext>
            </a:extLst>
          </p:cNvPr>
          <p:cNvSpPr txBox="1">
            <a:spLocks noChangeArrowheads="1"/>
          </p:cNvSpPr>
          <p:nvPr/>
        </p:nvSpPr>
        <p:spPr bwMode="auto">
          <a:xfrm>
            <a:off x="5022244" y="3793283"/>
            <a:ext cx="1652587"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lgn="ctr">
              <a:defRPr sz="2400" u="sng">
                <a:solidFill>
                  <a:srgbClr val="0D408B"/>
                </a:solidFill>
                <a:latin typeface="Tahoma" charset="0"/>
                <a:ea typeface="ＭＳ Ｐゴシック" charset="0"/>
              </a:defRPr>
            </a:lvl1pPr>
            <a:lvl2pPr marL="742950" indent="-285750" algn="ctr">
              <a:defRPr sz="2400" u="sng">
                <a:solidFill>
                  <a:srgbClr val="0D408B"/>
                </a:solidFill>
                <a:latin typeface="Tahoma" charset="0"/>
                <a:ea typeface="ＭＳ Ｐゴシック" charset="0"/>
              </a:defRPr>
            </a:lvl2pPr>
            <a:lvl3pPr marL="1143000" indent="-228600" algn="ctr">
              <a:defRPr sz="2400" u="sng">
                <a:solidFill>
                  <a:srgbClr val="0D408B"/>
                </a:solidFill>
                <a:latin typeface="Tahoma" charset="0"/>
                <a:ea typeface="ＭＳ Ｐゴシック" charset="0"/>
              </a:defRPr>
            </a:lvl3pPr>
            <a:lvl4pPr marL="1600200" indent="-228600" algn="ctr">
              <a:defRPr sz="2400" u="sng">
                <a:solidFill>
                  <a:srgbClr val="0D408B"/>
                </a:solidFill>
                <a:latin typeface="Tahoma" charset="0"/>
                <a:ea typeface="ＭＳ Ｐゴシック" charset="0"/>
              </a:defRPr>
            </a:lvl4pPr>
            <a:lvl5pPr marL="2057400" indent="-228600" algn="ctr">
              <a:defRPr sz="2400" u="sng">
                <a:solidFill>
                  <a:srgbClr val="0D408B"/>
                </a:solidFill>
                <a:latin typeface="Tahoma" charset="0"/>
                <a:ea typeface="ＭＳ Ｐゴシック" charset="0"/>
              </a:defRPr>
            </a:lvl5pPr>
            <a:lvl6pPr marL="2514600" indent="-228600" algn="ctr" eaLnBrk="0" fontAlgn="base" hangingPunct="0">
              <a:spcBef>
                <a:spcPct val="0"/>
              </a:spcBef>
              <a:spcAft>
                <a:spcPct val="0"/>
              </a:spcAft>
              <a:defRPr sz="2400" u="sng">
                <a:solidFill>
                  <a:srgbClr val="0D408B"/>
                </a:solidFill>
                <a:latin typeface="Tahoma" charset="0"/>
                <a:ea typeface="ＭＳ Ｐゴシック" charset="0"/>
              </a:defRPr>
            </a:lvl6pPr>
            <a:lvl7pPr marL="2971800" indent="-228600" algn="ctr" eaLnBrk="0" fontAlgn="base" hangingPunct="0">
              <a:spcBef>
                <a:spcPct val="0"/>
              </a:spcBef>
              <a:spcAft>
                <a:spcPct val="0"/>
              </a:spcAft>
              <a:defRPr sz="2400" u="sng">
                <a:solidFill>
                  <a:srgbClr val="0D408B"/>
                </a:solidFill>
                <a:latin typeface="Tahoma" charset="0"/>
                <a:ea typeface="ＭＳ Ｐゴシック" charset="0"/>
              </a:defRPr>
            </a:lvl7pPr>
            <a:lvl8pPr marL="3429000" indent="-228600" algn="ctr" eaLnBrk="0" fontAlgn="base" hangingPunct="0">
              <a:spcBef>
                <a:spcPct val="0"/>
              </a:spcBef>
              <a:spcAft>
                <a:spcPct val="0"/>
              </a:spcAft>
              <a:defRPr sz="2400" u="sng">
                <a:solidFill>
                  <a:srgbClr val="0D408B"/>
                </a:solidFill>
                <a:latin typeface="Tahoma" charset="0"/>
                <a:ea typeface="ＭＳ Ｐゴシック" charset="0"/>
              </a:defRPr>
            </a:lvl8pPr>
            <a:lvl9pPr marL="3886200" indent="-228600" algn="ctr" eaLnBrk="0" fontAlgn="base" hangingPunct="0">
              <a:spcBef>
                <a:spcPct val="0"/>
              </a:spcBef>
              <a:spcAft>
                <a:spcPct val="0"/>
              </a:spcAft>
              <a:defRPr sz="2400" u="sng">
                <a:solidFill>
                  <a:srgbClr val="0D408B"/>
                </a:solidFill>
                <a:latin typeface="Tahoma" charset="0"/>
                <a:ea typeface="ＭＳ Ｐゴシック" charset="0"/>
              </a:defRPr>
            </a:lvl9pPr>
          </a:lstStyle>
          <a:p>
            <a:pPr algn="l" defTabSz="457200">
              <a:lnSpc>
                <a:spcPct val="90000"/>
              </a:lnSpc>
            </a:pPr>
            <a:r>
              <a:rPr lang="en-US" sz="1400" u="none" dirty="0">
                <a:solidFill>
                  <a:srgbClr val="FFFFFF"/>
                </a:solidFill>
                <a:latin typeface="Helvetica" charset="0"/>
              </a:rPr>
              <a:t>Master Scheduling</a:t>
            </a:r>
          </a:p>
        </p:txBody>
      </p:sp>
      <p:sp>
        <p:nvSpPr>
          <p:cNvPr id="41" name="Text Box 219">
            <a:extLst>
              <a:ext uri="{FF2B5EF4-FFF2-40B4-BE49-F238E27FC236}">
                <a16:creationId xmlns:a16="http://schemas.microsoft.com/office/drawing/2014/main" id="{FD949F83-773E-4216-8EE8-917B8C7516A0}"/>
              </a:ext>
            </a:extLst>
          </p:cNvPr>
          <p:cNvSpPr txBox="1">
            <a:spLocks noChangeArrowheads="1"/>
          </p:cNvSpPr>
          <p:nvPr/>
        </p:nvSpPr>
        <p:spPr bwMode="auto">
          <a:xfrm>
            <a:off x="5044946" y="4243664"/>
            <a:ext cx="1766830" cy="480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lgn="ctr">
              <a:defRPr sz="2400" u="sng">
                <a:solidFill>
                  <a:srgbClr val="0D408B"/>
                </a:solidFill>
                <a:latin typeface="Tahoma" charset="0"/>
                <a:ea typeface="ＭＳ Ｐゴシック" charset="0"/>
              </a:defRPr>
            </a:lvl1pPr>
            <a:lvl2pPr marL="742950" indent="-285750" algn="ctr">
              <a:defRPr sz="2400" u="sng">
                <a:solidFill>
                  <a:srgbClr val="0D408B"/>
                </a:solidFill>
                <a:latin typeface="Tahoma" charset="0"/>
                <a:ea typeface="ＭＳ Ｐゴシック" charset="0"/>
              </a:defRPr>
            </a:lvl2pPr>
            <a:lvl3pPr marL="1143000" indent="-228600" algn="ctr">
              <a:defRPr sz="2400" u="sng">
                <a:solidFill>
                  <a:srgbClr val="0D408B"/>
                </a:solidFill>
                <a:latin typeface="Tahoma" charset="0"/>
                <a:ea typeface="ＭＳ Ｐゴシック" charset="0"/>
              </a:defRPr>
            </a:lvl3pPr>
            <a:lvl4pPr marL="1600200" indent="-228600" algn="ctr">
              <a:defRPr sz="2400" u="sng">
                <a:solidFill>
                  <a:srgbClr val="0D408B"/>
                </a:solidFill>
                <a:latin typeface="Tahoma" charset="0"/>
                <a:ea typeface="ＭＳ Ｐゴシック" charset="0"/>
              </a:defRPr>
            </a:lvl4pPr>
            <a:lvl5pPr marL="2057400" indent="-228600" algn="ctr">
              <a:defRPr sz="2400" u="sng">
                <a:solidFill>
                  <a:srgbClr val="0D408B"/>
                </a:solidFill>
                <a:latin typeface="Tahoma" charset="0"/>
                <a:ea typeface="ＭＳ Ｐゴシック" charset="0"/>
              </a:defRPr>
            </a:lvl5pPr>
            <a:lvl6pPr marL="2514600" indent="-228600" algn="ctr" eaLnBrk="0" fontAlgn="base" hangingPunct="0">
              <a:spcBef>
                <a:spcPct val="0"/>
              </a:spcBef>
              <a:spcAft>
                <a:spcPct val="0"/>
              </a:spcAft>
              <a:defRPr sz="2400" u="sng">
                <a:solidFill>
                  <a:srgbClr val="0D408B"/>
                </a:solidFill>
                <a:latin typeface="Tahoma" charset="0"/>
                <a:ea typeface="ＭＳ Ｐゴシック" charset="0"/>
              </a:defRPr>
            </a:lvl6pPr>
            <a:lvl7pPr marL="2971800" indent="-228600" algn="ctr" eaLnBrk="0" fontAlgn="base" hangingPunct="0">
              <a:spcBef>
                <a:spcPct val="0"/>
              </a:spcBef>
              <a:spcAft>
                <a:spcPct val="0"/>
              </a:spcAft>
              <a:defRPr sz="2400" u="sng">
                <a:solidFill>
                  <a:srgbClr val="0D408B"/>
                </a:solidFill>
                <a:latin typeface="Tahoma" charset="0"/>
                <a:ea typeface="ＭＳ Ｐゴシック" charset="0"/>
              </a:defRPr>
            </a:lvl7pPr>
            <a:lvl8pPr marL="3429000" indent="-228600" algn="ctr" eaLnBrk="0" fontAlgn="base" hangingPunct="0">
              <a:spcBef>
                <a:spcPct val="0"/>
              </a:spcBef>
              <a:spcAft>
                <a:spcPct val="0"/>
              </a:spcAft>
              <a:defRPr sz="2400" u="sng">
                <a:solidFill>
                  <a:srgbClr val="0D408B"/>
                </a:solidFill>
                <a:latin typeface="Tahoma" charset="0"/>
                <a:ea typeface="ＭＳ Ｐゴシック" charset="0"/>
              </a:defRPr>
            </a:lvl8pPr>
            <a:lvl9pPr marL="3886200" indent="-228600" algn="ctr" eaLnBrk="0" fontAlgn="base" hangingPunct="0">
              <a:spcBef>
                <a:spcPct val="0"/>
              </a:spcBef>
              <a:spcAft>
                <a:spcPct val="0"/>
              </a:spcAft>
              <a:defRPr sz="2400" u="sng">
                <a:solidFill>
                  <a:srgbClr val="0D408B"/>
                </a:solidFill>
                <a:latin typeface="Tahoma" charset="0"/>
                <a:ea typeface="ＭＳ Ｐゴシック" charset="0"/>
              </a:defRPr>
            </a:lvl9pPr>
          </a:lstStyle>
          <a:p>
            <a:pPr algn="l" defTabSz="457200">
              <a:lnSpc>
                <a:spcPct val="90000"/>
              </a:lnSpc>
            </a:pPr>
            <a:r>
              <a:rPr lang="en-US" sz="1400" u="none" dirty="0">
                <a:solidFill>
                  <a:srgbClr val="FFFFFF"/>
                </a:solidFill>
                <a:latin typeface="Helvetica" charset="0"/>
              </a:rPr>
              <a:t>Production planning</a:t>
            </a:r>
          </a:p>
          <a:p>
            <a:pPr algn="l" defTabSz="457200">
              <a:lnSpc>
                <a:spcPct val="90000"/>
              </a:lnSpc>
            </a:pPr>
            <a:r>
              <a:rPr lang="fr-FR" sz="1400" u="none" dirty="0" err="1">
                <a:solidFill>
                  <a:srgbClr val="FFFFFF"/>
                </a:solidFill>
                <a:latin typeface="Helvetica" charset="0"/>
              </a:rPr>
              <a:t>Material</a:t>
            </a:r>
            <a:r>
              <a:rPr lang="fr-FR" sz="1400" u="none" dirty="0">
                <a:solidFill>
                  <a:srgbClr val="FFFFFF"/>
                </a:solidFill>
                <a:latin typeface="Helvetica" charset="0"/>
              </a:rPr>
              <a:t> planning</a:t>
            </a:r>
            <a:endParaRPr lang="en-US" sz="1400" u="none" dirty="0">
              <a:solidFill>
                <a:srgbClr val="FFFFFF"/>
              </a:solidFill>
              <a:latin typeface="Helvetica" charset="0"/>
            </a:endParaRPr>
          </a:p>
        </p:txBody>
      </p:sp>
      <p:sp>
        <p:nvSpPr>
          <p:cNvPr id="42" name="Text Box 220">
            <a:extLst>
              <a:ext uri="{FF2B5EF4-FFF2-40B4-BE49-F238E27FC236}">
                <a16:creationId xmlns:a16="http://schemas.microsoft.com/office/drawing/2014/main" id="{D16C066B-825B-4A5F-915E-A88F84CF507F}"/>
              </a:ext>
            </a:extLst>
          </p:cNvPr>
          <p:cNvSpPr txBox="1">
            <a:spLocks noChangeArrowheads="1"/>
          </p:cNvSpPr>
          <p:nvPr/>
        </p:nvSpPr>
        <p:spPr bwMode="auto">
          <a:xfrm>
            <a:off x="4872826" y="4817264"/>
            <a:ext cx="1976823" cy="480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lgn="ctr">
              <a:defRPr sz="2400" u="sng">
                <a:solidFill>
                  <a:srgbClr val="0D408B"/>
                </a:solidFill>
                <a:latin typeface="Tahoma" charset="0"/>
                <a:ea typeface="ＭＳ Ｐゴシック" charset="0"/>
              </a:defRPr>
            </a:lvl1pPr>
            <a:lvl2pPr marL="742950" indent="-285750" algn="ctr">
              <a:defRPr sz="2400" u="sng">
                <a:solidFill>
                  <a:srgbClr val="0D408B"/>
                </a:solidFill>
                <a:latin typeface="Tahoma" charset="0"/>
                <a:ea typeface="ＭＳ Ｐゴシック" charset="0"/>
              </a:defRPr>
            </a:lvl2pPr>
            <a:lvl3pPr marL="1143000" indent="-228600" algn="ctr">
              <a:defRPr sz="2400" u="sng">
                <a:solidFill>
                  <a:srgbClr val="0D408B"/>
                </a:solidFill>
                <a:latin typeface="Tahoma" charset="0"/>
                <a:ea typeface="ＭＳ Ｐゴシック" charset="0"/>
              </a:defRPr>
            </a:lvl3pPr>
            <a:lvl4pPr marL="1600200" indent="-228600" algn="ctr">
              <a:defRPr sz="2400" u="sng">
                <a:solidFill>
                  <a:srgbClr val="0D408B"/>
                </a:solidFill>
                <a:latin typeface="Tahoma" charset="0"/>
                <a:ea typeface="ＭＳ Ｐゴシック" charset="0"/>
              </a:defRPr>
            </a:lvl4pPr>
            <a:lvl5pPr marL="2057400" indent="-228600" algn="ctr">
              <a:defRPr sz="2400" u="sng">
                <a:solidFill>
                  <a:srgbClr val="0D408B"/>
                </a:solidFill>
                <a:latin typeface="Tahoma" charset="0"/>
                <a:ea typeface="ＭＳ Ｐゴシック" charset="0"/>
              </a:defRPr>
            </a:lvl5pPr>
            <a:lvl6pPr marL="2514600" indent="-228600" algn="ctr" eaLnBrk="0" fontAlgn="base" hangingPunct="0">
              <a:spcBef>
                <a:spcPct val="0"/>
              </a:spcBef>
              <a:spcAft>
                <a:spcPct val="0"/>
              </a:spcAft>
              <a:defRPr sz="2400" u="sng">
                <a:solidFill>
                  <a:srgbClr val="0D408B"/>
                </a:solidFill>
                <a:latin typeface="Tahoma" charset="0"/>
                <a:ea typeface="ＭＳ Ｐゴシック" charset="0"/>
              </a:defRPr>
            </a:lvl6pPr>
            <a:lvl7pPr marL="2971800" indent="-228600" algn="ctr" eaLnBrk="0" fontAlgn="base" hangingPunct="0">
              <a:spcBef>
                <a:spcPct val="0"/>
              </a:spcBef>
              <a:spcAft>
                <a:spcPct val="0"/>
              </a:spcAft>
              <a:defRPr sz="2400" u="sng">
                <a:solidFill>
                  <a:srgbClr val="0D408B"/>
                </a:solidFill>
                <a:latin typeface="Tahoma" charset="0"/>
                <a:ea typeface="ＭＳ Ｐゴシック" charset="0"/>
              </a:defRPr>
            </a:lvl7pPr>
            <a:lvl8pPr marL="3429000" indent="-228600" algn="ctr" eaLnBrk="0" fontAlgn="base" hangingPunct="0">
              <a:spcBef>
                <a:spcPct val="0"/>
              </a:spcBef>
              <a:spcAft>
                <a:spcPct val="0"/>
              </a:spcAft>
              <a:defRPr sz="2400" u="sng">
                <a:solidFill>
                  <a:srgbClr val="0D408B"/>
                </a:solidFill>
                <a:latin typeface="Tahoma" charset="0"/>
                <a:ea typeface="ＭＳ Ｐゴシック" charset="0"/>
              </a:defRPr>
            </a:lvl8pPr>
            <a:lvl9pPr marL="3886200" indent="-228600" algn="ctr" eaLnBrk="0" fontAlgn="base" hangingPunct="0">
              <a:spcBef>
                <a:spcPct val="0"/>
              </a:spcBef>
              <a:spcAft>
                <a:spcPct val="0"/>
              </a:spcAft>
              <a:defRPr sz="2400" u="sng">
                <a:solidFill>
                  <a:srgbClr val="0D408B"/>
                </a:solidFill>
                <a:latin typeface="Tahoma" charset="0"/>
                <a:ea typeface="ＭＳ Ｐゴシック" charset="0"/>
              </a:defRPr>
            </a:lvl9pPr>
          </a:lstStyle>
          <a:p>
            <a:pPr defTabSz="457200">
              <a:lnSpc>
                <a:spcPct val="90000"/>
              </a:lnSpc>
            </a:pPr>
            <a:r>
              <a:rPr lang="en-US" sz="1400" u="none" dirty="0">
                <a:solidFill>
                  <a:srgbClr val="FFFFFF"/>
                </a:solidFill>
                <a:latin typeface="Helvetica" charset="0"/>
              </a:rPr>
              <a:t>Production Scheduling</a:t>
            </a:r>
          </a:p>
          <a:p>
            <a:pPr defTabSz="457200">
              <a:lnSpc>
                <a:spcPct val="90000"/>
              </a:lnSpc>
            </a:pPr>
            <a:r>
              <a:rPr lang="fr-FR" sz="1400" u="none" dirty="0" err="1">
                <a:solidFill>
                  <a:srgbClr val="FFFFFF"/>
                </a:solidFill>
                <a:latin typeface="Helvetica" charset="0"/>
              </a:rPr>
              <a:t>Material</a:t>
            </a:r>
            <a:r>
              <a:rPr lang="fr-FR" sz="1400" u="none" dirty="0">
                <a:solidFill>
                  <a:srgbClr val="FFFFFF"/>
                </a:solidFill>
                <a:latin typeface="Helvetica" charset="0"/>
              </a:rPr>
              <a:t> Call-off</a:t>
            </a:r>
            <a:endParaRPr lang="en-US" sz="1400" u="none" dirty="0">
              <a:solidFill>
                <a:srgbClr val="FFFFFF"/>
              </a:solidFill>
              <a:latin typeface="Helvetica" charset="0"/>
            </a:endParaRPr>
          </a:p>
        </p:txBody>
      </p:sp>
      <p:sp>
        <p:nvSpPr>
          <p:cNvPr id="43" name="Text Box 221">
            <a:extLst>
              <a:ext uri="{FF2B5EF4-FFF2-40B4-BE49-F238E27FC236}">
                <a16:creationId xmlns:a16="http://schemas.microsoft.com/office/drawing/2014/main" id="{386761A3-E621-4846-948C-2D0306BFCA8D}"/>
              </a:ext>
            </a:extLst>
          </p:cNvPr>
          <p:cNvSpPr txBox="1">
            <a:spLocks noChangeArrowheads="1"/>
          </p:cNvSpPr>
          <p:nvPr/>
        </p:nvSpPr>
        <p:spPr bwMode="auto">
          <a:xfrm>
            <a:off x="5402135" y="5529911"/>
            <a:ext cx="963613"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lgn="ctr">
              <a:defRPr sz="2400" u="sng">
                <a:solidFill>
                  <a:srgbClr val="0D408B"/>
                </a:solidFill>
                <a:latin typeface="Tahoma" charset="0"/>
                <a:ea typeface="ＭＳ Ｐゴシック" charset="0"/>
              </a:defRPr>
            </a:lvl1pPr>
            <a:lvl2pPr marL="742950" indent="-285750" algn="ctr">
              <a:defRPr sz="2400" u="sng">
                <a:solidFill>
                  <a:srgbClr val="0D408B"/>
                </a:solidFill>
                <a:latin typeface="Tahoma" charset="0"/>
                <a:ea typeface="ＭＳ Ｐゴシック" charset="0"/>
              </a:defRPr>
            </a:lvl2pPr>
            <a:lvl3pPr marL="1143000" indent="-228600" algn="ctr">
              <a:defRPr sz="2400" u="sng">
                <a:solidFill>
                  <a:srgbClr val="0D408B"/>
                </a:solidFill>
                <a:latin typeface="Tahoma" charset="0"/>
                <a:ea typeface="ＭＳ Ｐゴシック" charset="0"/>
              </a:defRPr>
            </a:lvl3pPr>
            <a:lvl4pPr marL="1600200" indent="-228600" algn="ctr">
              <a:defRPr sz="2400" u="sng">
                <a:solidFill>
                  <a:srgbClr val="0D408B"/>
                </a:solidFill>
                <a:latin typeface="Tahoma" charset="0"/>
                <a:ea typeface="ＭＳ Ｐゴシック" charset="0"/>
              </a:defRPr>
            </a:lvl4pPr>
            <a:lvl5pPr marL="2057400" indent="-228600" algn="ctr">
              <a:defRPr sz="2400" u="sng">
                <a:solidFill>
                  <a:srgbClr val="0D408B"/>
                </a:solidFill>
                <a:latin typeface="Tahoma" charset="0"/>
                <a:ea typeface="ＭＳ Ｐゴシック" charset="0"/>
              </a:defRPr>
            </a:lvl5pPr>
            <a:lvl6pPr marL="2514600" indent="-228600" algn="ctr" eaLnBrk="0" fontAlgn="base" hangingPunct="0">
              <a:spcBef>
                <a:spcPct val="0"/>
              </a:spcBef>
              <a:spcAft>
                <a:spcPct val="0"/>
              </a:spcAft>
              <a:defRPr sz="2400" u="sng">
                <a:solidFill>
                  <a:srgbClr val="0D408B"/>
                </a:solidFill>
                <a:latin typeface="Tahoma" charset="0"/>
                <a:ea typeface="ＭＳ Ｐゴシック" charset="0"/>
              </a:defRPr>
            </a:lvl6pPr>
            <a:lvl7pPr marL="2971800" indent="-228600" algn="ctr" eaLnBrk="0" fontAlgn="base" hangingPunct="0">
              <a:spcBef>
                <a:spcPct val="0"/>
              </a:spcBef>
              <a:spcAft>
                <a:spcPct val="0"/>
              </a:spcAft>
              <a:defRPr sz="2400" u="sng">
                <a:solidFill>
                  <a:srgbClr val="0D408B"/>
                </a:solidFill>
                <a:latin typeface="Tahoma" charset="0"/>
                <a:ea typeface="ＭＳ Ｐゴシック" charset="0"/>
              </a:defRPr>
            </a:lvl7pPr>
            <a:lvl8pPr marL="3429000" indent="-228600" algn="ctr" eaLnBrk="0" fontAlgn="base" hangingPunct="0">
              <a:spcBef>
                <a:spcPct val="0"/>
              </a:spcBef>
              <a:spcAft>
                <a:spcPct val="0"/>
              </a:spcAft>
              <a:defRPr sz="2400" u="sng">
                <a:solidFill>
                  <a:srgbClr val="0D408B"/>
                </a:solidFill>
                <a:latin typeface="Tahoma" charset="0"/>
                <a:ea typeface="ＭＳ Ｐゴシック" charset="0"/>
              </a:defRPr>
            </a:lvl8pPr>
            <a:lvl9pPr marL="3886200" indent="-228600" algn="ctr" eaLnBrk="0" fontAlgn="base" hangingPunct="0">
              <a:spcBef>
                <a:spcPct val="0"/>
              </a:spcBef>
              <a:spcAft>
                <a:spcPct val="0"/>
              </a:spcAft>
              <a:defRPr sz="2400" u="sng">
                <a:solidFill>
                  <a:srgbClr val="0D408B"/>
                </a:solidFill>
                <a:latin typeface="Tahoma" charset="0"/>
                <a:ea typeface="ＭＳ Ｐゴシック" charset="0"/>
              </a:defRPr>
            </a:lvl9pPr>
          </a:lstStyle>
          <a:p>
            <a:pPr algn="l" defTabSz="457200">
              <a:lnSpc>
                <a:spcPct val="90000"/>
              </a:lnSpc>
            </a:pPr>
            <a:r>
              <a:rPr lang="en-US" sz="1400" u="none" dirty="0">
                <a:solidFill>
                  <a:srgbClr val="FFFFFF"/>
                </a:solidFill>
                <a:latin typeface="Helvetica" charset="0"/>
              </a:rPr>
              <a:t>Execution</a:t>
            </a:r>
          </a:p>
        </p:txBody>
      </p:sp>
      <p:sp>
        <p:nvSpPr>
          <p:cNvPr id="44" name="Text Box 222">
            <a:extLst>
              <a:ext uri="{FF2B5EF4-FFF2-40B4-BE49-F238E27FC236}">
                <a16:creationId xmlns:a16="http://schemas.microsoft.com/office/drawing/2014/main" id="{9D1BEF67-A63D-4E9A-8DF2-847ED9CCF549}"/>
              </a:ext>
            </a:extLst>
          </p:cNvPr>
          <p:cNvSpPr txBox="1">
            <a:spLocks noChangeArrowheads="1"/>
          </p:cNvSpPr>
          <p:nvPr/>
        </p:nvSpPr>
        <p:spPr bwMode="auto">
          <a:xfrm>
            <a:off x="6139203" y="3131743"/>
            <a:ext cx="1906291" cy="480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lgn="ctr">
              <a:defRPr sz="2400" u="sng">
                <a:solidFill>
                  <a:srgbClr val="0D408B"/>
                </a:solidFill>
                <a:latin typeface="Tahoma" charset="0"/>
                <a:ea typeface="ＭＳ Ｐゴシック" charset="0"/>
              </a:defRPr>
            </a:lvl1pPr>
            <a:lvl2pPr marL="742950" indent="-285750" algn="ctr">
              <a:defRPr sz="2400" u="sng">
                <a:solidFill>
                  <a:srgbClr val="0D408B"/>
                </a:solidFill>
                <a:latin typeface="Tahoma" charset="0"/>
                <a:ea typeface="ＭＳ Ｐゴシック" charset="0"/>
              </a:defRPr>
            </a:lvl2pPr>
            <a:lvl3pPr marL="1143000" indent="-228600" algn="ctr">
              <a:defRPr sz="2400" u="sng">
                <a:solidFill>
                  <a:srgbClr val="0D408B"/>
                </a:solidFill>
                <a:latin typeface="Tahoma" charset="0"/>
                <a:ea typeface="ＭＳ Ｐゴシック" charset="0"/>
              </a:defRPr>
            </a:lvl3pPr>
            <a:lvl4pPr marL="1600200" indent="-228600" algn="ctr">
              <a:defRPr sz="2400" u="sng">
                <a:solidFill>
                  <a:srgbClr val="0D408B"/>
                </a:solidFill>
                <a:latin typeface="Tahoma" charset="0"/>
                <a:ea typeface="ＭＳ Ｐゴシック" charset="0"/>
              </a:defRPr>
            </a:lvl4pPr>
            <a:lvl5pPr marL="2057400" indent="-228600" algn="ctr">
              <a:defRPr sz="2400" u="sng">
                <a:solidFill>
                  <a:srgbClr val="0D408B"/>
                </a:solidFill>
                <a:latin typeface="Tahoma" charset="0"/>
                <a:ea typeface="ＭＳ Ｐゴシック" charset="0"/>
              </a:defRPr>
            </a:lvl5pPr>
            <a:lvl6pPr marL="2514600" indent="-228600" algn="ctr" eaLnBrk="0" fontAlgn="base" hangingPunct="0">
              <a:spcBef>
                <a:spcPct val="0"/>
              </a:spcBef>
              <a:spcAft>
                <a:spcPct val="0"/>
              </a:spcAft>
              <a:defRPr sz="2400" u="sng">
                <a:solidFill>
                  <a:srgbClr val="0D408B"/>
                </a:solidFill>
                <a:latin typeface="Tahoma" charset="0"/>
                <a:ea typeface="ＭＳ Ｐゴシック" charset="0"/>
              </a:defRPr>
            </a:lvl6pPr>
            <a:lvl7pPr marL="2971800" indent="-228600" algn="ctr" eaLnBrk="0" fontAlgn="base" hangingPunct="0">
              <a:spcBef>
                <a:spcPct val="0"/>
              </a:spcBef>
              <a:spcAft>
                <a:spcPct val="0"/>
              </a:spcAft>
              <a:defRPr sz="2400" u="sng">
                <a:solidFill>
                  <a:srgbClr val="0D408B"/>
                </a:solidFill>
                <a:latin typeface="Tahoma" charset="0"/>
                <a:ea typeface="ＭＳ Ｐゴシック" charset="0"/>
              </a:defRPr>
            </a:lvl7pPr>
            <a:lvl8pPr marL="3429000" indent="-228600" algn="ctr" eaLnBrk="0" fontAlgn="base" hangingPunct="0">
              <a:spcBef>
                <a:spcPct val="0"/>
              </a:spcBef>
              <a:spcAft>
                <a:spcPct val="0"/>
              </a:spcAft>
              <a:defRPr sz="2400" u="sng">
                <a:solidFill>
                  <a:srgbClr val="0D408B"/>
                </a:solidFill>
                <a:latin typeface="Tahoma" charset="0"/>
                <a:ea typeface="ＭＳ Ｐゴシック" charset="0"/>
              </a:defRPr>
            </a:lvl8pPr>
            <a:lvl9pPr marL="3886200" indent="-228600" algn="ctr" eaLnBrk="0" fontAlgn="base" hangingPunct="0">
              <a:spcBef>
                <a:spcPct val="0"/>
              </a:spcBef>
              <a:spcAft>
                <a:spcPct val="0"/>
              </a:spcAft>
              <a:defRPr sz="2400" u="sng">
                <a:solidFill>
                  <a:srgbClr val="0D408B"/>
                </a:solidFill>
                <a:latin typeface="Tahoma" charset="0"/>
                <a:ea typeface="ＭＳ Ｐゴシック" charset="0"/>
              </a:defRPr>
            </a:lvl9pPr>
          </a:lstStyle>
          <a:p>
            <a:pPr defTabSz="457200">
              <a:lnSpc>
                <a:spcPct val="90000"/>
              </a:lnSpc>
            </a:pPr>
            <a:r>
              <a:rPr lang="en-US" sz="1400" u="none" dirty="0">
                <a:solidFill>
                  <a:srgbClr val="FFFFFF"/>
                </a:solidFill>
                <a:latin typeface="Helvetica" charset="0"/>
              </a:rPr>
              <a:t>Supply </a:t>
            </a:r>
          </a:p>
          <a:p>
            <a:pPr defTabSz="457200">
              <a:lnSpc>
                <a:spcPct val="90000"/>
              </a:lnSpc>
            </a:pPr>
            <a:r>
              <a:rPr lang="en-US" sz="1400" u="none" dirty="0">
                <a:solidFill>
                  <a:srgbClr val="FFFFFF"/>
                </a:solidFill>
                <a:latin typeface="Helvetica" charset="0"/>
              </a:rPr>
              <a:t>Management (RCCP)</a:t>
            </a:r>
          </a:p>
        </p:txBody>
      </p:sp>
      <p:sp>
        <p:nvSpPr>
          <p:cNvPr id="45" name="Text Box 223">
            <a:extLst>
              <a:ext uri="{FF2B5EF4-FFF2-40B4-BE49-F238E27FC236}">
                <a16:creationId xmlns:a16="http://schemas.microsoft.com/office/drawing/2014/main" id="{A047BAFD-4CC4-46E1-ADB4-E9B77BCE19D4}"/>
              </a:ext>
            </a:extLst>
          </p:cNvPr>
          <p:cNvSpPr txBox="1">
            <a:spLocks noChangeArrowheads="1"/>
          </p:cNvSpPr>
          <p:nvPr/>
        </p:nvSpPr>
        <p:spPr bwMode="auto">
          <a:xfrm>
            <a:off x="4072918" y="3115867"/>
            <a:ext cx="1217612"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lgn="ctr">
              <a:defRPr sz="2400" u="sng">
                <a:solidFill>
                  <a:srgbClr val="0D408B"/>
                </a:solidFill>
                <a:latin typeface="Tahoma" charset="0"/>
                <a:ea typeface="ＭＳ Ｐゴシック" charset="0"/>
              </a:defRPr>
            </a:lvl1pPr>
            <a:lvl2pPr marL="742950" indent="-285750" algn="ctr">
              <a:defRPr sz="2400" u="sng">
                <a:solidFill>
                  <a:srgbClr val="0D408B"/>
                </a:solidFill>
                <a:latin typeface="Tahoma" charset="0"/>
                <a:ea typeface="ＭＳ Ｐゴシック" charset="0"/>
              </a:defRPr>
            </a:lvl2pPr>
            <a:lvl3pPr marL="1143000" indent="-228600" algn="ctr">
              <a:defRPr sz="2400" u="sng">
                <a:solidFill>
                  <a:srgbClr val="0D408B"/>
                </a:solidFill>
                <a:latin typeface="Tahoma" charset="0"/>
                <a:ea typeface="ＭＳ Ｐゴシック" charset="0"/>
              </a:defRPr>
            </a:lvl3pPr>
            <a:lvl4pPr marL="1600200" indent="-228600" algn="ctr">
              <a:defRPr sz="2400" u="sng">
                <a:solidFill>
                  <a:srgbClr val="0D408B"/>
                </a:solidFill>
                <a:latin typeface="Tahoma" charset="0"/>
                <a:ea typeface="ＭＳ Ｐゴシック" charset="0"/>
              </a:defRPr>
            </a:lvl4pPr>
            <a:lvl5pPr marL="2057400" indent="-228600" algn="ctr">
              <a:defRPr sz="2400" u="sng">
                <a:solidFill>
                  <a:srgbClr val="0D408B"/>
                </a:solidFill>
                <a:latin typeface="Tahoma" charset="0"/>
                <a:ea typeface="ＭＳ Ｐゴシック" charset="0"/>
              </a:defRPr>
            </a:lvl5pPr>
            <a:lvl6pPr marL="2514600" indent="-228600" algn="ctr" eaLnBrk="0" fontAlgn="base" hangingPunct="0">
              <a:spcBef>
                <a:spcPct val="0"/>
              </a:spcBef>
              <a:spcAft>
                <a:spcPct val="0"/>
              </a:spcAft>
              <a:defRPr sz="2400" u="sng">
                <a:solidFill>
                  <a:srgbClr val="0D408B"/>
                </a:solidFill>
                <a:latin typeface="Tahoma" charset="0"/>
                <a:ea typeface="ＭＳ Ｐゴシック" charset="0"/>
              </a:defRPr>
            </a:lvl6pPr>
            <a:lvl7pPr marL="2971800" indent="-228600" algn="ctr" eaLnBrk="0" fontAlgn="base" hangingPunct="0">
              <a:spcBef>
                <a:spcPct val="0"/>
              </a:spcBef>
              <a:spcAft>
                <a:spcPct val="0"/>
              </a:spcAft>
              <a:defRPr sz="2400" u="sng">
                <a:solidFill>
                  <a:srgbClr val="0D408B"/>
                </a:solidFill>
                <a:latin typeface="Tahoma" charset="0"/>
                <a:ea typeface="ＭＳ Ｐゴシック" charset="0"/>
              </a:defRPr>
            </a:lvl7pPr>
            <a:lvl8pPr marL="3429000" indent="-228600" algn="ctr" eaLnBrk="0" fontAlgn="base" hangingPunct="0">
              <a:spcBef>
                <a:spcPct val="0"/>
              </a:spcBef>
              <a:spcAft>
                <a:spcPct val="0"/>
              </a:spcAft>
              <a:defRPr sz="2400" u="sng">
                <a:solidFill>
                  <a:srgbClr val="0D408B"/>
                </a:solidFill>
                <a:latin typeface="Tahoma" charset="0"/>
                <a:ea typeface="ＭＳ Ｐゴシック" charset="0"/>
              </a:defRPr>
            </a:lvl8pPr>
            <a:lvl9pPr marL="3886200" indent="-228600" algn="ctr" eaLnBrk="0" fontAlgn="base" hangingPunct="0">
              <a:spcBef>
                <a:spcPct val="0"/>
              </a:spcBef>
              <a:spcAft>
                <a:spcPct val="0"/>
              </a:spcAft>
              <a:defRPr sz="2400" u="sng">
                <a:solidFill>
                  <a:srgbClr val="0D408B"/>
                </a:solidFill>
                <a:latin typeface="Tahoma" charset="0"/>
                <a:ea typeface="ＭＳ Ｐゴシック" charset="0"/>
              </a:defRPr>
            </a:lvl9pPr>
          </a:lstStyle>
          <a:p>
            <a:pPr defTabSz="457200">
              <a:lnSpc>
                <a:spcPct val="90000"/>
              </a:lnSpc>
            </a:pPr>
            <a:r>
              <a:rPr lang="en-US" sz="1400" u="none" dirty="0">
                <a:solidFill>
                  <a:srgbClr val="FFFFFF"/>
                </a:solidFill>
                <a:latin typeface="Helvetica" charset="0"/>
              </a:rPr>
              <a:t>Demand</a:t>
            </a:r>
          </a:p>
          <a:p>
            <a:pPr defTabSz="457200">
              <a:lnSpc>
                <a:spcPct val="90000"/>
              </a:lnSpc>
            </a:pPr>
            <a:r>
              <a:rPr lang="en-US" sz="1400" u="none" dirty="0">
                <a:solidFill>
                  <a:srgbClr val="FFFFFF"/>
                </a:solidFill>
                <a:latin typeface="Helvetica" charset="0"/>
              </a:rPr>
              <a:t>Management</a:t>
            </a:r>
          </a:p>
        </p:txBody>
      </p:sp>
      <p:sp>
        <p:nvSpPr>
          <p:cNvPr id="46" name="Text Box 224">
            <a:extLst>
              <a:ext uri="{FF2B5EF4-FFF2-40B4-BE49-F238E27FC236}">
                <a16:creationId xmlns:a16="http://schemas.microsoft.com/office/drawing/2014/main" id="{7F836CCF-B6A2-471B-83B0-98425CB90C3D}"/>
              </a:ext>
            </a:extLst>
          </p:cNvPr>
          <p:cNvSpPr txBox="1">
            <a:spLocks noChangeArrowheads="1"/>
          </p:cNvSpPr>
          <p:nvPr/>
        </p:nvSpPr>
        <p:spPr bwMode="auto">
          <a:xfrm>
            <a:off x="8568718" y="2774192"/>
            <a:ext cx="1306512"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lgn="ctr">
              <a:defRPr sz="2400" u="sng">
                <a:solidFill>
                  <a:srgbClr val="0D408B"/>
                </a:solidFill>
                <a:latin typeface="Tahoma" charset="0"/>
                <a:ea typeface="ＭＳ Ｐゴシック" charset="0"/>
              </a:defRPr>
            </a:lvl1pPr>
            <a:lvl2pPr marL="742950" indent="-285750" algn="ctr">
              <a:defRPr sz="2400" u="sng">
                <a:solidFill>
                  <a:srgbClr val="0D408B"/>
                </a:solidFill>
                <a:latin typeface="Tahoma" charset="0"/>
                <a:ea typeface="ＭＳ Ｐゴシック" charset="0"/>
              </a:defRPr>
            </a:lvl2pPr>
            <a:lvl3pPr marL="1143000" indent="-228600" algn="ctr">
              <a:defRPr sz="2400" u="sng">
                <a:solidFill>
                  <a:srgbClr val="0D408B"/>
                </a:solidFill>
                <a:latin typeface="Tahoma" charset="0"/>
                <a:ea typeface="ＭＳ Ｐゴシック" charset="0"/>
              </a:defRPr>
            </a:lvl3pPr>
            <a:lvl4pPr marL="1600200" indent="-228600" algn="ctr">
              <a:defRPr sz="2400" u="sng">
                <a:solidFill>
                  <a:srgbClr val="0D408B"/>
                </a:solidFill>
                <a:latin typeface="Tahoma" charset="0"/>
                <a:ea typeface="ＭＳ Ｐゴシック" charset="0"/>
              </a:defRPr>
            </a:lvl4pPr>
            <a:lvl5pPr marL="2057400" indent="-228600" algn="ctr">
              <a:defRPr sz="2400" u="sng">
                <a:solidFill>
                  <a:srgbClr val="0D408B"/>
                </a:solidFill>
                <a:latin typeface="Tahoma" charset="0"/>
                <a:ea typeface="ＭＳ Ｐゴシック" charset="0"/>
              </a:defRPr>
            </a:lvl5pPr>
            <a:lvl6pPr marL="2514600" indent="-228600" algn="ctr" eaLnBrk="0" fontAlgn="base" hangingPunct="0">
              <a:spcBef>
                <a:spcPct val="0"/>
              </a:spcBef>
              <a:spcAft>
                <a:spcPct val="0"/>
              </a:spcAft>
              <a:defRPr sz="2400" u="sng">
                <a:solidFill>
                  <a:srgbClr val="0D408B"/>
                </a:solidFill>
                <a:latin typeface="Tahoma" charset="0"/>
                <a:ea typeface="ＭＳ Ｐゴシック" charset="0"/>
              </a:defRPr>
            </a:lvl6pPr>
            <a:lvl7pPr marL="2971800" indent="-228600" algn="ctr" eaLnBrk="0" fontAlgn="base" hangingPunct="0">
              <a:spcBef>
                <a:spcPct val="0"/>
              </a:spcBef>
              <a:spcAft>
                <a:spcPct val="0"/>
              </a:spcAft>
              <a:defRPr sz="2400" u="sng">
                <a:solidFill>
                  <a:srgbClr val="0D408B"/>
                </a:solidFill>
                <a:latin typeface="Tahoma" charset="0"/>
                <a:ea typeface="ＭＳ Ｐゴシック" charset="0"/>
              </a:defRPr>
            </a:lvl7pPr>
            <a:lvl8pPr marL="3429000" indent="-228600" algn="ctr" eaLnBrk="0" fontAlgn="base" hangingPunct="0">
              <a:spcBef>
                <a:spcPct val="0"/>
              </a:spcBef>
              <a:spcAft>
                <a:spcPct val="0"/>
              </a:spcAft>
              <a:defRPr sz="2400" u="sng">
                <a:solidFill>
                  <a:srgbClr val="0D408B"/>
                </a:solidFill>
                <a:latin typeface="Tahoma" charset="0"/>
                <a:ea typeface="ＭＳ Ｐゴシック" charset="0"/>
              </a:defRPr>
            </a:lvl8pPr>
            <a:lvl9pPr marL="3886200" indent="-228600" algn="ctr" eaLnBrk="0" fontAlgn="base" hangingPunct="0">
              <a:spcBef>
                <a:spcPct val="0"/>
              </a:spcBef>
              <a:spcAft>
                <a:spcPct val="0"/>
              </a:spcAft>
              <a:defRPr sz="2400" u="sng">
                <a:solidFill>
                  <a:srgbClr val="0D408B"/>
                </a:solidFill>
                <a:latin typeface="Tahoma" charset="0"/>
                <a:ea typeface="ＭＳ Ｐゴシック" charset="0"/>
              </a:defRPr>
            </a:lvl9pPr>
          </a:lstStyle>
          <a:p>
            <a:pPr algn="l" defTabSz="457200">
              <a:lnSpc>
                <a:spcPct val="90000"/>
              </a:lnSpc>
            </a:pPr>
            <a:r>
              <a:rPr lang="en-US" sz="1400" u="none" dirty="0">
                <a:solidFill>
                  <a:srgbClr val="FFFFFF"/>
                </a:solidFill>
                <a:latin typeface="Helvetica" charset="0"/>
              </a:rPr>
              <a:t>Manufacturing</a:t>
            </a:r>
          </a:p>
        </p:txBody>
      </p:sp>
      <p:sp>
        <p:nvSpPr>
          <p:cNvPr id="47" name="Text Box 225">
            <a:extLst>
              <a:ext uri="{FF2B5EF4-FFF2-40B4-BE49-F238E27FC236}">
                <a16:creationId xmlns:a16="http://schemas.microsoft.com/office/drawing/2014/main" id="{491D47B2-2637-4817-9B90-B696F59967C9}"/>
              </a:ext>
            </a:extLst>
          </p:cNvPr>
          <p:cNvSpPr txBox="1">
            <a:spLocks noChangeArrowheads="1"/>
          </p:cNvSpPr>
          <p:nvPr/>
        </p:nvSpPr>
        <p:spPr bwMode="auto">
          <a:xfrm>
            <a:off x="8721118" y="3404430"/>
            <a:ext cx="11303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lgn="ctr">
              <a:defRPr sz="2400" u="sng">
                <a:solidFill>
                  <a:srgbClr val="0D408B"/>
                </a:solidFill>
                <a:latin typeface="Tahoma" charset="0"/>
                <a:ea typeface="ＭＳ Ｐゴシック" charset="0"/>
              </a:defRPr>
            </a:lvl1pPr>
            <a:lvl2pPr marL="742950" indent="-285750" algn="ctr">
              <a:defRPr sz="2400" u="sng">
                <a:solidFill>
                  <a:srgbClr val="0D408B"/>
                </a:solidFill>
                <a:latin typeface="Tahoma" charset="0"/>
                <a:ea typeface="ＭＳ Ｐゴシック" charset="0"/>
              </a:defRPr>
            </a:lvl2pPr>
            <a:lvl3pPr marL="1143000" indent="-228600" algn="ctr">
              <a:defRPr sz="2400" u="sng">
                <a:solidFill>
                  <a:srgbClr val="0D408B"/>
                </a:solidFill>
                <a:latin typeface="Tahoma" charset="0"/>
                <a:ea typeface="ＭＳ Ｐゴシック" charset="0"/>
              </a:defRPr>
            </a:lvl3pPr>
            <a:lvl4pPr marL="1600200" indent="-228600" algn="ctr">
              <a:defRPr sz="2400" u="sng">
                <a:solidFill>
                  <a:srgbClr val="0D408B"/>
                </a:solidFill>
                <a:latin typeface="Tahoma" charset="0"/>
                <a:ea typeface="ＭＳ Ｐゴシック" charset="0"/>
              </a:defRPr>
            </a:lvl4pPr>
            <a:lvl5pPr marL="2057400" indent="-228600" algn="ctr">
              <a:defRPr sz="2400" u="sng">
                <a:solidFill>
                  <a:srgbClr val="0D408B"/>
                </a:solidFill>
                <a:latin typeface="Tahoma" charset="0"/>
                <a:ea typeface="ＭＳ Ｐゴシック" charset="0"/>
              </a:defRPr>
            </a:lvl5pPr>
            <a:lvl6pPr marL="2514600" indent="-228600" algn="ctr" eaLnBrk="0" fontAlgn="base" hangingPunct="0">
              <a:spcBef>
                <a:spcPct val="0"/>
              </a:spcBef>
              <a:spcAft>
                <a:spcPct val="0"/>
              </a:spcAft>
              <a:defRPr sz="2400" u="sng">
                <a:solidFill>
                  <a:srgbClr val="0D408B"/>
                </a:solidFill>
                <a:latin typeface="Tahoma" charset="0"/>
                <a:ea typeface="ＭＳ Ｐゴシック" charset="0"/>
              </a:defRPr>
            </a:lvl6pPr>
            <a:lvl7pPr marL="2971800" indent="-228600" algn="ctr" eaLnBrk="0" fontAlgn="base" hangingPunct="0">
              <a:spcBef>
                <a:spcPct val="0"/>
              </a:spcBef>
              <a:spcAft>
                <a:spcPct val="0"/>
              </a:spcAft>
              <a:defRPr sz="2400" u="sng">
                <a:solidFill>
                  <a:srgbClr val="0D408B"/>
                </a:solidFill>
                <a:latin typeface="Tahoma" charset="0"/>
                <a:ea typeface="ＭＳ Ｐゴシック" charset="0"/>
              </a:defRPr>
            </a:lvl7pPr>
            <a:lvl8pPr marL="3429000" indent="-228600" algn="ctr" eaLnBrk="0" fontAlgn="base" hangingPunct="0">
              <a:spcBef>
                <a:spcPct val="0"/>
              </a:spcBef>
              <a:spcAft>
                <a:spcPct val="0"/>
              </a:spcAft>
              <a:defRPr sz="2400" u="sng">
                <a:solidFill>
                  <a:srgbClr val="0D408B"/>
                </a:solidFill>
                <a:latin typeface="Tahoma" charset="0"/>
                <a:ea typeface="ＭＳ Ｐゴシック" charset="0"/>
              </a:defRPr>
            </a:lvl8pPr>
            <a:lvl9pPr marL="3886200" indent="-228600" algn="ctr" eaLnBrk="0" fontAlgn="base" hangingPunct="0">
              <a:spcBef>
                <a:spcPct val="0"/>
              </a:spcBef>
              <a:spcAft>
                <a:spcPct val="0"/>
              </a:spcAft>
              <a:defRPr sz="2400" u="sng">
                <a:solidFill>
                  <a:srgbClr val="0D408B"/>
                </a:solidFill>
                <a:latin typeface="Tahoma" charset="0"/>
                <a:ea typeface="ＭＳ Ｐゴシック" charset="0"/>
              </a:defRPr>
            </a:lvl9pPr>
          </a:lstStyle>
          <a:p>
            <a:pPr algn="l" defTabSz="457200">
              <a:lnSpc>
                <a:spcPct val="90000"/>
              </a:lnSpc>
            </a:pPr>
            <a:r>
              <a:rPr lang="en-US" sz="1400" u="none" dirty="0">
                <a:solidFill>
                  <a:srgbClr val="FFFFFF"/>
                </a:solidFill>
                <a:latin typeface="Helvetica" charset="0"/>
              </a:rPr>
              <a:t>Engineering</a:t>
            </a:r>
          </a:p>
        </p:txBody>
      </p:sp>
      <p:sp>
        <p:nvSpPr>
          <p:cNvPr id="48" name="Text Box 226">
            <a:extLst>
              <a:ext uri="{FF2B5EF4-FFF2-40B4-BE49-F238E27FC236}">
                <a16:creationId xmlns:a16="http://schemas.microsoft.com/office/drawing/2014/main" id="{014E4479-4F7E-4CE1-ABB9-290A0972F420}"/>
              </a:ext>
            </a:extLst>
          </p:cNvPr>
          <p:cNvSpPr txBox="1">
            <a:spLocks noChangeArrowheads="1"/>
          </p:cNvSpPr>
          <p:nvPr/>
        </p:nvSpPr>
        <p:spPr bwMode="auto">
          <a:xfrm>
            <a:off x="8797319" y="4036255"/>
            <a:ext cx="923925"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lgn="ctr">
              <a:defRPr sz="2400" u="sng">
                <a:solidFill>
                  <a:srgbClr val="0D408B"/>
                </a:solidFill>
                <a:latin typeface="Tahoma" charset="0"/>
                <a:ea typeface="ＭＳ Ｐゴシック" charset="0"/>
              </a:defRPr>
            </a:lvl1pPr>
            <a:lvl2pPr marL="742950" indent="-285750" algn="ctr">
              <a:defRPr sz="2400" u="sng">
                <a:solidFill>
                  <a:srgbClr val="0D408B"/>
                </a:solidFill>
                <a:latin typeface="Tahoma" charset="0"/>
                <a:ea typeface="ＭＳ Ｐゴシック" charset="0"/>
              </a:defRPr>
            </a:lvl2pPr>
            <a:lvl3pPr marL="1143000" indent="-228600" algn="ctr">
              <a:defRPr sz="2400" u="sng">
                <a:solidFill>
                  <a:srgbClr val="0D408B"/>
                </a:solidFill>
                <a:latin typeface="Tahoma" charset="0"/>
                <a:ea typeface="ＭＳ Ｐゴシック" charset="0"/>
              </a:defRPr>
            </a:lvl3pPr>
            <a:lvl4pPr marL="1600200" indent="-228600" algn="ctr">
              <a:defRPr sz="2400" u="sng">
                <a:solidFill>
                  <a:srgbClr val="0D408B"/>
                </a:solidFill>
                <a:latin typeface="Tahoma" charset="0"/>
                <a:ea typeface="ＭＳ Ｐゴシック" charset="0"/>
              </a:defRPr>
            </a:lvl4pPr>
            <a:lvl5pPr marL="2057400" indent="-228600" algn="ctr">
              <a:defRPr sz="2400" u="sng">
                <a:solidFill>
                  <a:srgbClr val="0D408B"/>
                </a:solidFill>
                <a:latin typeface="Tahoma" charset="0"/>
                <a:ea typeface="ＭＳ Ｐゴシック" charset="0"/>
              </a:defRPr>
            </a:lvl5pPr>
            <a:lvl6pPr marL="2514600" indent="-228600" algn="ctr" eaLnBrk="0" fontAlgn="base" hangingPunct="0">
              <a:spcBef>
                <a:spcPct val="0"/>
              </a:spcBef>
              <a:spcAft>
                <a:spcPct val="0"/>
              </a:spcAft>
              <a:defRPr sz="2400" u="sng">
                <a:solidFill>
                  <a:srgbClr val="0D408B"/>
                </a:solidFill>
                <a:latin typeface="Tahoma" charset="0"/>
                <a:ea typeface="ＭＳ Ｐゴシック" charset="0"/>
              </a:defRPr>
            </a:lvl6pPr>
            <a:lvl7pPr marL="2971800" indent="-228600" algn="ctr" eaLnBrk="0" fontAlgn="base" hangingPunct="0">
              <a:spcBef>
                <a:spcPct val="0"/>
              </a:spcBef>
              <a:spcAft>
                <a:spcPct val="0"/>
              </a:spcAft>
              <a:defRPr sz="2400" u="sng">
                <a:solidFill>
                  <a:srgbClr val="0D408B"/>
                </a:solidFill>
                <a:latin typeface="Tahoma" charset="0"/>
                <a:ea typeface="ＭＳ Ｐゴシック" charset="0"/>
              </a:defRPr>
            </a:lvl7pPr>
            <a:lvl8pPr marL="3429000" indent="-228600" algn="ctr" eaLnBrk="0" fontAlgn="base" hangingPunct="0">
              <a:spcBef>
                <a:spcPct val="0"/>
              </a:spcBef>
              <a:spcAft>
                <a:spcPct val="0"/>
              </a:spcAft>
              <a:defRPr sz="2400" u="sng">
                <a:solidFill>
                  <a:srgbClr val="0D408B"/>
                </a:solidFill>
                <a:latin typeface="Tahoma" charset="0"/>
                <a:ea typeface="ＭＳ Ｐゴシック" charset="0"/>
              </a:defRPr>
            </a:lvl8pPr>
            <a:lvl9pPr marL="3886200" indent="-228600" algn="ctr" eaLnBrk="0" fontAlgn="base" hangingPunct="0">
              <a:spcBef>
                <a:spcPct val="0"/>
              </a:spcBef>
              <a:spcAft>
                <a:spcPct val="0"/>
              </a:spcAft>
              <a:defRPr sz="2400" u="sng">
                <a:solidFill>
                  <a:srgbClr val="0D408B"/>
                </a:solidFill>
                <a:latin typeface="Tahoma" charset="0"/>
                <a:ea typeface="ＭＳ Ｐゴシック" charset="0"/>
              </a:defRPr>
            </a:lvl9pPr>
          </a:lstStyle>
          <a:p>
            <a:pPr algn="l" defTabSz="457200">
              <a:lnSpc>
                <a:spcPct val="90000"/>
              </a:lnSpc>
            </a:pPr>
            <a:r>
              <a:rPr lang="en-US" sz="1400" u="none" dirty="0">
                <a:solidFill>
                  <a:srgbClr val="FFFFFF"/>
                </a:solidFill>
                <a:latin typeface="Helvetica" charset="0"/>
              </a:rPr>
              <a:t>Suppliers</a:t>
            </a:r>
          </a:p>
        </p:txBody>
      </p:sp>
      <p:sp>
        <p:nvSpPr>
          <p:cNvPr id="49" name="Text Box 227">
            <a:extLst>
              <a:ext uri="{FF2B5EF4-FFF2-40B4-BE49-F238E27FC236}">
                <a16:creationId xmlns:a16="http://schemas.microsoft.com/office/drawing/2014/main" id="{1421BB00-40B0-49B7-ACFC-F1C086A3FDE9}"/>
              </a:ext>
            </a:extLst>
          </p:cNvPr>
          <p:cNvSpPr txBox="1">
            <a:spLocks noChangeArrowheads="1"/>
          </p:cNvSpPr>
          <p:nvPr/>
        </p:nvSpPr>
        <p:spPr bwMode="auto">
          <a:xfrm>
            <a:off x="6978968" y="4029473"/>
            <a:ext cx="763351" cy="3970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lgn="ctr">
              <a:defRPr sz="2400" u="sng">
                <a:solidFill>
                  <a:srgbClr val="0D408B"/>
                </a:solidFill>
                <a:latin typeface="Tahoma" charset="0"/>
                <a:ea typeface="ＭＳ Ｐゴシック" charset="0"/>
              </a:defRPr>
            </a:lvl1pPr>
            <a:lvl2pPr marL="742950" indent="-285750" algn="ctr">
              <a:defRPr sz="2400" u="sng">
                <a:solidFill>
                  <a:srgbClr val="0D408B"/>
                </a:solidFill>
                <a:latin typeface="Tahoma" charset="0"/>
                <a:ea typeface="ＭＳ Ｐゴシック" charset="0"/>
              </a:defRPr>
            </a:lvl2pPr>
            <a:lvl3pPr marL="1143000" indent="-228600" algn="ctr">
              <a:defRPr sz="2400" u="sng">
                <a:solidFill>
                  <a:srgbClr val="0D408B"/>
                </a:solidFill>
                <a:latin typeface="Tahoma" charset="0"/>
                <a:ea typeface="ＭＳ Ｐゴシック" charset="0"/>
              </a:defRPr>
            </a:lvl3pPr>
            <a:lvl4pPr marL="1600200" indent="-228600" algn="ctr">
              <a:defRPr sz="2400" u="sng">
                <a:solidFill>
                  <a:srgbClr val="0D408B"/>
                </a:solidFill>
                <a:latin typeface="Tahoma" charset="0"/>
                <a:ea typeface="ＭＳ Ｐゴシック" charset="0"/>
              </a:defRPr>
            </a:lvl4pPr>
            <a:lvl5pPr marL="2057400" indent="-228600" algn="ctr">
              <a:defRPr sz="2400" u="sng">
                <a:solidFill>
                  <a:srgbClr val="0D408B"/>
                </a:solidFill>
                <a:latin typeface="Tahoma" charset="0"/>
                <a:ea typeface="ＭＳ Ｐゴシック" charset="0"/>
              </a:defRPr>
            </a:lvl5pPr>
            <a:lvl6pPr marL="2514600" indent="-228600" algn="ctr" eaLnBrk="0" fontAlgn="base" hangingPunct="0">
              <a:spcBef>
                <a:spcPct val="0"/>
              </a:spcBef>
              <a:spcAft>
                <a:spcPct val="0"/>
              </a:spcAft>
              <a:defRPr sz="2400" u="sng">
                <a:solidFill>
                  <a:srgbClr val="0D408B"/>
                </a:solidFill>
                <a:latin typeface="Tahoma" charset="0"/>
                <a:ea typeface="ＭＳ Ｐゴシック" charset="0"/>
              </a:defRPr>
            </a:lvl6pPr>
            <a:lvl7pPr marL="2971800" indent="-228600" algn="ctr" eaLnBrk="0" fontAlgn="base" hangingPunct="0">
              <a:spcBef>
                <a:spcPct val="0"/>
              </a:spcBef>
              <a:spcAft>
                <a:spcPct val="0"/>
              </a:spcAft>
              <a:defRPr sz="2400" u="sng">
                <a:solidFill>
                  <a:srgbClr val="0D408B"/>
                </a:solidFill>
                <a:latin typeface="Tahoma" charset="0"/>
                <a:ea typeface="ＭＳ Ｐゴシック" charset="0"/>
              </a:defRPr>
            </a:lvl7pPr>
            <a:lvl8pPr marL="3429000" indent="-228600" algn="ctr" eaLnBrk="0" fontAlgn="base" hangingPunct="0">
              <a:spcBef>
                <a:spcPct val="0"/>
              </a:spcBef>
              <a:spcAft>
                <a:spcPct val="0"/>
              </a:spcAft>
              <a:defRPr sz="2400" u="sng">
                <a:solidFill>
                  <a:srgbClr val="0D408B"/>
                </a:solidFill>
                <a:latin typeface="Tahoma" charset="0"/>
                <a:ea typeface="ＭＳ Ｐゴシック" charset="0"/>
              </a:defRPr>
            </a:lvl8pPr>
            <a:lvl9pPr marL="3886200" indent="-228600" algn="ctr" eaLnBrk="0" fontAlgn="base" hangingPunct="0">
              <a:spcBef>
                <a:spcPct val="0"/>
              </a:spcBef>
              <a:spcAft>
                <a:spcPct val="0"/>
              </a:spcAft>
              <a:defRPr sz="2400" u="sng">
                <a:solidFill>
                  <a:srgbClr val="0D408B"/>
                </a:solidFill>
                <a:latin typeface="Tahoma" charset="0"/>
                <a:ea typeface="ＭＳ Ｐゴシック" charset="0"/>
              </a:defRPr>
            </a:lvl9pPr>
          </a:lstStyle>
          <a:p>
            <a:pPr defTabSz="457200">
              <a:lnSpc>
                <a:spcPct val="90000"/>
              </a:lnSpc>
            </a:pPr>
            <a:r>
              <a:rPr lang="en-US" sz="1050" u="none" dirty="0">
                <a:solidFill>
                  <a:srgbClr val="FFFFFF"/>
                </a:solidFill>
                <a:latin typeface="Helvetica" charset="0"/>
              </a:rPr>
              <a:t>Inventory</a:t>
            </a:r>
          </a:p>
          <a:p>
            <a:pPr defTabSz="457200">
              <a:lnSpc>
                <a:spcPct val="90000"/>
              </a:lnSpc>
            </a:pPr>
            <a:r>
              <a:rPr lang="en-US" sz="1050" u="none" dirty="0">
                <a:solidFill>
                  <a:srgbClr val="FFFFFF"/>
                </a:solidFill>
                <a:latin typeface="Helvetica" charset="0"/>
              </a:rPr>
              <a:t>Records</a:t>
            </a:r>
          </a:p>
        </p:txBody>
      </p:sp>
      <p:sp>
        <p:nvSpPr>
          <p:cNvPr id="50" name="Text Box 228">
            <a:extLst>
              <a:ext uri="{FF2B5EF4-FFF2-40B4-BE49-F238E27FC236}">
                <a16:creationId xmlns:a16="http://schemas.microsoft.com/office/drawing/2014/main" id="{3F441E62-CD6E-4298-BF6B-CBFC38157674}"/>
              </a:ext>
            </a:extLst>
          </p:cNvPr>
          <p:cNvSpPr txBox="1">
            <a:spLocks noChangeArrowheads="1"/>
          </p:cNvSpPr>
          <p:nvPr/>
        </p:nvSpPr>
        <p:spPr bwMode="auto">
          <a:xfrm>
            <a:off x="7063927" y="4835995"/>
            <a:ext cx="678391" cy="3970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lgn="ctr">
              <a:defRPr sz="2400" u="sng">
                <a:solidFill>
                  <a:srgbClr val="0D408B"/>
                </a:solidFill>
                <a:latin typeface="Tahoma" charset="0"/>
                <a:ea typeface="ＭＳ Ｐゴシック" charset="0"/>
              </a:defRPr>
            </a:lvl1pPr>
            <a:lvl2pPr marL="742950" indent="-285750" algn="ctr">
              <a:defRPr sz="2400" u="sng">
                <a:solidFill>
                  <a:srgbClr val="0D408B"/>
                </a:solidFill>
                <a:latin typeface="Tahoma" charset="0"/>
                <a:ea typeface="ＭＳ Ｐゴシック" charset="0"/>
              </a:defRPr>
            </a:lvl2pPr>
            <a:lvl3pPr marL="1143000" indent="-228600" algn="ctr">
              <a:defRPr sz="2400" u="sng">
                <a:solidFill>
                  <a:srgbClr val="0D408B"/>
                </a:solidFill>
                <a:latin typeface="Tahoma" charset="0"/>
                <a:ea typeface="ＭＳ Ｐゴシック" charset="0"/>
              </a:defRPr>
            </a:lvl3pPr>
            <a:lvl4pPr marL="1600200" indent="-228600" algn="ctr">
              <a:defRPr sz="2400" u="sng">
                <a:solidFill>
                  <a:srgbClr val="0D408B"/>
                </a:solidFill>
                <a:latin typeface="Tahoma" charset="0"/>
                <a:ea typeface="ＭＳ Ｐゴシック" charset="0"/>
              </a:defRPr>
            </a:lvl4pPr>
            <a:lvl5pPr marL="2057400" indent="-228600" algn="ctr">
              <a:defRPr sz="2400" u="sng">
                <a:solidFill>
                  <a:srgbClr val="0D408B"/>
                </a:solidFill>
                <a:latin typeface="Tahoma" charset="0"/>
                <a:ea typeface="ＭＳ Ｐゴシック" charset="0"/>
              </a:defRPr>
            </a:lvl5pPr>
            <a:lvl6pPr marL="2514600" indent="-228600" algn="ctr" eaLnBrk="0" fontAlgn="base" hangingPunct="0">
              <a:spcBef>
                <a:spcPct val="0"/>
              </a:spcBef>
              <a:spcAft>
                <a:spcPct val="0"/>
              </a:spcAft>
              <a:defRPr sz="2400" u="sng">
                <a:solidFill>
                  <a:srgbClr val="0D408B"/>
                </a:solidFill>
                <a:latin typeface="Tahoma" charset="0"/>
                <a:ea typeface="ＭＳ Ｐゴシック" charset="0"/>
              </a:defRPr>
            </a:lvl6pPr>
            <a:lvl7pPr marL="2971800" indent="-228600" algn="ctr" eaLnBrk="0" fontAlgn="base" hangingPunct="0">
              <a:spcBef>
                <a:spcPct val="0"/>
              </a:spcBef>
              <a:spcAft>
                <a:spcPct val="0"/>
              </a:spcAft>
              <a:defRPr sz="2400" u="sng">
                <a:solidFill>
                  <a:srgbClr val="0D408B"/>
                </a:solidFill>
                <a:latin typeface="Tahoma" charset="0"/>
                <a:ea typeface="ＭＳ Ｐゴシック" charset="0"/>
              </a:defRPr>
            </a:lvl7pPr>
            <a:lvl8pPr marL="3429000" indent="-228600" algn="ctr" eaLnBrk="0" fontAlgn="base" hangingPunct="0">
              <a:spcBef>
                <a:spcPct val="0"/>
              </a:spcBef>
              <a:spcAft>
                <a:spcPct val="0"/>
              </a:spcAft>
              <a:defRPr sz="2400" u="sng">
                <a:solidFill>
                  <a:srgbClr val="0D408B"/>
                </a:solidFill>
                <a:latin typeface="Tahoma" charset="0"/>
                <a:ea typeface="ＭＳ Ｐゴシック" charset="0"/>
              </a:defRPr>
            </a:lvl8pPr>
            <a:lvl9pPr marL="3886200" indent="-228600" algn="ctr" eaLnBrk="0" fontAlgn="base" hangingPunct="0">
              <a:spcBef>
                <a:spcPct val="0"/>
              </a:spcBef>
              <a:spcAft>
                <a:spcPct val="0"/>
              </a:spcAft>
              <a:defRPr sz="2400" u="sng">
                <a:solidFill>
                  <a:srgbClr val="0D408B"/>
                </a:solidFill>
                <a:latin typeface="Tahoma" charset="0"/>
                <a:ea typeface="ＭＳ Ｐゴシック" charset="0"/>
              </a:defRPr>
            </a:lvl9pPr>
          </a:lstStyle>
          <a:p>
            <a:pPr defTabSz="457200">
              <a:lnSpc>
                <a:spcPct val="90000"/>
              </a:lnSpc>
            </a:pPr>
            <a:r>
              <a:rPr lang="en-US" sz="1050" u="none" dirty="0">
                <a:solidFill>
                  <a:srgbClr val="FFFFFF"/>
                </a:solidFill>
                <a:latin typeface="Helvetica" charset="0"/>
              </a:rPr>
              <a:t>Work </a:t>
            </a:r>
          </a:p>
          <a:p>
            <a:pPr defTabSz="457200">
              <a:lnSpc>
                <a:spcPct val="90000"/>
              </a:lnSpc>
            </a:pPr>
            <a:r>
              <a:rPr lang="en-US" sz="1050" u="none" dirty="0">
                <a:solidFill>
                  <a:srgbClr val="FFFFFF"/>
                </a:solidFill>
                <a:latin typeface="Helvetica" charset="0"/>
              </a:rPr>
              <a:t>Centers</a:t>
            </a:r>
          </a:p>
        </p:txBody>
      </p:sp>
      <p:sp>
        <p:nvSpPr>
          <p:cNvPr id="51" name="Text Box 229">
            <a:extLst>
              <a:ext uri="{FF2B5EF4-FFF2-40B4-BE49-F238E27FC236}">
                <a16:creationId xmlns:a16="http://schemas.microsoft.com/office/drawing/2014/main" id="{E83CD794-48B1-4D26-A43B-295C0EDA1A87}"/>
              </a:ext>
            </a:extLst>
          </p:cNvPr>
          <p:cNvSpPr txBox="1">
            <a:spLocks noChangeArrowheads="1"/>
          </p:cNvSpPr>
          <p:nvPr/>
        </p:nvSpPr>
        <p:spPr bwMode="auto">
          <a:xfrm>
            <a:off x="3826875" y="4032996"/>
            <a:ext cx="686405" cy="549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lgn="ctr">
              <a:defRPr sz="2400" u="sng">
                <a:solidFill>
                  <a:srgbClr val="0D408B"/>
                </a:solidFill>
                <a:latin typeface="Tahoma" charset="0"/>
                <a:ea typeface="ＭＳ Ｐゴシック" charset="0"/>
              </a:defRPr>
            </a:lvl1pPr>
            <a:lvl2pPr marL="742950" indent="-285750" algn="ctr">
              <a:defRPr sz="2400" u="sng">
                <a:solidFill>
                  <a:srgbClr val="0D408B"/>
                </a:solidFill>
                <a:latin typeface="Tahoma" charset="0"/>
                <a:ea typeface="ＭＳ Ｐゴシック" charset="0"/>
              </a:defRPr>
            </a:lvl2pPr>
            <a:lvl3pPr marL="1143000" indent="-228600" algn="ctr">
              <a:defRPr sz="2400" u="sng">
                <a:solidFill>
                  <a:srgbClr val="0D408B"/>
                </a:solidFill>
                <a:latin typeface="Tahoma" charset="0"/>
                <a:ea typeface="ＭＳ Ｐゴシック" charset="0"/>
              </a:defRPr>
            </a:lvl3pPr>
            <a:lvl4pPr marL="1600200" indent="-228600" algn="ctr">
              <a:defRPr sz="2400" u="sng">
                <a:solidFill>
                  <a:srgbClr val="0D408B"/>
                </a:solidFill>
                <a:latin typeface="Tahoma" charset="0"/>
                <a:ea typeface="ＭＳ Ｐゴシック" charset="0"/>
              </a:defRPr>
            </a:lvl4pPr>
            <a:lvl5pPr marL="2057400" indent="-228600" algn="ctr">
              <a:defRPr sz="2400" u="sng">
                <a:solidFill>
                  <a:srgbClr val="0D408B"/>
                </a:solidFill>
                <a:latin typeface="Tahoma" charset="0"/>
                <a:ea typeface="ＭＳ Ｐゴシック" charset="0"/>
              </a:defRPr>
            </a:lvl5pPr>
            <a:lvl6pPr marL="2514600" indent="-228600" algn="ctr" eaLnBrk="0" fontAlgn="base" hangingPunct="0">
              <a:spcBef>
                <a:spcPct val="0"/>
              </a:spcBef>
              <a:spcAft>
                <a:spcPct val="0"/>
              </a:spcAft>
              <a:defRPr sz="2400" u="sng">
                <a:solidFill>
                  <a:srgbClr val="0D408B"/>
                </a:solidFill>
                <a:latin typeface="Tahoma" charset="0"/>
                <a:ea typeface="ＭＳ Ｐゴシック" charset="0"/>
              </a:defRPr>
            </a:lvl6pPr>
            <a:lvl7pPr marL="2971800" indent="-228600" algn="ctr" eaLnBrk="0" fontAlgn="base" hangingPunct="0">
              <a:spcBef>
                <a:spcPct val="0"/>
              </a:spcBef>
              <a:spcAft>
                <a:spcPct val="0"/>
              </a:spcAft>
              <a:defRPr sz="2400" u="sng">
                <a:solidFill>
                  <a:srgbClr val="0D408B"/>
                </a:solidFill>
                <a:latin typeface="Tahoma" charset="0"/>
                <a:ea typeface="ＭＳ Ｐゴシック" charset="0"/>
              </a:defRPr>
            </a:lvl7pPr>
            <a:lvl8pPr marL="3429000" indent="-228600" algn="ctr" eaLnBrk="0" fontAlgn="base" hangingPunct="0">
              <a:spcBef>
                <a:spcPct val="0"/>
              </a:spcBef>
              <a:spcAft>
                <a:spcPct val="0"/>
              </a:spcAft>
              <a:defRPr sz="2400" u="sng">
                <a:solidFill>
                  <a:srgbClr val="0D408B"/>
                </a:solidFill>
                <a:latin typeface="Tahoma" charset="0"/>
                <a:ea typeface="ＭＳ Ｐゴシック" charset="0"/>
              </a:defRPr>
            </a:lvl8pPr>
            <a:lvl9pPr marL="3886200" indent="-228600" algn="ctr" eaLnBrk="0" fontAlgn="base" hangingPunct="0">
              <a:spcBef>
                <a:spcPct val="0"/>
              </a:spcBef>
              <a:spcAft>
                <a:spcPct val="0"/>
              </a:spcAft>
              <a:defRPr sz="2400" u="sng">
                <a:solidFill>
                  <a:srgbClr val="0D408B"/>
                </a:solidFill>
                <a:latin typeface="Tahoma" charset="0"/>
                <a:ea typeface="ＭＳ Ｐゴシック" charset="0"/>
              </a:defRPr>
            </a:lvl9pPr>
          </a:lstStyle>
          <a:p>
            <a:pPr defTabSz="457200">
              <a:lnSpc>
                <a:spcPct val="90000"/>
              </a:lnSpc>
            </a:pPr>
            <a:r>
              <a:rPr lang="en-US" sz="1050" u="none" dirty="0">
                <a:solidFill>
                  <a:srgbClr val="FFFFFF"/>
                </a:solidFill>
                <a:latin typeface="Helvetica" charset="0"/>
              </a:rPr>
              <a:t>Bill</a:t>
            </a:r>
          </a:p>
          <a:p>
            <a:pPr defTabSz="457200">
              <a:lnSpc>
                <a:spcPct val="90000"/>
              </a:lnSpc>
            </a:pPr>
            <a:r>
              <a:rPr lang="en-US" sz="1050" u="none" dirty="0">
                <a:solidFill>
                  <a:srgbClr val="FFFFFF"/>
                </a:solidFill>
                <a:latin typeface="Helvetica" charset="0"/>
              </a:rPr>
              <a:t>Of</a:t>
            </a:r>
          </a:p>
          <a:p>
            <a:pPr defTabSz="457200">
              <a:lnSpc>
                <a:spcPct val="90000"/>
              </a:lnSpc>
            </a:pPr>
            <a:r>
              <a:rPr lang="en-US" sz="1050" u="none" dirty="0">
                <a:solidFill>
                  <a:srgbClr val="FFFFFF"/>
                </a:solidFill>
                <a:latin typeface="Helvetica" charset="0"/>
              </a:rPr>
              <a:t>Material</a:t>
            </a:r>
          </a:p>
        </p:txBody>
      </p:sp>
      <p:sp>
        <p:nvSpPr>
          <p:cNvPr id="52" name="Text Box 230">
            <a:extLst>
              <a:ext uri="{FF2B5EF4-FFF2-40B4-BE49-F238E27FC236}">
                <a16:creationId xmlns:a16="http://schemas.microsoft.com/office/drawing/2014/main" id="{F633905B-2F1E-4E96-ACFE-D13235E3C442}"/>
              </a:ext>
            </a:extLst>
          </p:cNvPr>
          <p:cNvSpPr txBox="1">
            <a:spLocks noChangeArrowheads="1"/>
          </p:cNvSpPr>
          <p:nvPr/>
        </p:nvSpPr>
        <p:spPr bwMode="auto">
          <a:xfrm>
            <a:off x="3815219" y="4893145"/>
            <a:ext cx="742511" cy="2446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lgn="ctr">
              <a:defRPr sz="2400" u="sng">
                <a:solidFill>
                  <a:srgbClr val="0D408B"/>
                </a:solidFill>
                <a:latin typeface="Tahoma" charset="0"/>
                <a:ea typeface="ＭＳ Ｐゴシック" charset="0"/>
              </a:defRPr>
            </a:lvl1pPr>
            <a:lvl2pPr marL="742950" indent="-285750" algn="ctr">
              <a:defRPr sz="2400" u="sng">
                <a:solidFill>
                  <a:srgbClr val="0D408B"/>
                </a:solidFill>
                <a:latin typeface="Tahoma" charset="0"/>
                <a:ea typeface="ＭＳ Ｐゴシック" charset="0"/>
              </a:defRPr>
            </a:lvl2pPr>
            <a:lvl3pPr marL="1143000" indent="-228600" algn="ctr">
              <a:defRPr sz="2400" u="sng">
                <a:solidFill>
                  <a:srgbClr val="0D408B"/>
                </a:solidFill>
                <a:latin typeface="Tahoma" charset="0"/>
                <a:ea typeface="ＭＳ Ｐゴシック" charset="0"/>
              </a:defRPr>
            </a:lvl3pPr>
            <a:lvl4pPr marL="1600200" indent="-228600" algn="ctr">
              <a:defRPr sz="2400" u="sng">
                <a:solidFill>
                  <a:srgbClr val="0D408B"/>
                </a:solidFill>
                <a:latin typeface="Tahoma" charset="0"/>
                <a:ea typeface="ＭＳ Ｐゴシック" charset="0"/>
              </a:defRPr>
            </a:lvl4pPr>
            <a:lvl5pPr marL="2057400" indent="-228600" algn="ctr">
              <a:defRPr sz="2400" u="sng">
                <a:solidFill>
                  <a:srgbClr val="0D408B"/>
                </a:solidFill>
                <a:latin typeface="Tahoma" charset="0"/>
                <a:ea typeface="ＭＳ Ｐゴシック" charset="0"/>
              </a:defRPr>
            </a:lvl5pPr>
            <a:lvl6pPr marL="2514600" indent="-228600" algn="ctr" eaLnBrk="0" fontAlgn="base" hangingPunct="0">
              <a:spcBef>
                <a:spcPct val="0"/>
              </a:spcBef>
              <a:spcAft>
                <a:spcPct val="0"/>
              </a:spcAft>
              <a:defRPr sz="2400" u="sng">
                <a:solidFill>
                  <a:srgbClr val="0D408B"/>
                </a:solidFill>
                <a:latin typeface="Tahoma" charset="0"/>
                <a:ea typeface="ＭＳ Ｐゴシック" charset="0"/>
              </a:defRPr>
            </a:lvl6pPr>
            <a:lvl7pPr marL="2971800" indent="-228600" algn="ctr" eaLnBrk="0" fontAlgn="base" hangingPunct="0">
              <a:spcBef>
                <a:spcPct val="0"/>
              </a:spcBef>
              <a:spcAft>
                <a:spcPct val="0"/>
              </a:spcAft>
              <a:defRPr sz="2400" u="sng">
                <a:solidFill>
                  <a:srgbClr val="0D408B"/>
                </a:solidFill>
                <a:latin typeface="Tahoma" charset="0"/>
                <a:ea typeface="ＭＳ Ｐゴシック" charset="0"/>
              </a:defRPr>
            </a:lvl7pPr>
            <a:lvl8pPr marL="3429000" indent="-228600" algn="ctr" eaLnBrk="0" fontAlgn="base" hangingPunct="0">
              <a:spcBef>
                <a:spcPct val="0"/>
              </a:spcBef>
              <a:spcAft>
                <a:spcPct val="0"/>
              </a:spcAft>
              <a:defRPr sz="2400" u="sng">
                <a:solidFill>
                  <a:srgbClr val="0D408B"/>
                </a:solidFill>
                <a:latin typeface="Tahoma" charset="0"/>
                <a:ea typeface="ＭＳ Ｐゴシック" charset="0"/>
              </a:defRPr>
            </a:lvl8pPr>
            <a:lvl9pPr marL="3886200" indent="-228600" algn="ctr" eaLnBrk="0" fontAlgn="base" hangingPunct="0">
              <a:spcBef>
                <a:spcPct val="0"/>
              </a:spcBef>
              <a:spcAft>
                <a:spcPct val="0"/>
              </a:spcAft>
              <a:defRPr sz="2400" u="sng">
                <a:solidFill>
                  <a:srgbClr val="0D408B"/>
                </a:solidFill>
                <a:latin typeface="Tahoma" charset="0"/>
                <a:ea typeface="ＭＳ Ｐゴシック" charset="0"/>
              </a:defRPr>
            </a:lvl9pPr>
          </a:lstStyle>
          <a:p>
            <a:pPr algn="l" defTabSz="457200">
              <a:lnSpc>
                <a:spcPct val="90000"/>
              </a:lnSpc>
            </a:pPr>
            <a:r>
              <a:rPr lang="en-US" sz="1050" u="none" dirty="0">
                <a:solidFill>
                  <a:srgbClr val="FFFFFF"/>
                </a:solidFill>
                <a:latin typeface="Helvetica" charset="0"/>
              </a:rPr>
              <a:t>Routings</a:t>
            </a:r>
          </a:p>
        </p:txBody>
      </p:sp>
      <p:sp>
        <p:nvSpPr>
          <p:cNvPr id="53" name="Text Box 231">
            <a:extLst>
              <a:ext uri="{FF2B5EF4-FFF2-40B4-BE49-F238E27FC236}">
                <a16:creationId xmlns:a16="http://schemas.microsoft.com/office/drawing/2014/main" id="{8F89A816-03C9-4CAD-AFE8-2B0443C72481}"/>
              </a:ext>
            </a:extLst>
          </p:cNvPr>
          <p:cNvSpPr txBox="1">
            <a:spLocks noChangeArrowheads="1"/>
          </p:cNvSpPr>
          <p:nvPr/>
        </p:nvSpPr>
        <p:spPr bwMode="auto">
          <a:xfrm>
            <a:off x="1955182" y="2571368"/>
            <a:ext cx="10414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lgn="ctr">
              <a:defRPr sz="2400" u="sng">
                <a:solidFill>
                  <a:srgbClr val="0D408B"/>
                </a:solidFill>
                <a:latin typeface="Tahoma" charset="0"/>
                <a:ea typeface="ＭＳ Ｐゴシック" charset="0"/>
              </a:defRPr>
            </a:lvl1pPr>
            <a:lvl2pPr marL="742950" indent="-285750" algn="ctr">
              <a:defRPr sz="2400" u="sng">
                <a:solidFill>
                  <a:srgbClr val="0D408B"/>
                </a:solidFill>
                <a:latin typeface="Tahoma" charset="0"/>
                <a:ea typeface="ＭＳ Ｐゴシック" charset="0"/>
              </a:defRPr>
            </a:lvl2pPr>
            <a:lvl3pPr marL="1143000" indent="-228600" algn="ctr">
              <a:defRPr sz="2400" u="sng">
                <a:solidFill>
                  <a:srgbClr val="0D408B"/>
                </a:solidFill>
                <a:latin typeface="Tahoma" charset="0"/>
                <a:ea typeface="ＭＳ Ｐゴシック" charset="0"/>
              </a:defRPr>
            </a:lvl3pPr>
            <a:lvl4pPr marL="1600200" indent="-228600" algn="ctr">
              <a:defRPr sz="2400" u="sng">
                <a:solidFill>
                  <a:srgbClr val="0D408B"/>
                </a:solidFill>
                <a:latin typeface="Tahoma" charset="0"/>
                <a:ea typeface="ＭＳ Ｐゴシック" charset="0"/>
              </a:defRPr>
            </a:lvl4pPr>
            <a:lvl5pPr marL="2057400" indent="-228600" algn="ctr">
              <a:defRPr sz="2400" u="sng">
                <a:solidFill>
                  <a:srgbClr val="0D408B"/>
                </a:solidFill>
                <a:latin typeface="Tahoma" charset="0"/>
                <a:ea typeface="ＭＳ Ｐゴシック" charset="0"/>
              </a:defRPr>
            </a:lvl5pPr>
            <a:lvl6pPr marL="2514600" indent="-228600" algn="ctr" eaLnBrk="0" fontAlgn="base" hangingPunct="0">
              <a:spcBef>
                <a:spcPct val="0"/>
              </a:spcBef>
              <a:spcAft>
                <a:spcPct val="0"/>
              </a:spcAft>
              <a:defRPr sz="2400" u="sng">
                <a:solidFill>
                  <a:srgbClr val="0D408B"/>
                </a:solidFill>
                <a:latin typeface="Tahoma" charset="0"/>
                <a:ea typeface="ＭＳ Ｐゴシック" charset="0"/>
              </a:defRPr>
            </a:lvl6pPr>
            <a:lvl7pPr marL="2971800" indent="-228600" algn="ctr" eaLnBrk="0" fontAlgn="base" hangingPunct="0">
              <a:spcBef>
                <a:spcPct val="0"/>
              </a:spcBef>
              <a:spcAft>
                <a:spcPct val="0"/>
              </a:spcAft>
              <a:defRPr sz="2400" u="sng">
                <a:solidFill>
                  <a:srgbClr val="0D408B"/>
                </a:solidFill>
                <a:latin typeface="Tahoma" charset="0"/>
                <a:ea typeface="ＭＳ Ｐゴシック" charset="0"/>
              </a:defRPr>
            </a:lvl7pPr>
            <a:lvl8pPr marL="3429000" indent="-228600" algn="ctr" eaLnBrk="0" fontAlgn="base" hangingPunct="0">
              <a:spcBef>
                <a:spcPct val="0"/>
              </a:spcBef>
              <a:spcAft>
                <a:spcPct val="0"/>
              </a:spcAft>
              <a:defRPr sz="2400" u="sng">
                <a:solidFill>
                  <a:srgbClr val="0D408B"/>
                </a:solidFill>
                <a:latin typeface="Tahoma" charset="0"/>
                <a:ea typeface="ＭＳ Ｐゴシック" charset="0"/>
              </a:defRPr>
            </a:lvl8pPr>
            <a:lvl9pPr marL="3886200" indent="-228600" algn="ctr" eaLnBrk="0" fontAlgn="base" hangingPunct="0">
              <a:spcBef>
                <a:spcPct val="0"/>
              </a:spcBef>
              <a:spcAft>
                <a:spcPct val="0"/>
              </a:spcAft>
              <a:defRPr sz="2400" u="sng">
                <a:solidFill>
                  <a:srgbClr val="0D408B"/>
                </a:solidFill>
                <a:latin typeface="Tahoma" charset="0"/>
                <a:ea typeface="ＭＳ Ｐゴシック" charset="0"/>
              </a:defRPr>
            </a:lvl9pPr>
          </a:lstStyle>
          <a:p>
            <a:pPr algn="l" defTabSz="457200">
              <a:lnSpc>
                <a:spcPct val="90000"/>
              </a:lnSpc>
            </a:pPr>
            <a:r>
              <a:rPr lang="en-US" sz="1400" u="none" dirty="0">
                <a:solidFill>
                  <a:srgbClr val="FFFFFF"/>
                </a:solidFill>
                <a:latin typeface="Helvetica" charset="0"/>
              </a:rPr>
              <a:t>Customers</a:t>
            </a:r>
          </a:p>
        </p:txBody>
      </p:sp>
      <p:sp>
        <p:nvSpPr>
          <p:cNvPr id="54" name="Text Box 232">
            <a:extLst>
              <a:ext uri="{FF2B5EF4-FFF2-40B4-BE49-F238E27FC236}">
                <a16:creationId xmlns:a16="http://schemas.microsoft.com/office/drawing/2014/main" id="{B017314A-5169-4257-936D-4CB26DA61B98}"/>
              </a:ext>
            </a:extLst>
          </p:cNvPr>
          <p:cNvSpPr txBox="1">
            <a:spLocks noChangeArrowheads="1"/>
          </p:cNvSpPr>
          <p:nvPr/>
        </p:nvSpPr>
        <p:spPr bwMode="auto">
          <a:xfrm>
            <a:off x="1758752" y="3191081"/>
            <a:ext cx="1624013"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lgn="ctr">
              <a:defRPr sz="2400" u="sng">
                <a:solidFill>
                  <a:srgbClr val="0D408B"/>
                </a:solidFill>
                <a:latin typeface="Tahoma" charset="0"/>
                <a:ea typeface="ＭＳ Ｐゴシック" charset="0"/>
              </a:defRPr>
            </a:lvl1pPr>
            <a:lvl2pPr marL="742950" indent="-285750" algn="ctr">
              <a:defRPr sz="2400" u="sng">
                <a:solidFill>
                  <a:srgbClr val="0D408B"/>
                </a:solidFill>
                <a:latin typeface="Tahoma" charset="0"/>
                <a:ea typeface="ＭＳ Ｐゴシック" charset="0"/>
              </a:defRPr>
            </a:lvl2pPr>
            <a:lvl3pPr marL="1143000" indent="-228600" algn="ctr">
              <a:defRPr sz="2400" u="sng">
                <a:solidFill>
                  <a:srgbClr val="0D408B"/>
                </a:solidFill>
                <a:latin typeface="Tahoma" charset="0"/>
                <a:ea typeface="ＭＳ Ｐゴシック" charset="0"/>
              </a:defRPr>
            </a:lvl3pPr>
            <a:lvl4pPr marL="1600200" indent="-228600" algn="ctr">
              <a:defRPr sz="2400" u="sng">
                <a:solidFill>
                  <a:srgbClr val="0D408B"/>
                </a:solidFill>
                <a:latin typeface="Tahoma" charset="0"/>
                <a:ea typeface="ＭＳ Ｐゴシック" charset="0"/>
              </a:defRPr>
            </a:lvl4pPr>
            <a:lvl5pPr marL="2057400" indent="-228600" algn="ctr">
              <a:defRPr sz="2400" u="sng">
                <a:solidFill>
                  <a:srgbClr val="0D408B"/>
                </a:solidFill>
                <a:latin typeface="Tahoma" charset="0"/>
                <a:ea typeface="ＭＳ Ｐゴシック" charset="0"/>
              </a:defRPr>
            </a:lvl5pPr>
            <a:lvl6pPr marL="2514600" indent="-228600" algn="ctr" eaLnBrk="0" fontAlgn="base" hangingPunct="0">
              <a:spcBef>
                <a:spcPct val="0"/>
              </a:spcBef>
              <a:spcAft>
                <a:spcPct val="0"/>
              </a:spcAft>
              <a:defRPr sz="2400" u="sng">
                <a:solidFill>
                  <a:srgbClr val="0D408B"/>
                </a:solidFill>
                <a:latin typeface="Tahoma" charset="0"/>
                <a:ea typeface="ＭＳ Ｐゴシック" charset="0"/>
              </a:defRPr>
            </a:lvl6pPr>
            <a:lvl7pPr marL="2971800" indent="-228600" algn="ctr" eaLnBrk="0" fontAlgn="base" hangingPunct="0">
              <a:spcBef>
                <a:spcPct val="0"/>
              </a:spcBef>
              <a:spcAft>
                <a:spcPct val="0"/>
              </a:spcAft>
              <a:defRPr sz="2400" u="sng">
                <a:solidFill>
                  <a:srgbClr val="0D408B"/>
                </a:solidFill>
                <a:latin typeface="Tahoma" charset="0"/>
                <a:ea typeface="ＭＳ Ｐゴシック" charset="0"/>
              </a:defRPr>
            </a:lvl7pPr>
            <a:lvl8pPr marL="3429000" indent="-228600" algn="ctr" eaLnBrk="0" fontAlgn="base" hangingPunct="0">
              <a:spcBef>
                <a:spcPct val="0"/>
              </a:spcBef>
              <a:spcAft>
                <a:spcPct val="0"/>
              </a:spcAft>
              <a:defRPr sz="2400" u="sng">
                <a:solidFill>
                  <a:srgbClr val="0D408B"/>
                </a:solidFill>
                <a:latin typeface="Tahoma" charset="0"/>
                <a:ea typeface="ＭＳ Ｐゴシック" charset="0"/>
              </a:defRPr>
            </a:lvl8pPr>
            <a:lvl9pPr marL="3886200" indent="-228600" algn="ctr" eaLnBrk="0" fontAlgn="base" hangingPunct="0">
              <a:spcBef>
                <a:spcPct val="0"/>
              </a:spcBef>
              <a:spcAft>
                <a:spcPct val="0"/>
              </a:spcAft>
              <a:defRPr sz="2400" u="sng">
                <a:solidFill>
                  <a:srgbClr val="0D408B"/>
                </a:solidFill>
                <a:latin typeface="Tahoma" charset="0"/>
                <a:ea typeface="ＭＳ Ｐゴシック" charset="0"/>
              </a:defRPr>
            </a:lvl9pPr>
          </a:lstStyle>
          <a:p>
            <a:pPr algn="l" defTabSz="457200">
              <a:lnSpc>
                <a:spcPct val="90000"/>
              </a:lnSpc>
            </a:pPr>
            <a:r>
              <a:rPr lang="en-US" sz="1400" u="none" dirty="0">
                <a:solidFill>
                  <a:srgbClr val="FFFFFF"/>
                </a:solidFill>
                <a:latin typeface="Helvetica" charset="0"/>
              </a:rPr>
              <a:t>Sales &amp; Marketing</a:t>
            </a:r>
          </a:p>
        </p:txBody>
      </p:sp>
      <p:sp>
        <p:nvSpPr>
          <p:cNvPr id="55" name="Text Box 233">
            <a:extLst>
              <a:ext uri="{FF2B5EF4-FFF2-40B4-BE49-F238E27FC236}">
                <a16:creationId xmlns:a16="http://schemas.microsoft.com/office/drawing/2014/main" id="{C094A83D-01FD-4877-B648-17D3029AE656}"/>
              </a:ext>
            </a:extLst>
          </p:cNvPr>
          <p:cNvSpPr txBox="1">
            <a:spLocks noChangeArrowheads="1"/>
          </p:cNvSpPr>
          <p:nvPr/>
        </p:nvSpPr>
        <p:spPr bwMode="auto">
          <a:xfrm>
            <a:off x="1947719" y="3865460"/>
            <a:ext cx="1071562"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lgn="ctr">
              <a:defRPr sz="2400" u="sng">
                <a:solidFill>
                  <a:srgbClr val="0D408B"/>
                </a:solidFill>
                <a:latin typeface="Tahoma" charset="0"/>
                <a:ea typeface="ＭＳ Ｐゴシック" charset="0"/>
              </a:defRPr>
            </a:lvl1pPr>
            <a:lvl2pPr marL="742950" indent="-285750" algn="ctr">
              <a:defRPr sz="2400" u="sng">
                <a:solidFill>
                  <a:srgbClr val="0D408B"/>
                </a:solidFill>
                <a:latin typeface="Tahoma" charset="0"/>
                <a:ea typeface="ＭＳ Ｐゴシック" charset="0"/>
              </a:defRPr>
            </a:lvl2pPr>
            <a:lvl3pPr marL="1143000" indent="-228600" algn="ctr">
              <a:defRPr sz="2400" u="sng">
                <a:solidFill>
                  <a:srgbClr val="0D408B"/>
                </a:solidFill>
                <a:latin typeface="Tahoma" charset="0"/>
                <a:ea typeface="ＭＳ Ｐゴシック" charset="0"/>
              </a:defRPr>
            </a:lvl3pPr>
            <a:lvl4pPr marL="1600200" indent="-228600" algn="ctr">
              <a:defRPr sz="2400" u="sng">
                <a:solidFill>
                  <a:srgbClr val="0D408B"/>
                </a:solidFill>
                <a:latin typeface="Tahoma" charset="0"/>
                <a:ea typeface="ＭＳ Ｐゴシック" charset="0"/>
              </a:defRPr>
            </a:lvl4pPr>
            <a:lvl5pPr marL="2057400" indent="-228600" algn="ctr">
              <a:defRPr sz="2400" u="sng">
                <a:solidFill>
                  <a:srgbClr val="0D408B"/>
                </a:solidFill>
                <a:latin typeface="Tahoma" charset="0"/>
                <a:ea typeface="ＭＳ Ｐゴシック" charset="0"/>
              </a:defRPr>
            </a:lvl5pPr>
            <a:lvl6pPr marL="2514600" indent="-228600" algn="ctr" eaLnBrk="0" fontAlgn="base" hangingPunct="0">
              <a:spcBef>
                <a:spcPct val="0"/>
              </a:spcBef>
              <a:spcAft>
                <a:spcPct val="0"/>
              </a:spcAft>
              <a:defRPr sz="2400" u="sng">
                <a:solidFill>
                  <a:srgbClr val="0D408B"/>
                </a:solidFill>
                <a:latin typeface="Tahoma" charset="0"/>
                <a:ea typeface="ＭＳ Ｐゴシック" charset="0"/>
              </a:defRPr>
            </a:lvl6pPr>
            <a:lvl7pPr marL="2971800" indent="-228600" algn="ctr" eaLnBrk="0" fontAlgn="base" hangingPunct="0">
              <a:spcBef>
                <a:spcPct val="0"/>
              </a:spcBef>
              <a:spcAft>
                <a:spcPct val="0"/>
              </a:spcAft>
              <a:defRPr sz="2400" u="sng">
                <a:solidFill>
                  <a:srgbClr val="0D408B"/>
                </a:solidFill>
                <a:latin typeface="Tahoma" charset="0"/>
                <a:ea typeface="ＭＳ Ｐゴシック" charset="0"/>
              </a:defRPr>
            </a:lvl7pPr>
            <a:lvl8pPr marL="3429000" indent="-228600" algn="ctr" eaLnBrk="0" fontAlgn="base" hangingPunct="0">
              <a:spcBef>
                <a:spcPct val="0"/>
              </a:spcBef>
              <a:spcAft>
                <a:spcPct val="0"/>
              </a:spcAft>
              <a:defRPr sz="2400" u="sng">
                <a:solidFill>
                  <a:srgbClr val="0D408B"/>
                </a:solidFill>
                <a:latin typeface="Tahoma" charset="0"/>
                <a:ea typeface="ＭＳ Ｐゴシック" charset="0"/>
              </a:defRPr>
            </a:lvl8pPr>
            <a:lvl9pPr marL="3886200" indent="-228600" algn="ctr" eaLnBrk="0" fontAlgn="base" hangingPunct="0">
              <a:spcBef>
                <a:spcPct val="0"/>
              </a:spcBef>
              <a:spcAft>
                <a:spcPct val="0"/>
              </a:spcAft>
              <a:defRPr sz="2400" u="sng">
                <a:solidFill>
                  <a:srgbClr val="0D408B"/>
                </a:solidFill>
                <a:latin typeface="Tahoma" charset="0"/>
                <a:ea typeface="ＭＳ Ｐゴシック" charset="0"/>
              </a:defRPr>
            </a:lvl9pPr>
          </a:lstStyle>
          <a:p>
            <a:pPr algn="l" defTabSz="457200">
              <a:lnSpc>
                <a:spcPct val="90000"/>
              </a:lnSpc>
            </a:pPr>
            <a:r>
              <a:rPr lang="en-US" sz="1400" u="none" dirty="0">
                <a:solidFill>
                  <a:srgbClr val="FFFFFF"/>
                </a:solidFill>
                <a:latin typeface="Helvetica" charset="0"/>
              </a:rPr>
              <a:t>Distribution</a:t>
            </a:r>
          </a:p>
        </p:txBody>
      </p:sp>
      <p:sp>
        <p:nvSpPr>
          <p:cNvPr id="56" name="Text Box 234">
            <a:extLst>
              <a:ext uri="{FF2B5EF4-FFF2-40B4-BE49-F238E27FC236}">
                <a16:creationId xmlns:a16="http://schemas.microsoft.com/office/drawing/2014/main" id="{32BBB209-6AAA-4C59-857F-CFA32914B196}"/>
              </a:ext>
            </a:extLst>
          </p:cNvPr>
          <p:cNvSpPr txBox="1">
            <a:spLocks noChangeArrowheads="1"/>
          </p:cNvSpPr>
          <p:nvPr/>
        </p:nvSpPr>
        <p:spPr bwMode="auto">
          <a:xfrm>
            <a:off x="7537440" y="1931349"/>
            <a:ext cx="1387475"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lgn="ctr">
              <a:defRPr sz="2400" u="sng">
                <a:solidFill>
                  <a:srgbClr val="0D408B"/>
                </a:solidFill>
                <a:latin typeface="Tahoma" charset="0"/>
                <a:ea typeface="ＭＳ Ｐゴシック" charset="0"/>
              </a:defRPr>
            </a:lvl1pPr>
            <a:lvl2pPr marL="742950" indent="-285750" algn="ctr">
              <a:defRPr sz="2400" u="sng">
                <a:solidFill>
                  <a:srgbClr val="0D408B"/>
                </a:solidFill>
                <a:latin typeface="Tahoma" charset="0"/>
                <a:ea typeface="ＭＳ Ｐゴシック" charset="0"/>
              </a:defRPr>
            </a:lvl2pPr>
            <a:lvl3pPr marL="1143000" indent="-228600" algn="ctr">
              <a:defRPr sz="2400" u="sng">
                <a:solidFill>
                  <a:srgbClr val="0D408B"/>
                </a:solidFill>
                <a:latin typeface="Tahoma" charset="0"/>
                <a:ea typeface="ＭＳ Ｐゴシック" charset="0"/>
              </a:defRPr>
            </a:lvl3pPr>
            <a:lvl4pPr marL="1600200" indent="-228600" algn="ctr">
              <a:defRPr sz="2400" u="sng">
                <a:solidFill>
                  <a:srgbClr val="0D408B"/>
                </a:solidFill>
                <a:latin typeface="Tahoma" charset="0"/>
                <a:ea typeface="ＭＳ Ｐゴシック" charset="0"/>
              </a:defRPr>
            </a:lvl4pPr>
            <a:lvl5pPr marL="2057400" indent="-228600" algn="ctr">
              <a:defRPr sz="2400" u="sng">
                <a:solidFill>
                  <a:srgbClr val="0D408B"/>
                </a:solidFill>
                <a:latin typeface="Tahoma" charset="0"/>
                <a:ea typeface="ＭＳ Ｐゴシック" charset="0"/>
              </a:defRPr>
            </a:lvl5pPr>
            <a:lvl6pPr marL="2514600" indent="-228600" algn="ctr" eaLnBrk="0" fontAlgn="base" hangingPunct="0">
              <a:spcBef>
                <a:spcPct val="0"/>
              </a:spcBef>
              <a:spcAft>
                <a:spcPct val="0"/>
              </a:spcAft>
              <a:defRPr sz="2400" u="sng">
                <a:solidFill>
                  <a:srgbClr val="0D408B"/>
                </a:solidFill>
                <a:latin typeface="Tahoma" charset="0"/>
                <a:ea typeface="ＭＳ Ｐゴシック" charset="0"/>
              </a:defRPr>
            </a:lvl6pPr>
            <a:lvl7pPr marL="2971800" indent="-228600" algn="ctr" eaLnBrk="0" fontAlgn="base" hangingPunct="0">
              <a:spcBef>
                <a:spcPct val="0"/>
              </a:spcBef>
              <a:spcAft>
                <a:spcPct val="0"/>
              </a:spcAft>
              <a:defRPr sz="2400" u="sng">
                <a:solidFill>
                  <a:srgbClr val="0D408B"/>
                </a:solidFill>
                <a:latin typeface="Tahoma" charset="0"/>
                <a:ea typeface="ＭＳ Ｐゴシック" charset="0"/>
              </a:defRPr>
            </a:lvl7pPr>
            <a:lvl8pPr marL="3429000" indent="-228600" algn="ctr" eaLnBrk="0" fontAlgn="base" hangingPunct="0">
              <a:spcBef>
                <a:spcPct val="0"/>
              </a:spcBef>
              <a:spcAft>
                <a:spcPct val="0"/>
              </a:spcAft>
              <a:defRPr sz="2400" u="sng">
                <a:solidFill>
                  <a:srgbClr val="0D408B"/>
                </a:solidFill>
                <a:latin typeface="Tahoma" charset="0"/>
                <a:ea typeface="ＭＳ Ｐゴシック" charset="0"/>
              </a:defRPr>
            </a:lvl8pPr>
            <a:lvl9pPr marL="3886200" indent="-228600" algn="ctr" eaLnBrk="0" fontAlgn="base" hangingPunct="0">
              <a:spcBef>
                <a:spcPct val="0"/>
              </a:spcBef>
              <a:spcAft>
                <a:spcPct val="0"/>
              </a:spcAft>
              <a:defRPr sz="2400" u="sng">
                <a:solidFill>
                  <a:srgbClr val="0D408B"/>
                </a:solidFill>
                <a:latin typeface="Tahoma" charset="0"/>
                <a:ea typeface="ＭＳ Ｐゴシック" charset="0"/>
              </a:defRPr>
            </a:lvl9pPr>
          </a:lstStyle>
          <a:p>
            <a:pPr algn="l" defTabSz="457200">
              <a:lnSpc>
                <a:spcPct val="90000"/>
              </a:lnSpc>
            </a:pPr>
            <a:r>
              <a:rPr lang="en-US" sz="1400" u="none" dirty="0">
                <a:solidFill>
                  <a:srgbClr val="FFFFFF"/>
                </a:solidFill>
                <a:latin typeface="Helvetica" charset="0"/>
              </a:rPr>
              <a:t>Financial Plans</a:t>
            </a:r>
          </a:p>
        </p:txBody>
      </p:sp>
      <p:cxnSp>
        <p:nvCxnSpPr>
          <p:cNvPr id="57" name="Straight Arrow Connector 56">
            <a:extLst>
              <a:ext uri="{FF2B5EF4-FFF2-40B4-BE49-F238E27FC236}">
                <a16:creationId xmlns:a16="http://schemas.microsoft.com/office/drawing/2014/main" id="{78901218-2AEE-4A90-A6DA-57DDED44067B}"/>
              </a:ext>
            </a:extLst>
          </p:cNvPr>
          <p:cNvCxnSpPr>
            <a:stCxn id="18" idx="3"/>
            <a:endCxn id="32" idx="1"/>
          </p:cNvCxnSpPr>
          <p:nvPr/>
        </p:nvCxnSpPr>
        <p:spPr>
          <a:xfrm>
            <a:off x="4086282" y="2073430"/>
            <a:ext cx="834375" cy="0"/>
          </a:xfrm>
          <a:prstGeom prst="straightConnector1">
            <a:avLst/>
          </a:prstGeom>
          <a:ln w="190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8C00C6FD-C501-49EF-818E-54B5E85CC5E9}"/>
              </a:ext>
            </a:extLst>
          </p:cNvPr>
          <p:cNvCxnSpPr>
            <a:stCxn id="32" idx="3"/>
            <a:endCxn id="33" idx="1"/>
          </p:cNvCxnSpPr>
          <p:nvPr/>
        </p:nvCxnSpPr>
        <p:spPr>
          <a:xfrm flipV="1">
            <a:off x="6712943" y="2067818"/>
            <a:ext cx="583804" cy="5612"/>
          </a:xfrm>
          <a:prstGeom prst="straightConnector1">
            <a:avLst/>
          </a:prstGeom>
          <a:ln w="190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9" name="Rectangle 58">
            <a:extLst>
              <a:ext uri="{FF2B5EF4-FFF2-40B4-BE49-F238E27FC236}">
                <a16:creationId xmlns:a16="http://schemas.microsoft.com/office/drawing/2014/main" id="{B9CCFA1A-0827-445C-8D62-8E5C0B19993D}"/>
              </a:ext>
            </a:extLst>
          </p:cNvPr>
          <p:cNvSpPr/>
          <p:nvPr/>
        </p:nvSpPr>
        <p:spPr>
          <a:xfrm>
            <a:off x="4928580" y="2455468"/>
            <a:ext cx="1798638" cy="44767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defTabSz="457200"/>
            <a:endParaRPr lang="en-US" dirty="0">
              <a:solidFill>
                <a:srgbClr val="FFFFFF"/>
              </a:solidFill>
              <a:latin typeface="Arial"/>
            </a:endParaRPr>
          </a:p>
        </p:txBody>
      </p:sp>
      <p:cxnSp>
        <p:nvCxnSpPr>
          <p:cNvPr id="60" name="Straight Arrow Connector 59">
            <a:extLst>
              <a:ext uri="{FF2B5EF4-FFF2-40B4-BE49-F238E27FC236}">
                <a16:creationId xmlns:a16="http://schemas.microsoft.com/office/drawing/2014/main" id="{9D396DE9-5AF7-431C-BC39-50EB63795204}"/>
              </a:ext>
            </a:extLst>
          </p:cNvPr>
          <p:cNvCxnSpPr>
            <a:endCxn id="45" idx="0"/>
          </p:cNvCxnSpPr>
          <p:nvPr/>
        </p:nvCxnSpPr>
        <p:spPr>
          <a:xfrm>
            <a:off x="3417132" y="2678087"/>
            <a:ext cx="1264593" cy="437780"/>
          </a:xfrm>
          <a:prstGeom prst="straightConnector1">
            <a:avLst/>
          </a:prstGeom>
          <a:ln w="190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B9F2A8C6-81DC-4105-9524-08AC7CD6BB3A}"/>
              </a:ext>
            </a:extLst>
          </p:cNvPr>
          <p:cNvCxnSpPr>
            <a:stCxn id="59" idx="0"/>
            <a:endCxn id="32" idx="2"/>
          </p:cNvCxnSpPr>
          <p:nvPr/>
        </p:nvCxnSpPr>
        <p:spPr>
          <a:xfrm flipH="1" flipV="1">
            <a:off x="5816801" y="2294887"/>
            <a:ext cx="11099" cy="160581"/>
          </a:xfrm>
          <a:prstGeom prst="straightConnector1">
            <a:avLst/>
          </a:prstGeom>
          <a:ln w="190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7D25EC50-15BB-4F9A-91CF-22DF04A6445C}"/>
              </a:ext>
            </a:extLst>
          </p:cNvPr>
          <p:cNvCxnSpPr>
            <a:stCxn id="44" idx="0"/>
          </p:cNvCxnSpPr>
          <p:nvPr/>
        </p:nvCxnSpPr>
        <p:spPr>
          <a:xfrm flipH="1" flipV="1">
            <a:off x="6761098" y="2671166"/>
            <a:ext cx="331250" cy="460576"/>
          </a:xfrm>
          <a:prstGeom prst="straightConnector1">
            <a:avLst/>
          </a:prstGeom>
          <a:ln w="190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CFDB4C14-CB8A-434A-B16D-05C5ED4C5F0E}"/>
              </a:ext>
            </a:extLst>
          </p:cNvPr>
          <p:cNvCxnSpPr>
            <a:stCxn id="29" idx="0"/>
          </p:cNvCxnSpPr>
          <p:nvPr/>
        </p:nvCxnSpPr>
        <p:spPr>
          <a:xfrm flipV="1">
            <a:off x="7075675" y="2714231"/>
            <a:ext cx="1293019" cy="409575"/>
          </a:xfrm>
          <a:prstGeom prst="straightConnector1">
            <a:avLst/>
          </a:prstGeom>
          <a:ln w="190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C1AED07C-0392-4EF5-9587-15A40200B17B}"/>
              </a:ext>
            </a:extLst>
          </p:cNvPr>
          <p:cNvCxnSpPr>
            <a:stCxn id="45" idx="0"/>
            <a:endCxn id="31" idx="1"/>
          </p:cNvCxnSpPr>
          <p:nvPr/>
        </p:nvCxnSpPr>
        <p:spPr>
          <a:xfrm flipV="1">
            <a:off x="4681724" y="2679305"/>
            <a:ext cx="253206" cy="436562"/>
          </a:xfrm>
          <a:prstGeom prst="straightConnector1">
            <a:avLst/>
          </a:prstGeom>
          <a:ln w="190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4BF05ACE-2F3E-4168-866B-A9B39A7AAB9B}"/>
              </a:ext>
            </a:extLst>
          </p:cNvPr>
          <p:cNvCxnSpPr>
            <a:stCxn id="44" idx="2"/>
            <a:endCxn id="28" idx="3"/>
          </p:cNvCxnSpPr>
          <p:nvPr/>
        </p:nvCxnSpPr>
        <p:spPr>
          <a:xfrm flipH="1">
            <a:off x="6738330" y="3611874"/>
            <a:ext cx="354018" cy="293329"/>
          </a:xfrm>
          <a:prstGeom prst="straightConnector1">
            <a:avLst/>
          </a:prstGeom>
          <a:ln w="190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A6FC923A-EB63-44E7-93A3-FB5F670856F8}"/>
              </a:ext>
            </a:extLst>
          </p:cNvPr>
          <p:cNvCxnSpPr>
            <a:endCxn id="44" idx="2"/>
          </p:cNvCxnSpPr>
          <p:nvPr/>
        </p:nvCxnSpPr>
        <p:spPr>
          <a:xfrm flipH="1" flipV="1">
            <a:off x="7092348" y="3611874"/>
            <a:ext cx="1258888" cy="377119"/>
          </a:xfrm>
          <a:prstGeom prst="straightConnector1">
            <a:avLst/>
          </a:prstGeom>
          <a:ln w="190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2550CC60-0BB3-4328-937C-8213F5BFA9F3}"/>
              </a:ext>
            </a:extLst>
          </p:cNvPr>
          <p:cNvCxnSpPr/>
          <p:nvPr/>
        </p:nvCxnSpPr>
        <p:spPr>
          <a:xfrm flipH="1" flipV="1">
            <a:off x="7970231" y="3358654"/>
            <a:ext cx="393701" cy="1"/>
          </a:xfrm>
          <a:prstGeom prst="straightConnector1">
            <a:avLst/>
          </a:prstGeom>
          <a:ln w="190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2969EC15-E3FF-4B12-80FD-FFCF3762FBE2}"/>
              </a:ext>
            </a:extLst>
          </p:cNvPr>
          <p:cNvCxnSpPr>
            <a:stCxn id="31" idx="2"/>
            <a:endCxn id="28" idx="0"/>
          </p:cNvCxnSpPr>
          <p:nvPr/>
        </p:nvCxnSpPr>
        <p:spPr>
          <a:xfrm>
            <a:off x="5831075" y="2903142"/>
            <a:ext cx="11113" cy="779016"/>
          </a:xfrm>
          <a:prstGeom prst="straightConnector1">
            <a:avLst/>
          </a:prstGeom>
          <a:ln w="190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3291CD84-5D49-44C1-89E3-3C3BE8339CF6}"/>
              </a:ext>
            </a:extLst>
          </p:cNvPr>
          <p:cNvCxnSpPr/>
          <p:nvPr/>
        </p:nvCxnSpPr>
        <p:spPr>
          <a:xfrm flipH="1">
            <a:off x="3417131" y="3358653"/>
            <a:ext cx="385912" cy="11214"/>
          </a:xfrm>
          <a:prstGeom prst="straightConnector1">
            <a:avLst/>
          </a:prstGeom>
          <a:ln w="190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222E2FE5-917A-4331-A705-77142362B6C6}"/>
              </a:ext>
            </a:extLst>
          </p:cNvPr>
          <p:cNvCxnSpPr>
            <a:stCxn id="28" idx="1"/>
            <a:endCxn id="30" idx="2"/>
          </p:cNvCxnSpPr>
          <p:nvPr/>
        </p:nvCxnSpPr>
        <p:spPr>
          <a:xfrm flipH="1" flipV="1">
            <a:off x="4699187" y="3568306"/>
            <a:ext cx="246856" cy="336897"/>
          </a:xfrm>
          <a:prstGeom prst="straightConnector1">
            <a:avLst/>
          </a:prstGeom>
          <a:ln w="190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C40BA610-E3BD-45AE-8B78-428CB902904B}"/>
              </a:ext>
            </a:extLst>
          </p:cNvPr>
          <p:cNvCxnSpPr>
            <a:stCxn id="45" idx="2"/>
            <a:endCxn id="22" idx="3"/>
          </p:cNvCxnSpPr>
          <p:nvPr/>
        </p:nvCxnSpPr>
        <p:spPr>
          <a:xfrm flipH="1">
            <a:off x="3434744" y="3592118"/>
            <a:ext cx="1246981" cy="396875"/>
          </a:xfrm>
          <a:prstGeom prst="straightConnector1">
            <a:avLst/>
          </a:prstGeom>
          <a:ln w="190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4B33B714-00BF-4AD9-8CE6-093E59D71071}"/>
              </a:ext>
            </a:extLst>
          </p:cNvPr>
          <p:cNvCxnSpPr>
            <a:stCxn id="27" idx="0"/>
            <a:endCxn id="28" idx="2"/>
          </p:cNvCxnSpPr>
          <p:nvPr/>
        </p:nvCxnSpPr>
        <p:spPr>
          <a:xfrm flipV="1">
            <a:off x="5831075" y="4128245"/>
            <a:ext cx="11113" cy="143750"/>
          </a:xfrm>
          <a:prstGeom prst="straightConnector1">
            <a:avLst/>
          </a:prstGeom>
          <a:ln w="190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725DD488-0D95-4D70-9BB7-CDFC25E7928D}"/>
              </a:ext>
            </a:extLst>
          </p:cNvPr>
          <p:cNvCxnSpPr>
            <a:stCxn id="27" idx="2"/>
            <a:endCxn id="26" idx="0"/>
          </p:cNvCxnSpPr>
          <p:nvPr/>
        </p:nvCxnSpPr>
        <p:spPr>
          <a:xfrm>
            <a:off x="5831074" y="4714908"/>
            <a:ext cx="0" cy="144739"/>
          </a:xfrm>
          <a:prstGeom prst="straightConnector1">
            <a:avLst/>
          </a:prstGeom>
          <a:ln w="1270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93FF6664-891F-4E1B-91A0-8844467AAA74}"/>
              </a:ext>
            </a:extLst>
          </p:cNvPr>
          <p:cNvCxnSpPr>
            <a:stCxn id="25" idx="0"/>
            <a:endCxn id="26" idx="2"/>
          </p:cNvCxnSpPr>
          <p:nvPr/>
        </p:nvCxnSpPr>
        <p:spPr>
          <a:xfrm flipH="1" flipV="1">
            <a:off x="5831075" y="5307321"/>
            <a:ext cx="6829" cy="140998"/>
          </a:xfrm>
          <a:prstGeom prst="straightConnector1">
            <a:avLst/>
          </a:prstGeom>
          <a:ln w="190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70BB13B3-D9BF-40A7-A0A6-008F199F3655}"/>
              </a:ext>
            </a:extLst>
          </p:cNvPr>
          <p:cNvCxnSpPr>
            <a:endCxn id="35" idx="7"/>
          </p:cNvCxnSpPr>
          <p:nvPr/>
        </p:nvCxnSpPr>
        <p:spPr>
          <a:xfrm flipH="1">
            <a:off x="4404455" y="3901908"/>
            <a:ext cx="541590" cy="188661"/>
          </a:xfrm>
          <a:prstGeom prst="straightConnector1">
            <a:avLst/>
          </a:prstGeom>
          <a:ln w="190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D976E423-D1FD-4FB9-97BC-DD5A3478D519}"/>
              </a:ext>
            </a:extLst>
          </p:cNvPr>
          <p:cNvCxnSpPr>
            <a:stCxn id="27" idx="1"/>
            <a:endCxn id="35" idx="6"/>
          </p:cNvCxnSpPr>
          <p:nvPr/>
        </p:nvCxnSpPr>
        <p:spPr>
          <a:xfrm flipH="1" flipV="1">
            <a:off x="4507642" y="4324899"/>
            <a:ext cx="427289" cy="168552"/>
          </a:xfrm>
          <a:prstGeom prst="straightConnector1">
            <a:avLst/>
          </a:prstGeom>
          <a:ln w="190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51721AE4-0D4F-4A18-A66F-C72C413DF2DE}"/>
              </a:ext>
            </a:extLst>
          </p:cNvPr>
          <p:cNvCxnSpPr>
            <a:stCxn id="27" idx="1"/>
            <a:endCxn id="36" idx="7"/>
          </p:cNvCxnSpPr>
          <p:nvPr/>
        </p:nvCxnSpPr>
        <p:spPr>
          <a:xfrm flipH="1">
            <a:off x="4407494" y="4493452"/>
            <a:ext cx="527437" cy="330625"/>
          </a:xfrm>
          <a:prstGeom prst="straightConnector1">
            <a:avLst/>
          </a:prstGeom>
          <a:ln w="190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667B5F4A-7CE0-4E4D-B4FD-799B4B44AC82}"/>
              </a:ext>
            </a:extLst>
          </p:cNvPr>
          <p:cNvCxnSpPr>
            <a:stCxn id="26" idx="1"/>
            <a:endCxn id="36" idx="6"/>
          </p:cNvCxnSpPr>
          <p:nvPr/>
        </p:nvCxnSpPr>
        <p:spPr>
          <a:xfrm flipH="1" flipV="1">
            <a:off x="4507640" y="5049090"/>
            <a:ext cx="427290" cy="34395"/>
          </a:xfrm>
          <a:prstGeom prst="straightConnector1">
            <a:avLst/>
          </a:prstGeom>
          <a:ln w="190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5ED9D47E-0EB4-4B39-A60E-199DDA27A80C}"/>
              </a:ext>
            </a:extLst>
          </p:cNvPr>
          <p:cNvCxnSpPr>
            <a:stCxn id="37" idx="3"/>
            <a:endCxn id="27" idx="3"/>
          </p:cNvCxnSpPr>
          <p:nvPr/>
        </p:nvCxnSpPr>
        <p:spPr>
          <a:xfrm flipH="1">
            <a:off x="6727218" y="4447285"/>
            <a:ext cx="367134" cy="46167"/>
          </a:xfrm>
          <a:prstGeom prst="straightConnector1">
            <a:avLst/>
          </a:prstGeom>
          <a:ln w="190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F97D0683-BB82-4361-BC21-92F67880C0FA}"/>
              </a:ext>
            </a:extLst>
          </p:cNvPr>
          <p:cNvCxnSpPr>
            <a:stCxn id="37" idx="1"/>
            <a:endCxn id="28" idx="3"/>
          </p:cNvCxnSpPr>
          <p:nvPr/>
        </p:nvCxnSpPr>
        <p:spPr>
          <a:xfrm flipH="1" flipV="1">
            <a:off x="6738330" y="3905203"/>
            <a:ext cx="356022" cy="102339"/>
          </a:xfrm>
          <a:prstGeom prst="straightConnector1">
            <a:avLst/>
          </a:prstGeom>
          <a:ln w="190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CB5F0CB3-1150-4755-837E-B21D778E9223}"/>
              </a:ext>
            </a:extLst>
          </p:cNvPr>
          <p:cNvCxnSpPr>
            <a:stCxn id="34" idx="1"/>
            <a:endCxn id="27" idx="3"/>
          </p:cNvCxnSpPr>
          <p:nvPr/>
        </p:nvCxnSpPr>
        <p:spPr>
          <a:xfrm flipH="1" flipV="1">
            <a:off x="6727219" y="4493451"/>
            <a:ext cx="412437" cy="325644"/>
          </a:xfrm>
          <a:prstGeom prst="straightConnector1">
            <a:avLst/>
          </a:prstGeom>
          <a:ln w="190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719C6F13-AA76-41BC-B3E9-F030154B0ADE}"/>
              </a:ext>
            </a:extLst>
          </p:cNvPr>
          <p:cNvCxnSpPr>
            <a:stCxn id="34" idx="2"/>
            <a:endCxn id="26" idx="3"/>
          </p:cNvCxnSpPr>
          <p:nvPr/>
        </p:nvCxnSpPr>
        <p:spPr>
          <a:xfrm flipH="1">
            <a:off x="6727218" y="5055388"/>
            <a:ext cx="309036" cy="28096"/>
          </a:xfrm>
          <a:prstGeom prst="straightConnector1">
            <a:avLst/>
          </a:prstGeom>
          <a:ln w="190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2285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2FBDFFA-E643-478D-90C1-94AC559A46B1}"/>
              </a:ext>
            </a:extLst>
          </p:cNvPr>
          <p:cNvSpPr>
            <a:spLocks noGrp="1"/>
          </p:cNvSpPr>
          <p:nvPr>
            <p:ph type="title"/>
          </p:nvPr>
        </p:nvSpPr>
        <p:spPr/>
        <p:txBody>
          <a:bodyPr/>
          <a:lstStyle/>
          <a:p>
            <a:r>
              <a:rPr lang="en-GB" dirty="0"/>
              <a:t>Sequence of meetings  - Sales and Ops planning</a:t>
            </a:r>
            <a:endParaRPr lang="LID4096" dirty="0"/>
          </a:p>
        </p:txBody>
      </p:sp>
      <p:sp>
        <p:nvSpPr>
          <p:cNvPr id="9" name="Slide Number Placeholder 8">
            <a:extLst>
              <a:ext uri="{FF2B5EF4-FFF2-40B4-BE49-F238E27FC236}">
                <a16:creationId xmlns:a16="http://schemas.microsoft.com/office/drawing/2014/main" id="{26C25198-6458-46EC-90A6-E332B5A6F0C3}"/>
              </a:ext>
            </a:extLst>
          </p:cNvPr>
          <p:cNvSpPr>
            <a:spLocks noGrp="1"/>
          </p:cNvSpPr>
          <p:nvPr>
            <p:ph type="sldNum" sz="quarter" idx="12"/>
          </p:nvPr>
        </p:nvSpPr>
        <p:spPr/>
        <p:txBody>
          <a:bodyPr/>
          <a:lstStyle/>
          <a:p>
            <a:pPr defTabSz="457200"/>
            <a:fld id="{66AA3846-8976-4D24-8224-CEE1235CE9F4}" type="slidenum">
              <a:rPr lang="en-US">
                <a:solidFill>
                  <a:srgbClr val="262F3C"/>
                </a:solidFill>
                <a:latin typeface="Arial"/>
              </a:rPr>
              <a:pPr defTabSz="457200"/>
              <a:t>6</a:t>
            </a:fld>
            <a:endParaRPr lang="en-US" dirty="0">
              <a:solidFill>
                <a:srgbClr val="262F3C"/>
              </a:solidFill>
              <a:latin typeface="Arial"/>
            </a:endParaRPr>
          </a:p>
        </p:txBody>
      </p:sp>
      <p:pic>
        <p:nvPicPr>
          <p:cNvPr id="18" name="Picture 194">
            <a:extLst>
              <a:ext uri="{FF2B5EF4-FFF2-40B4-BE49-F238E27FC236}">
                <a16:creationId xmlns:a16="http://schemas.microsoft.com/office/drawing/2014/main" id="{16D21F1B-5AE3-4ADB-88A6-5019C929B4BC}"/>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bwMode="auto">
          <a:xfrm>
            <a:off x="1305565" y="5773369"/>
            <a:ext cx="9151569" cy="279553"/>
          </a:xfrm>
          <a:prstGeom prst="rect">
            <a:avLst/>
          </a:prstGeom>
          <a:noFill/>
          <a:ln>
            <a:noFill/>
          </a:ln>
        </p:spPr>
      </p:pic>
      <p:sp>
        <p:nvSpPr>
          <p:cNvPr id="22" name="Up Arrow Callout 129">
            <a:extLst>
              <a:ext uri="{FF2B5EF4-FFF2-40B4-BE49-F238E27FC236}">
                <a16:creationId xmlns:a16="http://schemas.microsoft.com/office/drawing/2014/main" id="{6D752A2A-EAE6-4F18-9EE9-F4ACB545468E}"/>
              </a:ext>
            </a:extLst>
          </p:cNvPr>
          <p:cNvSpPr/>
          <p:nvPr/>
        </p:nvSpPr>
        <p:spPr>
          <a:xfrm>
            <a:off x="6096000" y="3179838"/>
            <a:ext cx="699230" cy="591635"/>
          </a:xfrm>
          <a:prstGeom prst="upArrowCallout">
            <a:avLst>
              <a:gd name="adj1" fmla="val 25000"/>
              <a:gd name="adj2" fmla="val 28325"/>
              <a:gd name="adj3" fmla="val 25000"/>
              <a:gd name="adj4" fmla="val 57427"/>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defTabSz="914378"/>
            <a:r>
              <a:rPr lang="en-US" sz="800" b="1" dirty="0">
                <a:solidFill>
                  <a:srgbClr val="262F3C"/>
                </a:solidFill>
                <a:latin typeface="Arial"/>
              </a:rPr>
              <a:t>Supply review</a:t>
            </a:r>
          </a:p>
          <a:p>
            <a:pPr algn="ctr" defTabSz="914378"/>
            <a:r>
              <a:rPr lang="en-US" sz="800" b="1" dirty="0">
                <a:solidFill>
                  <a:srgbClr val="262F3C"/>
                </a:solidFill>
                <a:latin typeface="Arial"/>
              </a:rPr>
              <a:t>(RCCP)</a:t>
            </a:r>
          </a:p>
        </p:txBody>
      </p:sp>
      <p:sp>
        <p:nvSpPr>
          <p:cNvPr id="27" name="Down Arrow Callout 6">
            <a:extLst>
              <a:ext uri="{FF2B5EF4-FFF2-40B4-BE49-F238E27FC236}">
                <a16:creationId xmlns:a16="http://schemas.microsoft.com/office/drawing/2014/main" id="{643CDF20-B4A9-4AA5-8BA9-7340CD8D5240}"/>
              </a:ext>
            </a:extLst>
          </p:cNvPr>
          <p:cNvSpPr/>
          <p:nvPr/>
        </p:nvSpPr>
        <p:spPr>
          <a:xfrm>
            <a:off x="3820127" y="1439890"/>
            <a:ext cx="1097689" cy="465635"/>
          </a:xfrm>
          <a:prstGeom prst="downArrowCallout">
            <a:avLst/>
          </a:prstGeom>
          <a:gradFill flip="none" rotWithShape="1">
            <a:gsLst>
              <a:gs pos="0">
                <a:srgbClr val="E4312C"/>
              </a:gs>
              <a:gs pos="100000">
                <a:srgbClr val="F18E00"/>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defTabSz="914378"/>
            <a:r>
              <a:rPr lang="en-US" sz="800" b="1" dirty="0">
                <a:solidFill>
                  <a:srgbClr val="FFFFFF"/>
                </a:solidFill>
                <a:latin typeface="Arial"/>
              </a:rPr>
              <a:t>Input from</a:t>
            </a:r>
          </a:p>
          <a:p>
            <a:pPr algn="ctr" defTabSz="914378"/>
            <a:r>
              <a:rPr lang="en-US" sz="800" b="1" dirty="0">
                <a:solidFill>
                  <a:srgbClr val="FFFFFF"/>
                </a:solidFill>
                <a:latin typeface="Arial"/>
              </a:rPr>
              <a:t>Support functions</a:t>
            </a:r>
          </a:p>
        </p:txBody>
      </p:sp>
      <p:sp>
        <p:nvSpPr>
          <p:cNvPr id="28" name="Down Arrow Callout 144">
            <a:extLst>
              <a:ext uri="{FF2B5EF4-FFF2-40B4-BE49-F238E27FC236}">
                <a16:creationId xmlns:a16="http://schemas.microsoft.com/office/drawing/2014/main" id="{E1611BB6-0B22-429A-A155-035B50E171CA}"/>
              </a:ext>
            </a:extLst>
          </p:cNvPr>
          <p:cNvSpPr/>
          <p:nvPr/>
        </p:nvSpPr>
        <p:spPr>
          <a:xfrm>
            <a:off x="2200948" y="1439658"/>
            <a:ext cx="1097689" cy="465635"/>
          </a:xfrm>
          <a:prstGeom prst="downArrowCallout">
            <a:avLst/>
          </a:prstGeom>
          <a:gradFill flip="none" rotWithShape="1">
            <a:gsLst>
              <a:gs pos="0">
                <a:srgbClr val="E4312C"/>
              </a:gs>
              <a:gs pos="100000">
                <a:srgbClr val="F18E00"/>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defTabSz="914378"/>
            <a:r>
              <a:rPr lang="en-US" sz="800" b="1" dirty="0">
                <a:solidFill>
                  <a:srgbClr val="FFFFFF"/>
                </a:solidFill>
                <a:latin typeface="Arial"/>
              </a:rPr>
              <a:t>Business wide</a:t>
            </a:r>
          </a:p>
        </p:txBody>
      </p:sp>
      <p:cxnSp>
        <p:nvCxnSpPr>
          <p:cNvPr id="29" name="Straight Connector 28">
            <a:extLst>
              <a:ext uri="{FF2B5EF4-FFF2-40B4-BE49-F238E27FC236}">
                <a16:creationId xmlns:a16="http://schemas.microsoft.com/office/drawing/2014/main" id="{8E684315-E929-46D7-86CE-EC39F9877D5C}"/>
              </a:ext>
            </a:extLst>
          </p:cNvPr>
          <p:cNvCxnSpPr/>
          <p:nvPr/>
        </p:nvCxnSpPr>
        <p:spPr>
          <a:xfrm>
            <a:off x="1591005" y="3849376"/>
            <a:ext cx="8748000"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BD4C5FD-4FCE-4725-B00C-DB9BC412765F}"/>
              </a:ext>
            </a:extLst>
          </p:cNvPr>
          <p:cNvCxnSpPr/>
          <p:nvPr/>
        </p:nvCxnSpPr>
        <p:spPr>
          <a:xfrm>
            <a:off x="1515696" y="4759773"/>
            <a:ext cx="8748000"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690381B-60CC-4835-9CB7-2BA8567E02F3}"/>
              </a:ext>
            </a:extLst>
          </p:cNvPr>
          <p:cNvCxnSpPr/>
          <p:nvPr/>
        </p:nvCxnSpPr>
        <p:spPr>
          <a:xfrm>
            <a:off x="1440758" y="5708932"/>
            <a:ext cx="8748000"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E9DD86E1-0D44-4066-AA97-AD11219B5A46}"/>
              </a:ext>
            </a:extLst>
          </p:cNvPr>
          <p:cNvSpPr/>
          <p:nvPr/>
        </p:nvSpPr>
        <p:spPr>
          <a:xfrm>
            <a:off x="2577211" y="5773369"/>
            <a:ext cx="6501470" cy="279553"/>
          </a:xfrm>
          <a:prstGeom prst="rect">
            <a:avLst/>
          </a:prstGeom>
          <a:solidFill>
            <a:srgbClr val="8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defTabSz="914378">
              <a:defRPr/>
            </a:pPr>
            <a:r>
              <a:rPr lang="en-GB" sz="1200" b="1" i="1" dirty="0">
                <a:solidFill>
                  <a:srgbClr val="FFFFFF"/>
                </a:solidFill>
                <a:latin typeface="Arial"/>
              </a:rPr>
              <a:t>Continuous Integrated Reconciliation (IR)</a:t>
            </a:r>
          </a:p>
        </p:txBody>
      </p:sp>
      <p:pic>
        <p:nvPicPr>
          <p:cNvPr id="33" name="Picture 194">
            <a:extLst>
              <a:ext uri="{FF2B5EF4-FFF2-40B4-BE49-F238E27FC236}">
                <a16:creationId xmlns:a16="http://schemas.microsoft.com/office/drawing/2014/main" id="{7F72F23F-1F3F-4C95-90D1-3185AF1FEFF1}"/>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bwMode="auto">
          <a:xfrm>
            <a:off x="3548112" y="409012"/>
            <a:ext cx="4509902" cy="137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7" name="Group 96">
            <a:extLst>
              <a:ext uri="{FF2B5EF4-FFF2-40B4-BE49-F238E27FC236}">
                <a16:creationId xmlns:a16="http://schemas.microsoft.com/office/drawing/2014/main" id="{B2C180EF-34CC-4F9C-9FD9-18DA802C0FD2}"/>
              </a:ext>
            </a:extLst>
          </p:cNvPr>
          <p:cNvGrpSpPr/>
          <p:nvPr/>
        </p:nvGrpSpPr>
        <p:grpSpPr>
          <a:xfrm>
            <a:off x="2544439" y="1905289"/>
            <a:ext cx="8748001" cy="593398"/>
            <a:chOff x="1556196" y="1905289"/>
            <a:chExt cx="3935654" cy="593398"/>
          </a:xfrm>
        </p:grpSpPr>
        <p:pic>
          <p:nvPicPr>
            <p:cNvPr id="34" name="Picture 197">
              <a:extLst>
                <a:ext uri="{FF2B5EF4-FFF2-40B4-BE49-F238E27FC236}">
                  <a16:creationId xmlns:a16="http://schemas.microsoft.com/office/drawing/2014/main" id="{88F91050-4661-499A-BB2C-A8A04832073F}"/>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2215461" y="1905289"/>
              <a:ext cx="358400" cy="591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 name="Picture 200">
              <a:extLst>
                <a:ext uri="{FF2B5EF4-FFF2-40B4-BE49-F238E27FC236}">
                  <a16:creationId xmlns:a16="http://schemas.microsoft.com/office/drawing/2014/main" id="{9620E8DF-A4A5-4E89-9E5E-383022B29AB4}"/>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3188124" y="1905289"/>
              <a:ext cx="358400" cy="591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 name="Picture 199">
              <a:extLst>
                <a:ext uri="{FF2B5EF4-FFF2-40B4-BE49-F238E27FC236}">
                  <a16:creationId xmlns:a16="http://schemas.microsoft.com/office/drawing/2014/main" id="{B20325C3-0F4D-4ABD-AD36-78EB749E2C9A}"/>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2863903" y="1905289"/>
              <a:ext cx="358400" cy="591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01">
              <a:extLst>
                <a:ext uri="{FF2B5EF4-FFF2-40B4-BE49-F238E27FC236}">
                  <a16:creationId xmlns:a16="http://schemas.microsoft.com/office/drawing/2014/main" id="{74F45FB4-F686-438C-A6C5-DF6400083906}"/>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3512345" y="1905289"/>
              <a:ext cx="358400" cy="591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 name="Picture 198">
              <a:extLst>
                <a:ext uri="{FF2B5EF4-FFF2-40B4-BE49-F238E27FC236}">
                  <a16:creationId xmlns:a16="http://schemas.microsoft.com/office/drawing/2014/main" id="{D6470FB2-C32D-45D0-B71E-F34656144315}"/>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2539682" y="1905289"/>
              <a:ext cx="358400" cy="591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 name="Picture 202">
              <a:extLst>
                <a:ext uri="{FF2B5EF4-FFF2-40B4-BE49-F238E27FC236}">
                  <a16:creationId xmlns:a16="http://schemas.microsoft.com/office/drawing/2014/main" id="{2773817D-EDD2-428A-94D5-F7AE2669503E}"/>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3836566" y="1905289"/>
              <a:ext cx="358400" cy="591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 name="Picture 203">
              <a:extLst>
                <a:ext uri="{FF2B5EF4-FFF2-40B4-BE49-F238E27FC236}">
                  <a16:creationId xmlns:a16="http://schemas.microsoft.com/office/drawing/2014/main" id="{34EBA5D6-B08A-433E-B70F-8BB3DBC6139A}"/>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4160787" y="1905289"/>
              <a:ext cx="358400" cy="591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 name="Picture 204">
              <a:extLst>
                <a:ext uri="{FF2B5EF4-FFF2-40B4-BE49-F238E27FC236}">
                  <a16:creationId xmlns:a16="http://schemas.microsoft.com/office/drawing/2014/main" id="{5A7D2DCD-2F2A-4C53-B808-9617413E41C4}"/>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4485008" y="1905289"/>
              <a:ext cx="358400" cy="591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 name="Picture 205">
              <a:extLst>
                <a:ext uri="{FF2B5EF4-FFF2-40B4-BE49-F238E27FC236}">
                  <a16:creationId xmlns:a16="http://schemas.microsoft.com/office/drawing/2014/main" id="{16A00511-EBE1-4DEB-824E-736CDE5BBE20}"/>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4809229" y="1905289"/>
              <a:ext cx="358400" cy="591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 name="Picture 206">
              <a:extLst>
                <a:ext uri="{FF2B5EF4-FFF2-40B4-BE49-F238E27FC236}">
                  <a16:creationId xmlns:a16="http://schemas.microsoft.com/office/drawing/2014/main" id="{5D052987-D952-4953-981A-798F94C6B550}"/>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5133450" y="1905289"/>
              <a:ext cx="358400" cy="591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 name="Rectangle 52">
              <a:extLst>
                <a:ext uri="{FF2B5EF4-FFF2-40B4-BE49-F238E27FC236}">
                  <a16:creationId xmlns:a16="http://schemas.microsoft.com/office/drawing/2014/main" id="{465B0031-C5E1-438A-AD02-D7D930440C19}"/>
                </a:ext>
              </a:extLst>
            </p:cNvPr>
            <p:cNvSpPr/>
            <p:nvPr/>
          </p:nvSpPr>
          <p:spPr bwMode="auto">
            <a:xfrm>
              <a:off x="2258177" y="2018881"/>
              <a:ext cx="252000" cy="32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defTabSz="914378">
                <a:defRPr/>
              </a:pPr>
              <a:r>
                <a:rPr lang="en-GB" sz="1700" b="1" dirty="0">
                  <a:solidFill>
                    <a:srgbClr val="FFFFFF"/>
                  </a:solidFill>
                  <a:effectLst>
                    <a:outerShdw blurRad="38100" dist="38100" dir="2700000" algn="tl">
                      <a:srgbClr val="000000">
                        <a:alpha val="43137"/>
                      </a:srgbClr>
                    </a:outerShdw>
                  </a:effectLst>
                  <a:latin typeface="Arial"/>
                </a:rPr>
                <a:t>1</a:t>
              </a:r>
            </a:p>
          </p:txBody>
        </p:sp>
        <p:sp>
          <p:nvSpPr>
            <p:cNvPr id="54" name="Rectangle 53">
              <a:extLst>
                <a:ext uri="{FF2B5EF4-FFF2-40B4-BE49-F238E27FC236}">
                  <a16:creationId xmlns:a16="http://schemas.microsoft.com/office/drawing/2014/main" id="{E7007896-03EA-46DB-9E63-653EA9B6D5FD}"/>
                </a:ext>
              </a:extLst>
            </p:cNvPr>
            <p:cNvSpPr/>
            <p:nvPr/>
          </p:nvSpPr>
          <p:spPr bwMode="auto">
            <a:xfrm>
              <a:off x="2583023" y="2018881"/>
              <a:ext cx="252000" cy="32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defTabSz="914378">
                <a:defRPr/>
              </a:pPr>
              <a:r>
                <a:rPr lang="en-GB" sz="1700" b="1" dirty="0">
                  <a:solidFill>
                    <a:srgbClr val="FFFFFF"/>
                  </a:solidFill>
                  <a:effectLst>
                    <a:outerShdw blurRad="38100" dist="38100" dir="2700000" algn="tl">
                      <a:srgbClr val="000000">
                        <a:alpha val="43137"/>
                      </a:srgbClr>
                    </a:outerShdw>
                  </a:effectLst>
                  <a:latin typeface="Arial"/>
                </a:rPr>
                <a:t>2</a:t>
              </a:r>
            </a:p>
          </p:txBody>
        </p:sp>
        <p:sp>
          <p:nvSpPr>
            <p:cNvPr id="55" name="Rectangle 54">
              <a:extLst>
                <a:ext uri="{FF2B5EF4-FFF2-40B4-BE49-F238E27FC236}">
                  <a16:creationId xmlns:a16="http://schemas.microsoft.com/office/drawing/2014/main" id="{04C1C1AC-9304-4CEE-96F6-E351BA0B4973}"/>
                </a:ext>
              </a:extLst>
            </p:cNvPr>
            <p:cNvSpPr/>
            <p:nvPr/>
          </p:nvSpPr>
          <p:spPr bwMode="auto">
            <a:xfrm>
              <a:off x="2907869" y="2018881"/>
              <a:ext cx="252000" cy="32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defTabSz="914378">
                <a:defRPr/>
              </a:pPr>
              <a:r>
                <a:rPr lang="en-GB" sz="1700" b="1" dirty="0">
                  <a:solidFill>
                    <a:srgbClr val="FFFFFF"/>
                  </a:solidFill>
                  <a:effectLst>
                    <a:outerShdw blurRad="38100" dist="38100" dir="2700000" algn="tl">
                      <a:srgbClr val="000000">
                        <a:alpha val="43137"/>
                      </a:srgbClr>
                    </a:outerShdw>
                  </a:effectLst>
                  <a:latin typeface="Arial"/>
                </a:rPr>
                <a:t>3</a:t>
              </a:r>
            </a:p>
          </p:txBody>
        </p:sp>
        <p:sp>
          <p:nvSpPr>
            <p:cNvPr id="56" name="Rectangle 55">
              <a:extLst>
                <a:ext uri="{FF2B5EF4-FFF2-40B4-BE49-F238E27FC236}">
                  <a16:creationId xmlns:a16="http://schemas.microsoft.com/office/drawing/2014/main" id="{982AFFD5-C301-4830-A504-6ACBE7E692D7}"/>
                </a:ext>
              </a:extLst>
            </p:cNvPr>
            <p:cNvSpPr/>
            <p:nvPr/>
          </p:nvSpPr>
          <p:spPr bwMode="auto">
            <a:xfrm>
              <a:off x="3557561" y="2018881"/>
              <a:ext cx="252000" cy="32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defTabSz="914378">
                <a:defRPr/>
              </a:pPr>
              <a:r>
                <a:rPr lang="en-GB" sz="1700" b="1" dirty="0">
                  <a:solidFill>
                    <a:srgbClr val="FFFFFF"/>
                  </a:solidFill>
                  <a:effectLst>
                    <a:outerShdw blurRad="38100" dist="38100" dir="2700000" algn="tl">
                      <a:srgbClr val="000000">
                        <a:alpha val="43137"/>
                      </a:srgbClr>
                    </a:outerShdw>
                  </a:effectLst>
                  <a:latin typeface="Arial"/>
                </a:rPr>
                <a:t>5</a:t>
              </a:r>
            </a:p>
          </p:txBody>
        </p:sp>
        <p:sp>
          <p:nvSpPr>
            <p:cNvPr id="57" name="Rectangle 56">
              <a:extLst>
                <a:ext uri="{FF2B5EF4-FFF2-40B4-BE49-F238E27FC236}">
                  <a16:creationId xmlns:a16="http://schemas.microsoft.com/office/drawing/2014/main" id="{D3201D38-5BC1-44F2-8270-D3051A557FC1}"/>
                </a:ext>
              </a:extLst>
            </p:cNvPr>
            <p:cNvSpPr/>
            <p:nvPr/>
          </p:nvSpPr>
          <p:spPr bwMode="auto">
            <a:xfrm>
              <a:off x="4207253" y="2018881"/>
              <a:ext cx="252000" cy="32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defTabSz="914378">
                <a:defRPr/>
              </a:pPr>
              <a:r>
                <a:rPr lang="en-GB" sz="1700" b="1" dirty="0">
                  <a:solidFill>
                    <a:srgbClr val="FFFFFF"/>
                  </a:solidFill>
                  <a:effectLst>
                    <a:outerShdw blurRad="38100" dist="38100" dir="2700000" algn="tl">
                      <a:srgbClr val="000000">
                        <a:alpha val="43137"/>
                      </a:srgbClr>
                    </a:outerShdw>
                  </a:effectLst>
                  <a:latin typeface="Arial"/>
                </a:rPr>
                <a:t>7</a:t>
              </a:r>
            </a:p>
          </p:txBody>
        </p:sp>
        <p:sp>
          <p:nvSpPr>
            <p:cNvPr id="58" name="Rectangle 57">
              <a:extLst>
                <a:ext uri="{FF2B5EF4-FFF2-40B4-BE49-F238E27FC236}">
                  <a16:creationId xmlns:a16="http://schemas.microsoft.com/office/drawing/2014/main" id="{610942CA-6418-45B1-80A1-5E39AF126999}"/>
                </a:ext>
              </a:extLst>
            </p:cNvPr>
            <p:cNvSpPr/>
            <p:nvPr/>
          </p:nvSpPr>
          <p:spPr bwMode="auto">
            <a:xfrm>
              <a:off x="4532099" y="2018881"/>
              <a:ext cx="252000" cy="32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defTabSz="914378">
                <a:defRPr/>
              </a:pPr>
              <a:r>
                <a:rPr lang="en-GB" sz="1700" b="1" dirty="0">
                  <a:solidFill>
                    <a:srgbClr val="FFFFFF"/>
                  </a:solidFill>
                  <a:effectLst>
                    <a:outerShdw blurRad="38100" dist="38100" dir="2700000" algn="tl">
                      <a:srgbClr val="000000">
                        <a:alpha val="43137"/>
                      </a:srgbClr>
                    </a:outerShdw>
                  </a:effectLst>
                  <a:latin typeface="Arial"/>
                </a:rPr>
                <a:t>8</a:t>
              </a:r>
            </a:p>
          </p:txBody>
        </p:sp>
        <p:sp>
          <p:nvSpPr>
            <p:cNvPr id="59" name="Rectangle 58">
              <a:extLst>
                <a:ext uri="{FF2B5EF4-FFF2-40B4-BE49-F238E27FC236}">
                  <a16:creationId xmlns:a16="http://schemas.microsoft.com/office/drawing/2014/main" id="{B8D7C585-F75A-45E9-B856-844AD97D3FBB}"/>
                </a:ext>
              </a:extLst>
            </p:cNvPr>
            <p:cNvSpPr/>
            <p:nvPr/>
          </p:nvSpPr>
          <p:spPr bwMode="auto">
            <a:xfrm>
              <a:off x="4856945" y="2018881"/>
              <a:ext cx="252000" cy="32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defTabSz="914378">
                <a:defRPr/>
              </a:pPr>
              <a:r>
                <a:rPr lang="en-GB" sz="1700" b="1" dirty="0">
                  <a:solidFill>
                    <a:srgbClr val="FFFFFF"/>
                  </a:solidFill>
                  <a:effectLst>
                    <a:outerShdw blurRad="38100" dist="38100" dir="2700000" algn="tl">
                      <a:srgbClr val="000000">
                        <a:alpha val="43137"/>
                      </a:srgbClr>
                    </a:outerShdw>
                  </a:effectLst>
                  <a:latin typeface="Arial"/>
                </a:rPr>
                <a:t>9</a:t>
              </a:r>
            </a:p>
          </p:txBody>
        </p:sp>
        <p:sp>
          <p:nvSpPr>
            <p:cNvPr id="60" name="Rectangle 59">
              <a:extLst>
                <a:ext uri="{FF2B5EF4-FFF2-40B4-BE49-F238E27FC236}">
                  <a16:creationId xmlns:a16="http://schemas.microsoft.com/office/drawing/2014/main" id="{3DD3219F-D4A8-4D93-93ED-C576B9149565}"/>
                </a:ext>
              </a:extLst>
            </p:cNvPr>
            <p:cNvSpPr/>
            <p:nvPr/>
          </p:nvSpPr>
          <p:spPr bwMode="auto">
            <a:xfrm>
              <a:off x="5181791" y="2018881"/>
              <a:ext cx="252000" cy="32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defTabSz="914378">
                <a:defRPr/>
              </a:pPr>
              <a:r>
                <a:rPr lang="en-GB" sz="1700" b="1" dirty="0">
                  <a:solidFill>
                    <a:srgbClr val="FFFFFF"/>
                  </a:solidFill>
                  <a:effectLst>
                    <a:outerShdw blurRad="38100" dist="38100" dir="2700000" algn="tl">
                      <a:srgbClr val="000000">
                        <a:alpha val="43137"/>
                      </a:srgbClr>
                    </a:outerShdw>
                  </a:effectLst>
                  <a:latin typeface="Arial"/>
                </a:rPr>
                <a:t>10</a:t>
              </a:r>
            </a:p>
          </p:txBody>
        </p:sp>
        <p:sp>
          <p:nvSpPr>
            <p:cNvPr id="76" name="Rectangle 75">
              <a:extLst>
                <a:ext uri="{FF2B5EF4-FFF2-40B4-BE49-F238E27FC236}">
                  <a16:creationId xmlns:a16="http://schemas.microsoft.com/office/drawing/2014/main" id="{AE8DB8C8-0903-4045-A206-483CDF7505A9}"/>
                </a:ext>
              </a:extLst>
            </p:cNvPr>
            <p:cNvSpPr/>
            <p:nvPr/>
          </p:nvSpPr>
          <p:spPr bwMode="auto">
            <a:xfrm>
              <a:off x="3232715" y="2018881"/>
              <a:ext cx="252000" cy="32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defTabSz="914378">
                <a:defRPr/>
              </a:pPr>
              <a:r>
                <a:rPr lang="en-GB" sz="1700" b="1" dirty="0">
                  <a:solidFill>
                    <a:srgbClr val="FFFFFF"/>
                  </a:solidFill>
                  <a:effectLst>
                    <a:outerShdw blurRad="38100" dist="38100" dir="2700000" algn="tl">
                      <a:srgbClr val="000000">
                        <a:alpha val="43137"/>
                      </a:srgbClr>
                    </a:outerShdw>
                  </a:effectLst>
                  <a:latin typeface="Arial"/>
                </a:rPr>
                <a:t>4</a:t>
              </a:r>
            </a:p>
          </p:txBody>
        </p:sp>
        <p:sp>
          <p:nvSpPr>
            <p:cNvPr id="77" name="Rectangle 76">
              <a:extLst>
                <a:ext uri="{FF2B5EF4-FFF2-40B4-BE49-F238E27FC236}">
                  <a16:creationId xmlns:a16="http://schemas.microsoft.com/office/drawing/2014/main" id="{E86EEF2B-8EE7-4F2A-A5DB-C98A57AF3564}"/>
                </a:ext>
              </a:extLst>
            </p:cNvPr>
            <p:cNvSpPr/>
            <p:nvPr/>
          </p:nvSpPr>
          <p:spPr bwMode="auto">
            <a:xfrm>
              <a:off x="3882407" y="2018881"/>
              <a:ext cx="252000" cy="32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defTabSz="914378">
                <a:defRPr/>
              </a:pPr>
              <a:r>
                <a:rPr lang="en-GB" sz="1700" b="1" dirty="0">
                  <a:solidFill>
                    <a:srgbClr val="FFFFFF"/>
                  </a:solidFill>
                  <a:effectLst>
                    <a:outerShdw blurRad="38100" dist="38100" dir="2700000" algn="tl">
                      <a:srgbClr val="000000">
                        <a:alpha val="43137"/>
                      </a:srgbClr>
                    </a:outerShdw>
                  </a:effectLst>
                  <a:latin typeface="Arial"/>
                </a:rPr>
                <a:t>6</a:t>
              </a:r>
            </a:p>
          </p:txBody>
        </p:sp>
        <p:pic>
          <p:nvPicPr>
            <p:cNvPr id="78" name="Picture 244">
              <a:extLst>
                <a:ext uri="{FF2B5EF4-FFF2-40B4-BE49-F238E27FC236}">
                  <a16:creationId xmlns:a16="http://schemas.microsoft.com/office/drawing/2014/main" id="{F7E0296F-1E84-44E9-9578-A432129333A1}"/>
                </a:ext>
              </a:extLst>
            </p:cNvPr>
            <p:cNvPicPr>
              <a:picLocks noChangeAspect="1"/>
            </p:cNvPicPr>
            <p:nvPr/>
          </p:nvPicPr>
          <p:blipFill>
            <a:blip r:embed="rId4" cstate="email">
              <a:duotone>
                <a:prstClr val="black"/>
                <a:srgbClr val="FF0000">
                  <a:tint val="45000"/>
                  <a:satMod val="400000"/>
                </a:srgbClr>
              </a:duotone>
              <a:extLst>
                <a:ext uri="{28A0092B-C50C-407E-A947-70E740481C1C}">
                  <a14:useLocalDpi xmlns:a14="http://schemas.microsoft.com/office/drawing/2010/main"/>
                </a:ext>
              </a:extLst>
            </a:blip>
            <a:srcRect/>
            <a:stretch>
              <a:fillRect/>
            </a:stretch>
          </p:blipFill>
          <p:spPr bwMode="auto">
            <a:xfrm>
              <a:off x="1556196" y="1907116"/>
              <a:ext cx="358400" cy="591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 name="Rectangle 78">
              <a:extLst>
                <a:ext uri="{FF2B5EF4-FFF2-40B4-BE49-F238E27FC236}">
                  <a16:creationId xmlns:a16="http://schemas.microsoft.com/office/drawing/2014/main" id="{3E41A639-60EA-4B6B-947C-AC443767D685}"/>
                </a:ext>
              </a:extLst>
            </p:cNvPr>
            <p:cNvSpPr/>
            <p:nvPr/>
          </p:nvSpPr>
          <p:spPr bwMode="auto">
            <a:xfrm>
              <a:off x="1612037" y="2020705"/>
              <a:ext cx="252000" cy="32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defTabSz="914378">
                <a:defRPr/>
              </a:pPr>
              <a:r>
                <a:rPr lang="en-GB" sz="1700" b="1" dirty="0">
                  <a:solidFill>
                    <a:srgbClr val="FFFFFF"/>
                  </a:solidFill>
                  <a:effectLst>
                    <a:outerShdw blurRad="38100" dist="38100" dir="2700000" algn="tl">
                      <a:srgbClr val="000000">
                        <a:alpha val="43137"/>
                      </a:srgbClr>
                    </a:outerShdw>
                  </a:effectLst>
                  <a:latin typeface="Arial"/>
                </a:rPr>
                <a:t>-2</a:t>
              </a:r>
            </a:p>
          </p:txBody>
        </p:sp>
        <p:pic>
          <p:nvPicPr>
            <p:cNvPr id="80" name="Picture 244">
              <a:extLst>
                <a:ext uri="{FF2B5EF4-FFF2-40B4-BE49-F238E27FC236}">
                  <a16:creationId xmlns:a16="http://schemas.microsoft.com/office/drawing/2014/main" id="{7DC6B03C-0CCB-4A52-B1A5-6EDA09523665}"/>
                </a:ext>
              </a:extLst>
            </p:cNvPr>
            <p:cNvPicPr>
              <a:picLocks noChangeAspect="1"/>
            </p:cNvPicPr>
            <p:nvPr/>
          </p:nvPicPr>
          <p:blipFill>
            <a:blip r:embed="rId4" cstate="email">
              <a:duotone>
                <a:prstClr val="black"/>
                <a:srgbClr val="FF0000">
                  <a:tint val="45000"/>
                  <a:satMod val="400000"/>
                </a:srgbClr>
              </a:duotone>
              <a:extLst>
                <a:ext uri="{28A0092B-C50C-407E-A947-70E740481C1C}">
                  <a14:useLocalDpi xmlns:a14="http://schemas.microsoft.com/office/drawing/2010/main"/>
                </a:ext>
              </a:extLst>
            </a:blip>
            <a:srcRect/>
            <a:stretch>
              <a:fillRect/>
            </a:stretch>
          </p:blipFill>
          <p:spPr bwMode="auto">
            <a:xfrm>
              <a:off x="1889357" y="1907116"/>
              <a:ext cx="358400" cy="591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 name="Rectangle 80">
              <a:extLst>
                <a:ext uri="{FF2B5EF4-FFF2-40B4-BE49-F238E27FC236}">
                  <a16:creationId xmlns:a16="http://schemas.microsoft.com/office/drawing/2014/main" id="{855EF801-3B34-4567-BA67-0C5EC85B060C}"/>
                </a:ext>
              </a:extLst>
            </p:cNvPr>
            <p:cNvSpPr/>
            <p:nvPr/>
          </p:nvSpPr>
          <p:spPr bwMode="auto">
            <a:xfrm>
              <a:off x="1945198" y="2020705"/>
              <a:ext cx="252000" cy="32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defTabSz="914378">
                <a:defRPr/>
              </a:pPr>
              <a:r>
                <a:rPr lang="en-GB" sz="1700" b="1" dirty="0">
                  <a:solidFill>
                    <a:srgbClr val="FFFFFF"/>
                  </a:solidFill>
                  <a:effectLst>
                    <a:outerShdw blurRad="38100" dist="38100" dir="2700000" algn="tl">
                      <a:srgbClr val="000000">
                        <a:alpha val="43137"/>
                      </a:srgbClr>
                    </a:outerShdw>
                  </a:effectLst>
                  <a:latin typeface="Arial"/>
                </a:rPr>
                <a:t>-1</a:t>
              </a:r>
            </a:p>
          </p:txBody>
        </p:sp>
      </p:grpSp>
      <p:sp>
        <p:nvSpPr>
          <p:cNvPr id="83" name="Up Arrow Callout 146">
            <a:extLst>
              <a:ext uri="{FF2B5EF4-FFF2-40B4-BE49-F238E27FC236}">
                <a16:creationId xmlns:a16="http://schemas.microsoft.com/office/drawing/2014/main" id="{19956EB4-BA35-4E4A-89A1-EA9FA05E857C}"/>
              </a:ext>
            </a:extLst>
          </p:cNvPr>
          <p:cNvSpPr/>
          <p:nvPr/>
        </p:nvSpPr>
        <p:spPr>
          <a:xfrm>
            <a:off x="3421809" y="2644447"/>
            <a:ext cx="796636" cy="584445"/>
          </a:xfrm>
          <a:prstGeom prst="upArrowCallout">
            <a:avLst>
              <a:gd name="adj1" fmla="val 25000"/>
              <a:gd name="adj2" fmla="val 28325"/>
              <a:gd name="adj3" fmla="val 25000"/>
              <a:gd name="adj4" fmla="val 57427"/>
            </a:avLst>
          </a:prstGeom>
          <a:gradFill flip="none" rotWithShape="1">
            <a:gsLst>
              <a:gs pos="0">
                <a:schemeClr val="accent1">
                  <a:lumMod val="75000"/>
                </a:schemeClr>
              </a:gs>
              <a:gs pos="92000">
                <a:srgbClr val="85C2FF">
                  <a:lumMod val="82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defTabSz="914378"/>
            <a:r>
              <a:rPr lang="en-US" sz="800" b="1" dirty="0">
                <a:solidFill>
                  <a:srgbClr val="FFFFFF"/>
                </a:solidFill>
                <a:latin typeface="Arial"/>
              </a:rPr>
              <a:t>Demand updates</a:t>
            </a:r>
          </a:p>
        </p:txBody>
      </p:sp>
      <p:sp>
        <p:nvSpPr>
          <p:cNvPr id="84" name="Up Arrow Callout 156">
            <a:extLst>
              <a:ext uri="{FF2B5EF4-FFF2-40B4-BE49-F238E27FC236}">
                <a16:creationId xmlns:a16="http://schemas.microsoft.com/office/drawing/2014/main" id="{A675BE07-22EC-4B15-B6F0-08E08EAB263C}"/>
              </a:ext>
            </a:extLst>
          </p:cNvPr>
          <p:cNvSpPr/>
          <p:nvPr/>
        </p:nvSpPr>
        <p:spPr>
          <a:xfrm>
            <a:off x="5024240" y="2618005"/>
            <a:ext cx="579795" cy="667625"/>
          </a:xfrm>
          <a:prstGeom prst="upArrowCallout">
            <a:avLst>
              <a:gd name="adj1" fmla="val 25000"/>
              <a:gd name="adj2" fmla="val 28325"/>
              <a:gd name="adj3" fmla="val 25000"/>
              <a:gd name="adj4" fmla="val 57427"/>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defTabSz="914378"/>
            <a:r>
              <a:rPr lang="en-US" sz="800" b="1" dirty="0">
                <a:solidFill>
                  <a:srgbClr val="262F3C"/>
                </a:solidFill>
                <a:latin typeface="Arial"/>
              </a:rPr>
              <a:t>Demand</a:t>
            </a:r>
          </a:p>
          <a:p>
            <a:pPr algn="ctr" defTabSz="914378"/>
            <a:r>
              <a:rPr lang="en-US" sz="800" b="1" dirty="0">
                <a:solidFill>
                  <a:srgbClr val="262F3C"/>
                </a:solidFill>
                <a:latin typeface="Arial"/>
              </a:rPr>
              <a:t>Review (ICP)</a:t>
            </a:r>
          </a:p>
        </p:txBody>
      </p:sp>
      <p:sp>
        <p:nvSpPr>
          <p:cNvPr id="95" name="Up Arrow Callout 146">
            <a:extLst>
              <a:ext uri="{FF2B5EF4-FFF2-40B4-BE49-F238E27FC236}">
                <a16:creationId xmlns:a16="http://schemas.microsoft.com/office/drawing/2014/main" id="{9F805F61-1F98-4B2C-82DC-7C287FF560EB}"/>
              </a:ext>
            </a:extLst>
          </p:cNvPr>
          <p:cNvSpPr/>
          <p:nvPr/>
        </p:nvSpPr>
        <p:spPr>
          <a:xfrm>
            <a:off x="5414163" y="3896339"/>
            <a:ext cx="801190" cy="549515"/>
          </a:xfrm>
          <a:prstGeom prst="upArrowCallout">
            <a:avLst>
              <a:gd name="adj1" fmla="val 25000"/>
              <a:gd name="adj2" fmla="val 28325"/>
              <a:gd name="adj3" fmla="val 25000"/>
              <a:gd name="adj4" fmla="val 57427"/>
            </a:avLst>
          </a:prstGeom>
          <a:gradFill flip="none" rotWithShape="1">
            <a:gsLst>
              <a:gs pos="0">
                <a:schemeClr val="accent1">
                  <a:lumMod val="75000"/>
                </a:schemeClr>
              </a:gs>
              <a:gs pos="92000">
                <a:srgbClr val="85C2FF">
                  <a:lumMod val="82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defTabSz="914378"/>
            <a:r>
              <a:rPr lang="en-US" sz="800" b="1" dirty="0">
                <a:solidFill>
                  <a:srgbClr val="FFFFFF"/>
                </a:solidFill>
                <a:latin typeface="Arial"/>
              </a:rPr>
              <a:t>RCCP updates</a:t>
            </a:r>
          </a:p>
        </p:txBody>
      </p:sp>
      <p:sp>
        <p:nvSpPr>
          <p:cNvPr id="96" name="Up Arrow Callout 146">
            <a:extLst>
              <a:ext uri="{FF2B5EF4-FFF2-40B4-BE49-F238E27FC236}">
                <a16:creationId xmlns:a16="http://schemas.microsoft.com/office/drawing/2014/main" id="{A2B8BD48-CF17-41C9-A7E4-37B046638AFA}"/>
              </a:ext>
            </a:extLst>
          </p:cNvPr>
          <p:cNvSpPr/>
          <p:nvPr/>
        </p:nvSpPr>
        <p:spPr>
          <a:xfrm>
            <a:off x="7280796" y="3820934"/>
            <a:ext cx="868488" cy="655249"/>
          </a:xfrm>
          <a:prstGeom prst="upArrowCallout">
            <a:avLst>
              <a:gd name="adj1" fmla="val 25000"/>
              <a:gd name="adj2" fmla="val 28325"/>
              <a:gd name="adj3" fmla="val 25000"/>
              <a:gd name="adj4" fmla="val 57427"/>
            </a:avLst>
          </a:prstGeom>
          <a:gradFill flip="none" rotWithShape="1">
            <a:gsLst>
              <a:gs pos="0">
                <a:schemeClr val="accent1">
                  <a:lumMod val="75000"/>
                </a:schemeClr>
              </a:gs>
              <a:gs pos="92000">
                <a:srgbClr val="85C2FF">
                  <a:lumMod val="82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defTabSz="914378"/>
            <a:r>
              <a:rPr lang="en-US" sz="800" b="1" dirty="0">
                <a:solidFill>
                  <a:srgbClr val="FFFFFF"/>
                </a:solidFill>
                <a:latin typeface="Arial"/>
              </a:rPr>
              <a:t>S&amp;OP  meeting</a:t>
            </a:r>
          </a:p>
        </p:txBody>
      </p:sp>
      <p:pic>
        <p:nvPicPr>
          <p:cNvPr id="98" name="Picture 244">
            <a:extLst>
              <a:ext uri="{FF2B5EF4-FFF2-40B4-BE49-F238E27FC236}">
                <a16:creationId xmlns:a16="http://schemas.microsoft.com/office/drawing/2014/main" id="{B7B888D2-373C-403D-A995-98E18FA43427}"/>
              </a:ext>
            </a:extLst>
          </p:cNvPr>
          <p:cNvPicPr>
            <a:picLocks noChangeAspect="1"/>
          </p:cNvPicPr>
          <p:nvPr/>
        </p:nvPicPr>
        <p:blipFill>
          <a:blip r:embed="rId4" cstate="email">
            <a:duotone>
              <a:prstClr val="black"/>
              <a:srgbClr val="FF0000">
                <a:tint val="45000"/>
                <a:satMod val="400000"/>
              </a:srgbClr>
            </a:duotone>
            <a:extLst>
              <a:ext uri="{28A0092B-C50C-407E-A947-70E740481C1C}">
                <a14:useLocalDpi xmlns:a14="http://schemas.microsoft.com/office/drawing/2010/main"/>
              </a:ext>
            </a:extLst>
          </a:blip>
          <a:srcRect/>
          <a:stretch>
            <a:fillRect/>
          </a:stretch>
        </p:blipFill>
        <p:spPr bwMode="auto">
          <a:xfrm>
            <a:off x="1782332" y="1925281"/>
            <a:ext cx="796636" cy="591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 name="Rectangle 98">
            <a:extLst>
              <a:ext uri="{FF2B5EF4-FFF2-40B4-BE49-F238E27FC236}">
                <a16:creationId xmlns:a16="http://schemas.microsoft.com/office/drawing/2014/main" id="{34C4F8E0-A605-4C8F-AC7A-5722AA4D56CA}"/>
              </a:ext>
            </a:extLst>
          </p:cNvPr>
          <p:cNvSpPr/>
          <p:nvPr/>
        </p:nvSpPr>
        <p:spPr bwMode="auto">
          <a:xfrm>
            <a:off x="1889455" y="2055595"/>
            <a:ext cx="560135" cy="32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defTabSz="914378">
              <a:defRPr/>
            </a:pPr>
            <a:r>
              <a:rPr lang="en-GB" sz="1700" b="1" dirty="0">
                <a:solidFill>
                  <a:srgbClr val="FFFFFF"/>
                </a:solidFill>
                <a:effectLst>
                  <a:outerShdw blurRad="38100" dist="38100" dir="2700000" algn="tl">
                    <a:srgbClr val="000000">
                      <a:alpha val="43137"/>
                    </a:srgbClr>
                  </a:outerShdw>
                </a:effectLst>
                <a:latin typeface="Arial"/>
              </a:rPr>
              <a:t>-3</a:t>
            </a:r>
          </a:p>
        </p:txBody>
      </p:sp>
      <p:pic>
        <p:nvPicPr>
          <p:cNvPr id="100" name="Picture 244">
            <a:extLst>
              <a:ext uri="{FF2B5EF4-FFF2-40B4-BE49-F238E27FC236}">
                <a16:creationId xmlns:a16="http://schemas.microsoft.com/office/drawing/2014/main" id="{3A4CBE9C-13E3-46CA-8401-D20D0FB884B3}"/>
              </a:ext>
            </a:extLst>
          </p:cNvPr>
          <p:cNvPicPr>
            <a:picLocks noChangeAspect="1"/>
          </p:cNvPicPr>
          <p:nvPr/>
        </p:nvPicPr>
        <p:blipFill>
          <a:blip r:embed="rId4" cstate="email">
            <a:duotone>
              <a:prstClr val="black"/>
              <a:srgbClr val="FF0000">
                <a:tint val="45000"/>
                <a:satMod val="400000"/>
              </a:srgbClr>
            </a:duotone>
            <a:extLst>
              <a:ext uri="{28A0092B-C50C-407E-A947-70E740481C1C}">
                <a14:useLocalDpi xmlns:a14="http://schemas.microsoft.com/office/drawing/2010/main"/>
              </a:ext>
            </a:extLst>
          </a:blip>
          <a:srcRect/>
          <a:stretch>
            <a:fillRect/>
          </a:stretch>
        </p:blipFill>
        <p:spPr bwMode="auto">
          <a:xfrm>
            <a:off x="1013746" y="1918696"/>
            <a:ext cx="796636" cy="591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1" name="Rectangle 100">
            <a:extLst>
              <a:ext uri="{FF2B5EF4-FFF2-40B4-BE49-F238E27FC236}">
                <a16:creationId xmlns:a16="http://schemas.microsoft.com/office/drawing/2014/main" id="{88C4AEF4-BAD6-4A87-A4CB-CD5F74390D70}"/>
              </a:ext>
            </a:extLst>
          </p:cNvPr>
          <p:cNvSpPr/>
          <p:nvPr/>
        </p:nvSpPr>
        <p:spPr bwMode="auto">
          <a:xfrm>
            <a:off x="1120869" y="2049010"/>
            <a:ext cx="560135" cy="32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defTabSz="914378">
              <a:defRPr/>
            </a:pPr>
            <a:r>
              <a:rPr lang="en-GB" sz="1700" b="1" dirty="0">
                <a:solidFill>
                  <a:srgbClr val="FFFFFF"/>
                </a:solidFill>
                <a:effectLst>
                  <a:outerShdw blurRad="38100" dist="38100" dir="2700000" algn="tl">
                    <a:srgbClr val="000000">
                      <a:alpha val="43137"/>
                    </a:srgbClr>
                  </a:outerShdw>
                </a:effectLst>
                <a:latin typeface="Arial"/>
              </a:rPr>
              <a:t>-4</a:t>
            </a:r>
          </a:p>
        </p:txBody>
      </p:sp>
      <p:sp>
        <p:nvSpPr>
          <p:cNvPr id="103" name="Up Arrow Callout 130">
            <a:extLst>
              <a:ext uri="{FF2B5EF4-FFF2-40B4-BE49-F238E27FC236}">
                <a16:creationId xmlns:a16="http://schemas.microsoft.com/office/drawing/2014/main" id="{892F9EBC-1D7A-4F63-9993-86DF0D449787}"/>
              </a:ext>
            </a:extLst>
          </p:cNvPr>
          <p:cNvSpPr/>
          <p:nvPr/>
        </p:nvSpPr>
        <p:spPr>
          <a:xfrm>
            <a:off x="8358956" y="2807656"/>
            <a:ext cx="796636" cy="607998"/>
          </a:xfrm>
          <a:prstGeom prst="upArrowCallout">
            <a:avLst>
              <a:gd name="adj1" fmla="val 25000"/>
              <a:gd name="adj2" fmla="val 28325"/>
              <a:gd name="adj3" fmla="val 25000"/>
              <a:gd name="adj4" fmla="val 57427"/>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defTabSz="914378"/>
            <a:r>
              <a:rPr lang="en-US" sz="800" b="1" dirty="0">
                <a:solidFill>
                  <a:srgbClr val="262F3C"/>
                </a:solidFill>
                <a:latin typeface="Arial"/>
              </a:rPr>
              <a:t> SC Management review</a:t>
            </a:r>
          </a:p>
        </p:txBody>
      </p:sp>
      <p:sp>
        <p:nvSpPr>
          <p:cNvPr id="49" name="Up Arrow Callout 146">
            <a:extLst>
              <a:ext uri="{FF2B5EF4-FFF2-40B4-BE49-F238E27FC236}">
                <a16:creationId xmlns:a16="http://schemas.microsoft.com/office/drawing/2014/main" id="{CBDB0E24-A42C-D56A-2F87-20C5265D1597}"/>
              </a:ext>
            </a:extLst>
          </p:cNvPr>
          <p:cNvSpPr/>
          <p:nvPr/>
        </p:nvSpPr>
        <p:spPr>
          <a:xfrm>
            <a:off x="5368819" y="4544817"/>
            <a:ext cx="868488" cy="655249"/>
          </a:xfrm>
          <a:prstGeom prst="upArrowCallout">
            <a:avLst>
              <a:gd name="adj1" fmla="val 25000"/>
              <a:gd name="adj2" fmla="val 28325"/>
              <a:gd name="adj3" fmla="val 25000"/>
              <a:gd name="adj4" fmla="val 57427"/>
            </a:avLst>
          </a:prstGeom>
          <a:gradFill flip="none" rotWithShape="1">
            <a:gsLst>
              <a:gs pos="0">
                <a:schemeClr val="accent1">
                  <a:lumMod val="75000"/>
                </a:schemeClr>
              </a:gs>
              <a:gs pos="92000">
                <a:srgbClr val="85C2FF">
                  <a:lumMod val="82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defTabSz="914378"/>
            <a:r>
              <a:rPr lang="en-US" sz="800" b="1" dirty="0">
                <a:solidFill>
                  <a:srgbClr val="FFFFFF"/>
                </a:solidFill>
                <a:latin typeface="Arial"/>
              </a:rPr>
              <a:t>MPS updated incl RM</a:t>
            </a:r>
          </a:p>
        </p:txBody>
      </p:sp>
    </p:spTree>
    <p:extLst>
      <p:ext uri="{BB962C8B-B14F-4D97-AF65-F5344CB8AC3E}">
        <p14:creationId xmlns:p14="http://schemas.microsoft.com/office/powerpoint/2010/main" val="1833775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BBD820D0-4F42-8D9E-24A2-B99D87434C74}"/>
              </a:ext>
            </a:extLst>
          </p:cNvPr>
          <p:cNvSpPr>
            <a:spLocks noGrp="1"/>
          </p:cNvSpPr>
          <p:nvPr>
            <p:ph type="body" sz="quarter" idx="14"/>
          </p:nvPr>
        </p:nvSpPr>
        <p:spPr/>
        <p:txBody>
          <a:bodyPr/>
          <a:lstStyle/>
          <a:p>
            <a:endParaRPr lang="LID4096"/>
          </a:p>
        </p:txBody>
      </p:sp>
      <p:sp>
        <p:nvSpPr>
          <p:cNvPr id="19" name="Text Placeholder 18">
            <a:extLst>
              <a:ext uri="{FF2B5EF4-FFF2-40B4-BE49-F238E27FC236}">
                <a16:creationId xmlns:a16="http://schemas.microsoft.com/office/drawing/2014/main" id="{AB792570-7CC7-99D6-BA33-7F7B4BAA98BE}"/>
              </a:ext>
            </a:extLst>
          </p:cNvPr>
          <p:cNvSpPr>
            <a:spLocks noGrp="1"/>
          </p:cNvSpPr>
          <p:nvPr>
            <p:ph type="body" sz="quarter" idx="15"/>
          </p:nvPr>
        </p:nvSpPr>
        <p:spPr/>
        <p:txBody>
          <a:bodyPr/>
          <a:lstStyle/>
          <a:p>
            <a:endParaRPr lang="LID4096"/>
          </a:p>
        </p:txBody>
      </p:sp>
      <p:sp>
        <p:nvSpPr>
          <p:cNvPr id="15" name="Title 14">
            <a:extLst>
              <a:ext uri="{FF2B5EF4-FFF2-40B4-BE49-F238E27FC236}">
                <a16:creationId xmlns:a16="http://schemas.microsoft.com/office/drawing/2014/main" id="{AD8A67B3-FF76-660E-AE33-90EEF2803E28}"/>
              </a:ext>
            </a:extLst>
          </p:cNvPr>
          <p:cNvSpPr>
            <a:spLocks noGrp="1"/>
          </p:cNvSpPr>
          <p:nvPr>
            <p:ph type="title"/>
          </p:nvPr>
        </p:nvSpPr>
        <p:spPr/>
        <p:txBody>
          <a:bodyPr/>
          <a:lstStyle/>
          <a:p>
            <a:r>
              <a:rPr lang="en-GB" dirty="0"/>
              <a:t>Demand Consolidation process</a:t>
            </a:r>
            <a:endParaRPr lang="LID4096" dirty="0"/>
          </a:p>
        </p:txBody>
      </p:sp>
      <p:sp>
        <p:nvSpPr>
          <p:cNvPr id="9" name="Slide Number Placeholder 8">
            <a:extLst>
              <a:ext uri="{FF2B5EF4-FFF2-40B4-BE49-F238E27FC236}">
                <a16:creationId xmlns:a16="http://schemas.microsoft.com/office/drawing/2014/main" id="{0D0B608C-784A-F1D5-9DD0-6927A9CACDB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6AA3846-8976-4D24-8224-CEE1235CE9F4}" type="slidenum">
              <a:rPr kumimoji="0" lang="en-US" sz="800" b="0" i="0" u="none" strike="noStrike" kern="1200" cap="none" spc="0" normalizeH="0" baseline="0" noProof="0" smtClean="0">
                <a:ln>
                  <a:noFill/>
                </a:ln>
                <a:solidFill>
                  <a:srgbClr val="262F3C"/>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800" b="0" i="0" u="none" strike="noStrike" kern="1200" cap="none" spc="0" normalizeH="0" baseline="0" noProof="0" dirty="0">
              <a:ln>
                <a:noFill/>
              </a:ln>
              <a:solidFill>
                <a:srgbClr val="262F3C"/>
              </a:solidFill>
              <a:effectLst/>
              <a:uLnTx/>
              <a:uFillTx/>
              <a:latin typeface="Arial"/>
              <a:ea typeface="+mn-ea"/>
              <a:cs typeface="+mn-cs"/>
            </a:endParaRPr>
          </a:p>
        </p:txBody>
      </p:sp>
      <p:graphicFrame>
        <p:nvGraphicFramePr>
          <p:cNvPr id="21" name="Diagram 20">
            <a:extLst>
              <a:ext uri="{FF2B5EF4-FFF2-40B4-BE49-F238E27FC236}">
                <a16:creationId xmlns:a16="http://schemas.microsoft.com/office/drawing/2014/main" id="{4841E305-2C12-A61D-A13B-221F5FDDC51D}"/>
              </a:ext>
            </a:extLst>
          </p:cNvPr>
          <p:cNvGraphicFramePr/>
          <p:nvPr>
            <p:extLst>
              <p:ext uri="{D42A27DB-BD31-4B8C-83A1-F6EECF244321}">
                <p14:modId xmlns:p14="http://schemas.microsoft.com/office/powerpoint/2010/main" val="1220437559"/>
              </p:ext>
            </p:extLst>
          </p:nvPr>
        </p:nvGraphicFramePr>
        <p:xfrm>
          <a:off x="420002" y="1701005"/>
          <a:ext cx="11337704" cy="461962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6" name="Subtitle 15">
            <a:extLst>
              <a:ext uri="{FF2B5EF4-FFF2-40B4-BE49-F238E27FC236}">
                <a16:creationId xmlns:a16="http://schemas.microsoft.com/office/drawing/2014/main" id="{C1A0963E-55EA-9F4B-11AE-89563F34590D}"/>
              </a:ext>
            </a:extLst>
          </p:cNvPr>
          <p:cNvSpPr>
            <a:spLocks noGrp="1"/>
          </p:cNvSpPr>
          <p:nvPr>
            <p:ph type="subTitle" idx="1"/>
          </p:nvPr>
        </p:nvSpPr>
        <p:spPr/>
        <p:txBody>
          <a:bodyPr/>
          <a:lstStyle/>
          <a:p>
            <a:endParaRPr lang="LID4096" dirty="0"/>
          </a:p>
        </p:txBody>
      </p:sp>
      <p:sp>
        <p:nvSpPr>
          <p:cNvPr id="22" name="Arrow: Right 21">
            <a:extLst>
              <a:ext uri="{FF2B5EF4-FFF2-40B4-BE49-F238E27FC236}">
                <a16:creationId xmlns:a16="http://schemas.microsoft.com/office/drawing/2014/main" id="{6C02DB17-6066-EE7A-BD4A-97AFFB4459C0}"/>
              </a:ext>
            </a:extLst>
          </p:cNvPr>
          <p:cNvSpPr/>
          <p:nvPr/>
        </p:nvSpPr>
        <p:spPr bwMode="gray">
          <a:xfrm rot="5400000">
            <a:off x="5291596" y="2314508"/>
            <a:ext cx="452740" cy="667726"/>
          </a:xfrm>
          <a:prstGeom prst="rightArrow">
            <a:avLst/>
          </a:prstGeom>
          <a:solidFill>
            <a:srgbClr val="002060"/>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LID4096" sz="1400" b="0" i="0" u="none" strike="noStrike" kern="1200" cap="none" spc="0" normalizeH="0" baseline="0" noProof="0" dirty="0" err="1">
              <a:ln>
                <a:noFill/>
              </a:ln>
              <a:solidFill>
                <a:srgbClr val="FFFFFF"/>
              </a:solidFill>
              <a:effectLst/>
              <a:uLnTx/>
              <a:uFillTx/>
              <a:latin typeface="Arial"/>
              <a:ea typeface="+mn-ea"/>
              <a:cs typeface="+mn-cs"/>
            </a:endParaRPr>
          </a:p>
        </p:txBody>
      </p:sp>
      <p:sp>
        <p:nvSpPr>
          <p:cNvPr id="23" name="TextBox 22">
            <a:extLst>
              <a:ext uri="{FF2B5EF4-FFF2-40B4-BE49-F238E27FC236}">
                <a16:creationId xmlns:a16="http://schemas.microsoft.com/office/drawing/2014/main" id="{88A2FB61-8446-D557-49CF-FB083617F038}"/>
              </a:ext>
            </a:extLst>
          </p:cNvPr>
          <p:cNvSpPr txBox="1"/>
          <p:nvPr/>
        </p:nvSpPr>
        <p:spPr bwMode="gray">
          <a:xfrm>
            <a:off x="5860605" y="2281343"/>
            <a:ext cx="1236617" cy="563224"/>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002060"/>
                </a:solidFill>
                <a:effectLst/>
                <a:uLnTx/>
                <a:uFillTx/>
                <a:latin typeface="Arial"/>
                <a:ea typeface="+mn-ea"/>
                <a:cs typeface="+mn-cs"/>
              </a:rPr>
              <a:t>S&amp;OP meeting</a:t>
            </a:r>
            <a:endParaRPr kumimoji="0" lang="LID4096" sz="1400" b="1" i="0" u="none" strike="noStrike" kern="1200" cap="none" spc="0" normalizeH="0" baseline="0" noProof="0" dirty="0" err="1">
              <a:ln>
                <a:noFill/>
              </a:ln>
              <a:solidFill>
                <a:srgbClr val="002060"/>
              </a:solidFill>
              <a:effectLst/>
              <a:uLnTx/>
              <a:uFillTx/>
              <a:latin typeface="Arial"/>
              <a:ea typeface="+mn-ea"/>
              <a:cs typeface="+mn-cs"/>
            </a:endParaRPr>
          </a:p>
        </p:txBody>
      </p:sp>
      <p:pic>
        <p:nvPicPr>
          <p:cNvPr id="27" name="Graphic 26" descr="Checkmark with solid fill">
            <a:extLst>
              <a:ext uri="{FF2B5EF4-FFF2-40B4-BE49-F238E27FC236}">
                <a16:creationId xmlns:a16="http://schemas.microsoft.com/office/drawing/2014/main" id="{5F8D7507-8CC7-2313-6471-A672103A21E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68828" y="2480054"/>
            <a:ext cx="576943" cy="576943"/>
          </a:xfrm>
          <a:prstGeom prst="rect">
            <a:avLst/>
          </a:prstGeom>
        </p:spPr>
      </p:pic>
      <p:pic>
        <p:nvPicPr>
          <p:cNvPr id="28" name="Graphic 27" descr="Checkmark with solid fill">
            <a:extLst>
              <a:ext uri="{FF2B5EF4-FFF2-40B4-BE49-F238E27FC236}">
                <a16:creationId xmlns:a16="http://schemas.microsoft.com/office/drawing/2014/main" id="{37FFB630-2D70-4011-B818-3266D746DCD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270759" y="5253734"/>
            <a:ext cx="576943" cy="576943"/>
          </a:xfrm>
          <a:prstGeom prst="rect">
            <a:avLst/>
          </a:prstGeom>
        </p:spPr>
      </p:pic>
      <p:pic>
        <p:nvPicPr>
          <p:cNvPr id="29" name="Graphic 28" descr="Checkmark with solid fill">
            <a:extLst>
              <a:ext uri="{FF2B5EF4-FFF2-40B4-BE49-F238E27FC236}">
                <a16:creationId xmlns:a16="http://schemas.microsoft.com/office/drawing/2014/main" id="{5CBAD51E-2AD6-C343-7779-CFF46851C76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910147" y="2480053"/>
            <a:ext cx="576943" cy="576943"/>
          </a:xfrm>
          <a:prstGeom prst="rect">
            <a:avLst/>
          </a:prstGeom>
        </p:spPr>
      </p:pic>
      <p:pic>
        <p:nvPicPr>
          <p:cNvPr id="30" name="Graphic 29" descr="Checkmark with solid fill">
            <a:extLst>
              <a:ext uri="{FF2B5EF4-FFF2-40B4-BE49-F238E27FC236}">
                <a16:creationId xmlns:a16="http://schemas.microsoft.com/office/drawing/2014/main" id="{048FDF12-BF98-3CDD-E19B-BE5957E5B07C}"/>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229495" y="5253734"/>
            <a:ext cx="576943" cy="576943"/>
          </a:xfrm>
          <a:prstGeom prst="rect">
            <a:avLst/>
          </a:prstGeom>
        </p:spPr>
      </p:pic>
      <p:pic>
        <p:nvPicPr>
          <p:cNvPr id="32" name="Graphic 31" descr="Checkmark with solid fill">
            <a:extLst>
              <a:ext uri="{FF2B5EF4-FFF2-40B4-BE49-F238E27FC236}">
                <a16:creationId xmlns:a16="http://schemas.microsoft.com/office/drawing/2014/main" id="{460EF94E-9781-7CFD-8B56-932EACAA023F}"/>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545454" y="2456561"/>
            <a:ext cx="576943" cy="576943"/>
          </a:xfrm>
          <a:prstGeom prst="rect">
            <a:avLst/>
          </a:prstGeom>
        </p:spPr>
      </p:pic>
      <p:pic>
        <p:nvPicPr>
          <p:cNvPr id="17" name="Graphic 16" descr="Checkmark with solid fill">
            <a:extLst>
              <a:ext uri="{FF2B5EF4-FFF2-40B4-BE49-F238E27FC236}">
                <a16:creationId xmlns:a16="http://schemas.microsoft.com/office/drawing/2014/main" id="{1AA91419-0BB7-41B6-A9E3-9558917BFE4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125101" y="5023360"/>
            <a:ext cx="576943" cy="576943"/>
          </a:xfrm>
          <a:prstGeom prst="rect">
            <a:avLst/>
          </a:prstGeom>
        </p:spPr>
      </p:pic>
    </p:spTree>
    <p:extLst>
      <p:ext uri="{BB962C8B-B14F-4D97-AF65-F5344CB8AC3E}">
        <p14:creationId xmlns:p14="http://schemas.microsoft.com/office/powerpoint/2010/main" val="2033109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0C3452E2-D76D-E367-8519-84882E933E30}"/>
              </a:ext>
            </a:extLst>
          </p:cNvPr>
          <p:cNvSpPr>
            <a:spLocks noGrp="1"/>
          </p:cNvSpPr>
          <p:nvPr>
            <p:ph type="body" sz="quarter" idx="22"/>
          </p:nvPr>
        </p:nvSpPr>
        <p:spPr/>
        <p:txBody>
          <a:bodyPr/>
          <a:lstStyle/>
          <a:p>
            <a:r>
              <a:rPr lang="en-US" dirty="0"/>
              <a:t>5</a:t>
            </a:r>
            <a:endParaRPr lang="LID4096" dirty="0"/>
          </a:p>
        </p:txBody>
      </p:sp>
      <p:sp>
        <p:nvSpPr>
          <p:cNvPr id="15" name="Text Placeholder 14">
            <a:extLst>
              <a:ext uri="{FF2B5EF4-FFF2-40B4-BE49-F238E27FC236}">
                <a16:creationId xmlns:a16="http://schemas.microsoft.com/office/drawing/2014/main" id="{07ECF431-9D72-1AFE-66C7-FC420A47DE62}"/>
              </a:ext>
            </a:extLst>
          </p:cNvPr>
          <p:cNvSpPr>
            <a:spLocks noGrp="1"/>
          </p:cNvSpPr>
          <p:nvPr>
            <p:ph type="body" sz="quarter" idx="21"/>
          </p:nvPr>
        </p:nvSpPr>
        <p:spPr/>
        <p:txBody>
          <a:bodyPr/>
          <a:lstStyle/>
          <a:p>
            <a:r>
              <a:rPr lang="en-US" dirty="0"/>
              <a:t>4</a:t>
            </a:r>
            <a:endParaRPr lang="LID4096" dirty="0"/>
          </a:p>
        </p:txBody>
      </p:sp>
      <p:sp>
        <p:nvSpPr>
          <p:cNvPr id="14" name="Text Placeholder 13">
            <a:extLst>
              <a:ext uri="{FF2B5EF4-FFF2-40B4-BE49-F238E27FC236}">
                <a16:creationId xmlns:a16="http://schemas.microsoft.com/office/drawing/2014/main" id="{EDAADA60-6D0D-D246-98C0-517BD551107F}"/>
              </a:ext>
            </a:extLst>
          </p:cNvPr>
          <p:cNvSpPr>
            <a:spLocks noGrp="1"/>
          </p:cNvSpPr>
          <p:nvPr>
            <p:ph type="body" sz="quarter" idx="20"/>
          </p:nvPr>
        </p:nvSpPr>
        <p:spPr/>
        <p:txBody>
          <a:bodyPr/>
          <a:lstStyle/>
          <a:p>
            <a:r>
              <a:rPr lang="en-US" dirty="0"/>
              <a:t>3</a:t>
            </a:r>
            <a:endParaRPr lang="LID4096" dirty="0"/>
          </a:p>
        </p:txBody>
      </p:sp>
      <p:sp>
        <p:nvSpPr>
          <p:cNvPr id="13" name="Text Placeholder 12">
            <a:extLst>
              <a:ext uri="{FF2B5EF4-FFF2-40B4-BE49-F238E27FC236}">
                <a16:creationId xmlns:a16="http://schemas.microsoft.com/office/drawing/2014/main" id="{ABB65CDB-BD4A-BE35-6385-762BF242F682}"/>
              </a:ext>
            </a:extLst>
          </p:cNvPr>
          <p:cNvSpPr>
            <a:spLocks noGrp="1"/>
          </p:cNvSpPr>
          <p:nvPr>
            <p:ph type="body" sz="quarter" idx="19"/>
          </p:nvPr>
        </p:nvSpPr>
        <p:spPr/>
        <p:txBody>
          <a:bodyPr/>
          <a:lstStyle/>
          <a:p>
            <a:r>
              <a:rPr lang="en-US" dirty="0"/>
              <a:t>2</a:t>
            </a:r>
            <a:endParaRPr lang="LID4096" dirty="0"/>
          </a:p>
        </p:txBody>
      </p:sp>
      <p:sp>
        <p:nvSpPr>
          <p:cNvPr id="12" name="Text Placeholder 11">
            <a:extLst>
              <a:ext uri="{FF2B5EF4-FFF2-40B4-BE49-F238E27FC236}">
                <a16:creationId xmlns:a16="http://schemas.microsoft.com/office/drawing/2014/main" id="{791297AE-03E9-6F4D-D462-88DF071635F6}"/>
              </a:ext>
            </a:extLst>
          </p:cNvPr>
          <p:cNvSpPr>
            <a:spLocks noGrp="1"/>
          </p:cNvSpPr>
          <p:nvPr>
            <p:ph type="body" sz="quarter" idx="18"/>
          </p:nvPr>
        </p:nvSpPr>
        <p:spPr/>
        <p:txBody>
          <a:bodyPr/>
          <a:lstStyle/>
          <a:p>
            <a:r>
              <a:rPr lang="en-US" dirty="0"/>
              <a:t>1</a:t>
            </a:r>
            <a:endParaRPr lang="LID4096" dirty="0"/>
          </a:p>
        </p:txBody>
      </p:sp>
      <p:sp>
        <p:nvSpPr>
          <p:cNvPr id="7" name="Text Placeholder 6">
            <a:extLst>
              <a:ext uri="{FF2B5EF4-FFF2-40B4-BE49-F238E27FC236}">
                <a16:creationId xmlns:a16="http://schemas.microsoft.com/office/drawing/2014/main" id="{1DF0032A-88E3-BD7C-B71A-C6C875BCC37B}"/>
              </a:ext>
            </a:extLst>
          </p:cNvPr>
          <p:cNvSpPr>
            <a:spLocks noGrp="1"/>
          </p:cNvSpPr>
          <p:nvPr>
            <p:ph type="body" sz="quarter" idx="13"/>
          </p:nvPr>
        </p:nvSpPr>
        <p:spPr/>
        <p:txBody>
          <a:bodyPr/>
          <a:lstStyle/>
          <a:p>
            <a:r>
              <a:rPr lang="en-GB" dirty="0"/>
              <a:t>inventory overview and projection</a:t>
            </a:r>
            <a:endParaRPr lang="LID4096" dirty="0"/>
          </a:p>
        </p:txBody>
      </p:sp>
      <p:sp>
        <p:nvSpPr>
          <p:cNvPr id="5" name="Title 4">
            <a:extLst>
              <a:ext uri="{FF2B5EF4-FFF2-40B4-BE49-F238E27FC236}">
                <a16:creationId xmlns:a16="http://schemas.microsoft.com/office/drawing/2014/main" id="{16C52943-7911-823C-BE41-2EB37625CD66}"/>
              </a:ext>
            </a:extLst>
          </p:cNvPr>
          <p:cNvSpPr>
            <a:spLocks noGrp="1"/>
          </p:cNvSpPr>
          <p:nvPr>
            <p:ph type="title"/>
          </p:nvPr>
        </p:nvSpPr>
        <p:spPr/>
        <p:txBody>
          <a:bodyPr/>
          <a:lstStyle/>
          <a:p>
            <a:r>
              <a:rPr lang="en-GB" dirty="0"/>
              <a:t>Agenda</a:t>
            </a:r>
            <a:endParaRPr lang="LID4096" dirty="0"/>
          </a:p>
        </p:txBody>
      </p:sp>
      <p:sp>
        <p:nvSpPr>
          <p:cNvPr id="4" name="Slide Number Placeholder 3">
            <a:extLst>
              <a:ext uri="{FF2B5EF4-FFF2-40B4-BE49-F238E27FC236}">
                <a16:creationId xmlns:a16="http://schemas.microsoft.com/office/drawing/2014/main" id="{B83B259B-4882-3E9B-3127-7C55EB871C40}"/>
              </a:ext>
            </a:extLst>
          </p:cNvPr>
          <p:cNvSpPr>
            <a:spLocks noGrp="1"/>
          </p:cNvSpPr>
          <p:nvPr>
            <p:ph type="sldNum" sz="quarter" idx="12"/>
          </p:nvPr>
        </p:nvSpPr>
        <p:spPr/>
        <p:txBody>
          <a:bodyPr/>
          <a:lstStyle/>
          <a:p>
            <a:fld id="{9057D3B8-0CE6-4660-8DF6-320B0FD4BCD2}" type="slidenum">
              <a:rPr lang="de-DE" smtClean="0"/>
              <a:t>8</a:t>
            </a:fld>
            <a:endParaRPr lang="de-DE"/>
          </a:p>
        </p:txBody>
      </p:sp>
      <p:sp>
        <p:nvSpPr>
          <p:cNvPr id="6" name="Subtitle 5">
            <a:extLst>
              <a:ext uri="{FF2B5EF4-FFF2-40B4-BE49-F238E27FC236}">
                <a16:creationId xmlns:a16="http://schemas.microsoft.com/office/drawing/2014/main" id="{70186523-2178-9ED8-FBB8-12478624B605}"/>
              </a:ext>
            </a:extLst>
          </p:cNvPr>
          <p:cNvSpPr>
            <a:spLocks noGrp="1"/>
          </p:cNvSpPr>
          <p:nvPr>
            <p:ph type="subTitle" idx="1"/>
          </p:nvPr>
        </p:nvSpPr>
        <p:spPr/>
        <p:txBody>
          <a:bodyPr/>
          <a:lstStyle/>
          <a:p>
            <a:endParaRPr lang="LID4096" dirty="0"/>
          </a:p>
        </p:txBody>
      </p:sp>
      <p:sp>
        <p:nvSpPr>
          <p:cNvPr id="8" name="Text Placeholder 7">
            <a:extLst>
              <a:ext uri="{FF2B5EF4-FFF2-40B4-BE49-F238E27FC236}">
                <a16:creationId xmlns:a16="http://schemas.microsoft.com/office/drawing/2014/main" id="{C44DB9E4-E680-2E6D-2EB8-5A7D3B9E3D1B}"/>
              </a:ext>
            </a:extLst>
          </p:cNvPr>
          <p:cNvSpPr>
            <a:spLocks noGrp="1"/>
          </p:cNvSpPr>
          <p:nvPr>
            <p:ph type="body" sz="quarter" idx="14"/>
          </p:nvPr>
        </p:nvSpPr>
        <p:spPr/>
        <p:txBody>
          <a:bodyPr/>
          <a:lstStyle/>
          <a:p>
            <a:r>
              <a:rPr lang="en-GB" dirty="0"/>
              <a:t>Demand and Revenue outlook</a:t>
            </a:r>
            <a:endParaRPr lang="LID4096" dirty="0"/>
          </a:p>
        </p:txBody>
      </p:sp>
      <p:sp>
        <p:nvSpPr>
          <p:cNvPr id="9" name="Text Placeholder 8">
            <a:extLst>
              <a:ext uri="{FF2B5EF4-FFF2-40B4-BE49-F238E27FC236}">
                <a16:creationId xmlns:a16="http://schemas.microsoft.com/office/drawing/2014/main" id="{05962799-F824-EAC3-6939-56068E8F2E40}"/>
              </a:ext>
            </a:extLst>
          </p:cNvPr>
          <p:cNvSpPr>
            <a:spLocks noGrp="1"/>
          </p:cNvSpPr>
          <p:nvPr>
            <p:ph type="body" sz="quarter" idx="15"/>
          </p:nvPr>
        </p:nvSpPr>
        <p:spPr/>
        <p:txBody>
          <a:bodyPr/>
          <a:lstStyle/>
          <a:p>
            <a:r>
              <a:rPr lang="en-GB" dirty="0"/>
              <a:t>Forecast accuracy &amp; BIAS</a:t>
            </a:r>
            <a:endParaRPr lang="LID4096" dirty="0"/>
          </a:p>
        </p:txBody>
      </p:sp>
      <p:sp>
        <p:nvSpPr>
          <p:cNvPr id="10" name="Text Placeholder 9">
            <a:extLst>
              <a:ext uri="{FF2B5EF4-FFF2-40B4-BE49-F238E27FC236}">
                <a16:creationId xmlns:a16="http://schemas.microsoft.com/office/drawing/2014/main" id="{F361AC1C-8AEA-D246-F88B-05FEA0F77F63}"/>
              </a:ext>
            </a:extLst>
          </p:cNvPr>
          <p:cNvSpPr>
            <a:spLocks noGrp="1"/>
          </p:cNvSpPr>
          <p:nvPr>
            <p:ph type="body" sz="quarter" idx="16"/>
          </p:nvPr>
        </p:nvSpPr>
        <p:spPr/>
        <p:txBody>
          <a:bodyPr/>
          <a:lstStyle/>
          <a:p>
            <a:r>
              <a:rPr lang="en-GB" dirty="0"/>
              <a:t>Key attention points</a:t>
            </a:r>
            <a:endParaRPr lang="LID4096" dirty="0"/>
          </a:p>
        </p:txBody>
      </p:sp>
      <p:sp>
        <p:nvSpPr>
          <p:cNvPr id="11" name="Text Placeholder 10">
            <a:extLst>
              <a:ext uri="{FF2B5EF4-FFF2-40B4-BE49-F238E27FC236}">
                <a16:creationId xmlns:a16="http://schemas.microsoft.com/office/drawing/2014/main" id="{FF4859FC-833C-029E-FC67-9DD84B42E817}"/>
              </a:ext>
            </a:extLst>
          </p:cNvPr>
          <p:cNvSpPr>
            <a:spLocks noGrp="1"/>
          </p:cNvSpPr>
          <p:nvPr>
            <p:ph type="body" sz="quarter" idx="17"/>
          </p:nvPr>
        </p:nvSpPr>
        <p:spPr/>
        <p:txBody>
          <a:bodyPr/>
          <a:lstStyle/>
          <a:p>
            <a:r>
              <a:rPr lang="en-GB"/>
              <a:t>RCCP</a:t>
            </a:r>
            <a:endParaRPr lang="LID4096" dirty="0"/>
          </a:p>
        </p:txBody>
      </p:sp>
    </p:spTree>
    <p:extLst>
      <p:ext uri="{BB962C8B-B14F-4D97-AF65-F5344CB8AC3E}">
        <p14:creationId xmlns:p14="http://schemas.microsoft.com/office/powerpoint/2010/main" val="427624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E4172FD-518E-03DA-789B-BFD24020E84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6" imgH="428" progId="TCLayout.ActiveDocument.1">
                  <p:embed/>
                </p:oleObj>
              </mc:Choice>
              <mc:Fallback>
                <p:oleObj name="think-cell Slide" r:id="rId4" imgW="426" imgH="428" progId="TCLayout.ActiveDocument.1">
                  <p:embed/>
                  <p:pic>
                    <p:nvPicPr>
                      <p:cNvPr id="3" name="Object 2" hidden="1">
                        <a:extLst>
                          <a:ext uri="{FF2B5EF4-FFF2-40B4-BE49-F238E27FC236}">
                            <a16:creationId xmlns:a16="http://schemas.microsoft.com/office/drawing/2014/main" id="{9E4172FD-518E-03DA-789B-BFD24020E84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Text Placeholder 7">
            <a:extLst>
              <a:ext uri="{FF2B5EF4-FFF2-40B4-BE49-F238E27FC236}">
                <a16:creationId xmlns:a16="http://schemas.microsoft.com/office/drawing/2014/main" id="{093D25D7-22C8-9114-D9C7-40C60A94C49D}"/>
              </a:ext>
            </a:extLst>
          </p:cNvPr>
          <p:cNvSpPr>
            <a:spLocks noGrp="1"/>
          </p:cNvSpPr>
          <p:nvPr>
            <p:ph type="body" sz="quarter" idx="14"/>
          </p:nvPr>
        </p:nvSpPr>
        <p:spPr/>
        <p:txBody>
          <a:bodyPr/>
          <a:lstStyle/>
          <a:p>
            <a:endParaRPr lang="LID4096"/>
          </a:p>
        </p:txBody>
      </p:sp>
      <p:sp>
        <p:nvSpPr>
          <p:cNvPr id="9" name="Text Placeholder 8">
            <a:extLst>
              <a:ext uri="{FF2B5EF4-FFF2-40B4-BE49-F238E27FC236}">
                <a16:creationId xmlns:a16="http://schemas.microsoft.com/office/drawing/2014/main" id="{D9722F4A-6D2F-1ED1-2F7C-67B912729926}"/>
              </a:ext>
            </a:extLst>
          </p:cNvPr>
          <p:cNvSpPr>
            <a:spLocks noGrp="1"/>
          </p:cNvSpPr>
          <p:nvPr>
            <p:ph type="body" sz="quarter" idx="15"/>
          </p:nvPr>
        </p:nvSpPr>
        <p:spPr/>
        <p:txBody>
          <a:bodyPr/>
          <a:lstStyle/>
          <a:p>
            <a:endParaRPr lang="LID4096"/>
          </a:p>
        </p:txBody>
      </p:sp>
      <p:sp>
        <p:nvSpPr>
          <p:cNvPr id="5" name="Title 4">
            <a:extLst>
              <a:ext uri="{FF2B5EF4-FFF2-40B4-BE49-F238E27FC236}">
                <a16:creationId xmlns:a16="http://schemas.microsoft.com/office/drawing/2014/main" id="{3FE7ACE1-ED2E-4365-D97F-5F53920D2B09}"/>
              </a:ext>
            </a:extLst>
          </p:cNvPr>
          <p:cNvSpPr>
            <a:spLocks noGrp="1"/>
          </p:cNvSpPr>
          <p:nvPr>
            <p:ph type="title"/>
          </p:nvPr>
        </p:nvSpPr>
        <p:spPr/>
        <p:txBody>
          <a:bodyPr vert="horz"/>
          <a:lstStyle/>
          <a:p>
            <a:r>
              <a:rPr lang="en-GB" dirty="0"/>
              <a:t>Inventory has increased by 6.92 CR INR driven un-expected increase of FG and GIT </a:t>
            </a:r>
            <a:endParaRPr lang="LID4096" dirty="0"/>
          </a:p>
        </p:txBody>
      </p:sp>
      <p:sp>
        <p:nvSpPr>
          <p:cNvPr id="4" name="Slide Number Placeholder 3">
            <a:extLst>
              <a:ext uri="{FF2B5EF4-FFF2-40B4-BE49-F238E27FC236}">
                <a16:creationId xmlns:a16="http://schemas.microsoft.com/office/drawing/2014/main" id="{B142037F-AF01-9446-D903-D9E92D9E90A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57D3B8-0CE6-4660-8DF6-320B0FD4BCD2}" type="slidenum">
              <a:rPr kumimoji="0" lang="de-DE" sz="800" b="0" i="0" u="none" strike="noStrike" kern="1200" cap="none" spc="0" normalizeH="0" baseline="0" noProof="0" smtClean="0">
                <a:ln>
                  <a:noFill/>
                </a:ln>
                <a:solidFill>
                  <a:srgbClr val="262F3C"/>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de-DE" sz="800" b="0" i="0" u="none" strike="noStrike" kern="1200" cap="none" spc="0" normalizeH="0" baseline="0" noProof="0">
              <a:ln>
                <a:noFill/>
              </a:ln>
              <a:solidFill>
                <a:srgbClr val="262F3C"/>
              </a:solidFill>
              <a:effectLst/>
              <a:uLnTx/>
              <a:uFillTx/>
              <a:latin typeface="Arial"/>
              <a:ea typeface="+mn-ea"/>
              <a:cs typeface="+mn-cs"/>
            </a:endParaRPr>
          </a:p>
        </p:txBody>
      </p:sp>
      <p:sp>
        <p:nvSpPr>
          <p:cNvPr id="6" name="Subtitle 5">
            <a:extLst>
              <a:ext uri="{FF2B5EF4-FFF2-40B4-BE49-F238E27FC236}">
                <a16:creationId xmlns:a16="http://schemas.microsoft.com/office/drawing/2014/main" id="{4B34BDA5-A072-5779-59DD-2B2A0BF3DE29}"/>
              </a:ext>
            </a:extLst>
          </p:cNvPr>
          <p:cNvSpPr>
            <a:spLocks noGrp="1"/>
          </p:cNvSpPr>
          <p:nvPr>
            <p:ph type="subTitle" idx="1"/>
          </p:nvPr>
        </p:nvSpPr>
        <p:spPr/>
        <p:txBody>
          <a:bodyPr/>
          <a:lstStyle/>
          <a:p>
            <a:r>
              <a:rPr lang="en-GB" dirty="0"/>
              <a:t>Gross inventory Performance - Sealings</a:t>
            </a:r>
            <a:endParaRPr lang="LID4096" dirty="0"/>
          </a:p>
        </p:txBody>
      </p:sp>
      <p:cxnSp>
        <p:nvCxnSpPr>
          <p:cNvPr id="10" name="Straight Connector 9">
            <a:extLst>
              <a:ext uri="{FF2B5EF4-FFF2-40B4-BE49-F238E27FC236}">
                <a16:creationId xmlns:a16="http://schemas.microsoft.com/office/drawing/2014/main" id="{9F609F07-76A4-AC03-6793-6E9E38607AED}"/>
              </a:ext>
            </a:extLst>
          </p:cNvPr>
          <p:cNvCxnSpPr>
            <a:cxnSpLocks/>
          </p:cNvCxnSpPr>
          <p:nvPr/>
        </p:nvCxnSpPr>
        <p:spPr>
          <a:xfrm>
            <a:off x="8973036" y="1173311"/>
            <a:ext cx="0" cy="494400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DE6B0C3C-EDE6-DEAC-26D0-5A4C13DDDB06}"/>
              </a:ext>
            </a:extLst>
          </p:cNvPr>
          <p:cNvGrpSpPr/>
          <p:nvPr/>
        </p:nvGrpSpPr>
        <p:grpSpPr>
          <a:xfrm>
            <a:off x="9179097" y="1283695"/>
            <a:ext cx="2884758" cy="4626761"/>
            <a:chOff x="7278392" y="1158970"/>
            <a:chExt cx="1790029" cy="3470071"/>
          </a:xfrm>
        </p:grpSpPr>
        <p:sp>
          <p:nvSpPr>
            <p:cNvPr id="12" name="TextBox 11">
              <a:extLst>
                <a:ext uri="{FF2B5EF4-FFF2-40B4-BE49-F238E27FC236}">
                  <a16:creationId xmlns:a16="http://schemas.microsoft.com/office/drawing/2014/main" id="{CFC4BA88-3DDE-C37E-CA0D-CD4EF640FC94}"/>
                </a:ext>
              </a:extLst>
            </p:cNvPr>
            <p:cNvSpPr txBox="1">
              <a:spLocks/>
            </p:cNvSpPr>
            <p:nvPr/>
          </p:nvSpPr>
          <p:spPr>
            <a:xfrm>
              <a:off x="7278392" y="1158970"/>
              <a:ext cx="1589027" cy="123111"/>
            </a:xfrm>
            <a:prstGeom prst="rect">
              <a:avLst/>
            </a:prstGeom>
          </p:spPr>
          <p:txBody>
            <a:bodyPr vert="horz" wrap="square" lIns="0" tIns="0" rIns="0" bIns="0" rtlCol="0" anchor="b">
              <a:noAutofit/>
            </a:bodyPr>
            <a:lstStyle>
              <a:lvl1pPr lvl="0" indent="0">
                <a:lnSpc>
                  <a:spcPct val="80000"/>
                </a:lnSpc>
                <a:spcBef>
                  <a:spcPts val="600"/>
                </a:spcBef>
                <a:spcAft>
                  <a:spcPts val="200"/>
                </a:spcAft>
                <a:buClr>
                  <a:schemeClr val="accent1"/>
                </a:buClr>
                <a:buFont typeface="Arial" pitchFamily="34" charset="0"/>
                <a:buNone/>
                <a:defRPr sz="1400" b="0"/>
              </a:lvl1pPr>
              <a:lvl2pPr marL="180000" lvl="1" indent="-180000">
                <a:lnSpc>
                  <a:spcPct val="80000"/>
                </a:lnSpc>
                <a:spcBef>
                  <a:spcPts val="600"/>
                </a:spcBef>
                <a:spcAft>
                  <a:spcPts val="200"/>
                </a:spcAft>
                <a:buClr>
                  <a:schemeClr val="accent1"/>
                </a:buClr>
                <a:buFontTx/>
                <a:buBlip>
                  <a:blip r:embed="rId6"/>
                </a:buBlip>
                <a:defRPr sz="1400"/>
              </a:lvl2pPr>
              <a:lvl3pPr marL="360000" lvl="2" indent="-180000">
                <a:lnSpc>
                  <a:spcPct val="80000"/>
                </a:lnSpc>
                <a:spcBef>
                  <a:spcPts val="200"/>
                </a:spcBef>
                <a:spcAft>
                  <a:spcPts val="200"/>
                </a:spcAft>
                <a:buClr>
                  <a:schemeClr val="accent1"/>
                </a:buClr>
                <a:buFont typeface="Arial" pitchFamily="34" charset="0"/>
                <a:buChar char="–"/>
                <a:defRPr sz="1400"/>
              </a:lvl3pPr>
              <a:lvl4pPr marL="539750" lvl="3" indent="-180000">
                <a:lnSpc>
                  <a:spcPct val="80000"/>
                </a:lnSpc>
                <a:spcBef>
                  <a:spcPts val="200"/>
                </a:spcBef>
                <a:spcAft>
                  <a:spcPts val="200"/>
                </a:spcAft>
                <a:buClr>
                  <a:schemeClr val="accent1"/>
                </a:buClr>
                <a:buFont typeface="Arial" pitchFamily="34" charset="0"/>
                <a:buChar char="–"/>
                <a:defRPr sz="1400"/>
              </a:lvl4pPr>
              <a:lvl5pPr marL="720000" lvl="4" indent="-180000">
                <a:lnSpc>
                  <a:spcPct val="80000"/>
                </a:lnSpc>
                <a:spcBef>
                  <a:spcPts val="200"/>
                </a:spcBef>
                <a:spcAft>
                  <a:spcPts val="200"/>
                </a:spcAft>
                <a:buClr>
                  <a:schemeClr val="accent1"/>
                </a:buClr>
                <a:buFont typeface="Arial" pitchFamily="34" charset="0"/>
                <a:buChar char="–"/>
                <a:defRPr sz="14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marL="0" marR="0" lvl="0" indent="0" algn="just" defTabSz="1219170" rtl="0" eaLnBrk="1" fontAlgn="auto" latinLnBrk="0" hangingPunct="1">
                <a:lnSpc>
                  <a:spcPct val="100000"/>
                </a:lnSpc>
                <a:spcBef>
                  <a:spcPts val="800"/>
                </a:spcBef>
                <a:spcAft>
                  <a:spcPts val="267"/>
                </a:spcAft>
                <a:buClr>
                  <a:srgbClr val="005192"/>
                </a:buClr>
                <a:buSzTx/>
                <a:buFont typeface="Arial" pitchFamily="34" charset="0"/>
                <a:buNone/>
                <a:tabLst/>
                <a:defRPr/>
              </a:pPr>
              <a:r>
                <a:rPr kumimoji="0" lang="en-US" sz="1200" b="1" i="0" u="none" strike="noStrike" kern="1200" cap="none" spc="0" normalizeH="0" baseline="0" noProof="0" dirty="0">
                  <a:ln>
                    <a:noFill/>
                  </a:ln>
                  <a:solidFill>
                    <a:srgbClr val="005192"/>
                  </a:solidFill>
                  <a:effectLst/>
                  <a:uLnTx/>
                  <a:uFillTx/>
                  <a:latin typeface="Arial"/>
                  <a:ea typeface="+mn-ea"/>
                  <a:cs typeface="+mn-cs"/>
                </a:rPr>
                <a:t>Key comments</a:t>
              </a:r>
            </a:p>
          </p:txBody>
        </p:sp>
        <p:cxnSp>
          <p:nvCxnSpPr>
            <p:cNvPr id="13" name="Straight Connector 12">
              <a:extLst>
                <a:ext uri="{FF2B5EF4-FFF2-40B4-BE49-F238E27FC236}">
                  <a16:creationId xmlns:a16="http://schemas.microsoft.com/office/drawing/2014/main" id="{050C38B7-BC8A-EEDD-6B84-99D8CB5EF3AE}"/>
                </a:ext>
              </a:extLst>
            </p:cNvPr>
            <p:cNvCxnSpPr>
              <a:cxnSpLocks/>
            </p:cNvCxnSpPr>
            <p:nvPr/>
          </p:nvCxnSpPr>
          <p:spPr>
            <a:xfrm>
              <a:off x="7278392" y="1301866"/>
              <a:ext cx="1589027"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FAE319D1-0FA6-CAD7-F39E-A0D10CDE378E}"/>
                </a:ext>
              </a:extLst>
            </p:cNvPr>
            <p:cNvSpPr txBox="1">
              <a:spLocks/>
            </p:cNvSpPr>
            <p:nvPr/>
          </p:nvSpPr>
          <p:spPr>
            <a:xfrm>
              <a:off x="7281871" y="1420470"/>
              <a:ext cx="1786550" cy="3208571"/>
            </a:xfrm>
            <a:prstGeom prst="rect">
              <a:avLst/>
            </a:prstGeom>
          </p:spPr>
          <p:txBody>
            <a:bodyPr vert="horz" wrap="square" lIns="0" tIns="0" rIns="0" bIns="0" rtlCol="0" anchor="t" anchorCtr="0">
              <a:spAutoFit/>
            </a:bodyPr>
            <a:lstStyle>
              <a:lvl1pPr lvl="0" indent="0">
                <a:lnSpc>
                  <a:spcPct val="80000"/>
                </a:lnSpc>
                <a:spcBef>
                  <a:spcPts val="600"/>
                </a:spcBef>
                <a:spcAft>
                  <a:spcPts val="200"/>
                </a:spcAft>
                <a:buClr>
                  <a:schemeClr val="accent1"/>
                </a:buClr>
                <a:buFont typeface="Arial" pitchFamily="34" charset="0"/>
                <a:buNone/>
                <a:defRPr sz="1400" b="0"/>
              </a:lvl1pPr>
              <a:lvl2pPr marL="180000" lvl="1" indent="-180000">
                <a:lnSpc>
                  <a:spcPct val="80000"/>
                </a:lnSpc>
                <a:spcBef>
                  <a:spcPts val="600"/>
                </a:spcBef>
                <a:spcAft>
                  <a:spcPts val="200"/>
                </a:spcAft>
                <a:buClr>
                  <a:schemeClr val="accent1"/>
                </a:buClr>
                <a:buFontTx/>
                <a:buBlip>
                  <a:blip r:embed="rId6"/>
                </a:buBlip>
                <a:defRPr sz="1400"/>
              </a:lvl2pPr>
              <a:lvl3pPr marL="360000" lvl="2" indent="-180000">
                <a:lnSpc>
                  <a:spcPct val="80000"/>
                </a:lnSpc>
                <a:spcBef>
                  <a:spcPts val="200"/>
                </a:spcBef>
                <a:spcAft>
                  <a:spcPts val="200"/>
                </a:spcAft>
                <a:buClr>
                  <a:schemeClr val="accent1"/>
                </a:buClr>
                <a:buFont typeface="Arial" pitchFamily="34" charset="0"/>
                <a:buChar char="–"/>
                <a:defRPr sz="1400"/>
              </a:lvl3pPr>
              <a:lvl4pPr marL="539750" lvl="3" indent="-180000">
                <a:lnSpc>
                  <a:spcPct val="80000"/>
                </a:lnSpc>
                <a:spcBef>
                  <a:spcPts val="200"/>
                </a:spcBef>
                <a:spcAft>
                  <a:spcPts val="200"/>
                </a:spcAft>
                <a:buClr>
                  <a:schemeClr val="accent1"/>
                </a:buClr>
                <a:buFont typeface="Arial" pitchFamily="34" charset="0"/>
                <a:buChar char="–"/>
                <a:defRPr sz="1400"/>
              </a:lvl4pPr>
              <a:lvl5pPr marL="720000" lvl="4" indent="-180000">
                <a:lnSpc>
                  <a:spcPct val="80000"/>
                </a:lnSpc>
                <a:spcBef>
                  <a:spcPts val="200"/>
                </a:spcBef>
                <a:spcAft>
                  <a:spcPts val="200"/>
                </a:spcAft>
                <a:buClr>
                  <a:schemeClr val="accent1"/>
                </a:buClr>
                <a:buFont typeface="Arial" pitchFamily="34" charset="0"/>
                <a:buChar char="–"/>
                <a:defRPr sz="14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marL="0" marR="0" lvl="1" indent="0" algn="l" defTabSz="914400" rtl="0" eaLnBrk="1" fontAlgn="auto" latinLnBrk="0" hangingPunct="1">
                <a:lnSpc>
                  <a:spcPct val="100000"/>
                </a:lnSpc>
                <a:spcBef>
                  <a:spcPts val="600"/>
                </a:spcBef>
                <a:spcAft>
                  <a:spcPts val="0"/>
                </a:spcAft>
                <a:buClr>
                  <a:srgbClr val="333F50"/>
                </a:buClr>
                <a:buSzTx/>
                <a:buFontTx/>
                <a:buNone/>
                <a:tabLst/>
                <a:defRPr/>
              </a:pPr>
              <a:r>
                <a:rPr kumimoji="0" lang="en-US" sz="1200" b="0" i="0" u="none" strike="noStrike" kern="1200" cap="none" spc="0" normalizeH="0" baseline="0" noProof="0" dirty="0">
                  <a:ln>
                    <a:noFill/>
                  </a:ln>
                  <a:solidFill>
                    <a:srgbClr val="262F3C"/>
                  </a:solidFill>
                  <a:effectLst/>
                  <a:highlight>
                    <a:srgbClr val="FFFF00"/>
                  </a:highlight>
                  <a:uLnTx/>
                  <a:uFillTx/>
                  <a:latin typeface="Calibri" panose="020F0502020204030204" pitchFamily="34" charset="0"/>
                  <a:ea typeface="+mn-ea"/>
                  <a:cs typeface="Calibri" panose="020F0502020204030204" pitchFamily="34" charset="0"/>
                </a:rPr>
                <a:t>ICP will be translated in to inventory outlook.</a:t>
              </a:r>
            </a:p>
            <a:p>
              <a:pPr marL="0" marR="0" lvl="1" indent="0" algn="l" defTabSz="914400" rtl="0" eaLnBrk="1" fontAlgn="auto" latinLnBrk="0" hangingPunct="1">
                <a:lnSpc>
                  <a:spcPct val="100000"/>
                </a:lnSpc>
                <a:spcBef>
                  <a:spcPts val="600"/>
                </a:spcBef>
                <a:spcAft>
                  <a:spcPts val="0"/>
                </a:spcAft>
                <a:buClr>
                  <a:srgbClr val="333F50"/>
                </a:buClr>
                <a:buSzTx/>
                <a:buFontTx/>
                <a:buNone/>
                <a:tabLst/>
                <a:defRPr/>
              </a:pPr>
              <a:r>
                <a:rPr kumimoji="0" lang="en-US" sz="1200" b="1"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Inventory vs PM (June’22): </a:t>
              </a:r>
            </a:p>
            <a:p>
              <a:pPr marL="180000" marR="0" lvl="1" indent="-180000" algn="l" defTabSz="914400" rtl="0" eaLnBrk="1" fontAlgn="auto" latinLnBrk="0" hangingPunct="1">
                <a:lnSpc>
                  <a:spcPct val="100000"/>
                </a:lnSpc>
                <a:spcBef>
                  <a:spcPts val="600"/>
                </a:spcBef>
                <a:spcAft>
                  <a:spcPts val="0"/>
                </a:spcAft>
                <a:buClr>
                  <a:srgbClr val="333F50"/>
                </a:buClr>
                <a:buSzTx/>
                <a:buFont typeface="Arial" panose="020B0604020202020204" pitchFamily="34" charset="0"/>
                <a:buChar char="•"/>
                <a:tabLst/>
                <a:defRPr/>
              </a:pPr>
              <a:r>
                <a:rPr kumimoji="0" lang="en-US" sz="1200" b="1"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Total increase: </a:t>
              </a:r>
              <a:r>
                <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6.92 CR</a:t>
              </a:r>
            </a:p>
            <a:p>
              <a:pPr marL="360000" marR="0" lvl="2" indent="-180000" algn="l" defTabSz="914400" rtl="0" eaLnBrk="1" fontAlgn="auto" latinLnBrk="0" hangingPunct="1">
                <a:lnSpc>
                  <a:spcPct val="100000"/>
                </a:lnSpc>
                <a:spcBef>
                  <a:spcPts val="200"/>
                </a:spcBef>
                <a:spcAft>
                  <a:spcPts val="0"/>
                </a:spcAft>
                <a:buClr>
                  <a:srgbClr val="333F50"/>
                </a:buClr>
                <a:buSzTx/>
                <a:buFont typeface="Arial" panose="020B0604020202020204" pitchFamily="34" charset="0"/>
                <a:buChar char="•"/>
                <a:tabLst/>
                <a:defRPr/>
              </a:pPr>
              <a:r>
                <a:rPr kumimoji="0" lang="en-US" sz="1200" b="1"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RM:</a:t>
              </a:r>
              <a:r>
                <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 4.99 CR</a:t>
              </a:r>
            </a:p>
            <a:p>
              <a:pPr marL="360000" marR="0" lvl="2" indent="-180000" algn="l" defTabSz="914400" rtl="0" eaLnBrk="1" fontAlgn="auto" latinLnBrk="0" hangingPunct="1">
                <a:lnSpc>
                  <a:spcPct val="100000"/>
                </a:lnSpc>
                <a:spcBef>
                  <a:spcPts val="200"/>
                </a:spcBef>
                <a:spcAft>
                  <a:spcPts val="0"/>
                </a:spcAft>
                <a:buClr>
                  <a:srgbClr val="333F50"/>
                </a:buClr>
                <a:buSzTx/>
                <a:buFont typeface="Arial" panose="020B0604020202020204" pitchFamily="34" charset="0"/>
                <a:buChar char="•"/>
                <a:tabLst/>
                <a:defRPr/>
              </a:pPr>
              <a:r>
                <a:rPr kumimoji="0" lang="en-US" sz="1200" b="1"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FG:</a:t>
              </a:r>
              <a:r>
                <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 1.8 CR</a:t>
              </a:r>
            </a:p>
            <a:p>
              <a:pPr marL="360000" marR="0" lvl="2" indent="-180000" algn="l" defTabSz="914400" rtl="0" eaLnBrk="1" fontAlgn="auto" latinLnBrk="0" hangingPunct="1">
                <a:lnSpc>
                  <a:spcPct val="100000"/>
                </a:lnSpc>
                <a:spcBef>
                  <a:spcPts val="200"/>
                </a:spcBef>
                <a:spcAft>
                  <a:spcPts val="0"/>
                </a:spcAft>
                <a:buClr>
                  <a:srgbClr val="333F50"/>
                </a:buClr>
                <a:buSzTx/>
                <a:buFont typeface="Arial" panose="020B0604020202020204" pitchFamily="34" charset="0"/>
                <a:buChar char="•"/>
                <a:tabLst/>
                <a:defRPr/>
              </a:pPr>
              <a:r>
                <a:rPr kumimoji="0" lang="en-US" sz="1200" b="1"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WIP:</a:t>
              </a:r>
              <a:r>
                <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 0.24 CR</a:t>
              </a:r>
            </a:p>
            <a:p>
              <a:pPr marL="180000" marR="0" lvl="1" indent="-180000" algn="l" defTabSz="914400" rtl="0" eaLnBrk="1" fontAlgn="auto" latinLnBrk="0" hangingPunct="1">
                <a:lnSpc>
                  <a:spcPct val="100000"/>
                </a:lnSpc>
                <a:spcBef>
                  <a:spcPts val="600"/>
                </a:spcBef>
                <a:spcAft>
                  <a:spcPts val="0"/>
                </a:spcAft>
                <a:buClr>
                  <a:srgbClr val="333F50"/>
                </a:buClr>
                <a:buSzTx/>
                <a:buFont typeface="Arial" panose="020B0604020202020204" pitchFamily="34" charset="0"/>
                <a:buChar char="•"/>
                <a:tabLst/>
                <a:defRPr/>
              </a:pPr>
              <a:endParaRPr kumimoji="0" lang="en-US" sz="1200" b="1"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a:p>
              <a:pPr marL="180000" marR="0" lvl="1" indent="-180000" algn="l" defTabSz="914400" rtl="0" eaLnBrk="1" fontAlgn="auto" latinLnBrk="0" hangingPunct="1">
                <a:lnSpc>
                  <a:spcPct val="100000"/>
                </a:lnSpc>
                <a:spcBef>
                  <a:spcPts val="600"/>
                </a:spcBef>
                <a:spcAft>
                  <a:spcPts val="0"/>
                </a:spcAft>
                <a:buClr>
                  <a:srgbClr val="333F50"/>
                </a:buClr>
                <a:buSzTx/>
                <a:buFont typeface="Arial" panose="020B0604020202020204" pitchFamily="34" charset="0"/>
                <a:buChar char="•"/>
                <a:tabLst/>
                <a:defRPr/>
              </a:pPr>
              <a:r>
                <a:rPr kumimoji="0" lang="en-US" sz="1200" b="1"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RM increase: </a:t>
              </a:r>
              <a:r>
                <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4.99 CR</a:t>
              </a:r>
            </a:p>
            <a:p>
              <a:pPr marL="360000" marR="0" lvl="2" indent="-180000" algn="l" defTabSz="914400" rtl="0" eaLnBrk="1" fontAlgn="auto" latinLnBrk="0" hangingPunct="1">
                <a:lnSpc>
                  <a:spcPct val="100000"/>
                </a:lnSpc>
                <a:spcBef>
                  <a:spcPts val="200"/>
                </a:spcBef>
                <a:spcAft>
                  <a:spcPts val="0"/>
                </a:spcAft>
                <a:buClr>
                  <a:srgbClr val="333F50"/>
                </a:buClr>
                <a:buSzTx/>
                <a:buFont typeface="Arial" panose="020B0604020202020204" pitchFamily="34" charset="0"/>
                <a:buChar char="•"/>
                <a:tabLst/>
                <a:defRPr/>
              </a:pPr>
              <a:r>
                <a:rPr kumimoji="0" lang="en-US" sz="1200" b="1"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GIT increase</a:t>
              </a:r>
              <a:r>
                <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 4.81 CR</a:t>
              </a:r>
            </a:p>
            <a:p>
              <a:pPr marL="360000" marR="0" lvl="2" indent="-180000" algn="l" defTabSz="914400" rtl="0" eaLnBrk="1" fontAlgn="auto" latinLnBrk="0" hangingPunct="1">
                <a:lnSpc>
                  <a:spcPct val="100000"/>
                </a:lnSpc>
                <a:spcBef>
                  <a:spcPts val="200"/>
                </a:spcBef>
                <a:spcAft>
                  <a:spcPts val="0"/>
                </a:spcAft>
                <a:buClr>
                  <a:srgbClr val="333F50"/>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Pre-arrival of EPDM shipment: 2.91 CR.</a:t>
              </a:r>
            </a:p>
            <a:p>
              <a:pPr marL="360000" marR="0" lvl="2" indent="-180000" algn="l" defTabSz="914400" rtl="0" eaLnBrk="1" fontAlgn="auto" latinLnBrk="0" hangingPunct="1">
                <a:lnSpc>
                  <a:spcPct val="100000"/>
                </a:lnSpc>
                <a:spcBef>
                  <a:spcPts val="200"/>
                </a:spcBef>
                <a:spcAft>
                  <a:spcPts val="0"/>
                </a:spcAft>
                <a:buClr>
                  <a:srgbClr val="333F50"/>
                </a:buClr>
                <a:buSzTx/>
                <a:buFont typeface="Arial" panose="020B0604020202020204" pitchFamily="34" charset="0"/>
                <a:buChar char="•"/>
                <a:tabLst/>
                <a:defRPr/>
              </a:pPr>
              <a:r>
                <a:rPr kumimoji="0" lang="en-US" sz="1200" b="1"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Forecast Accuracy :</a:t>
              </a:r>
              <a:r>
                <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 2.4 CR</a:t>
              </a:r>
            </a:p>
            <a:p>
              <a:pPr marL="360000" marR="0" lvl="2" indent="-180000" algn="l" defTabSz="914400" rtl="0" eaLnBrk="1" fontAlgn="auto" latinLnBrk="0" hangingPunct="1">
                <a:lnSpc>
                  <a:spcPct val="100000"/>
                </a:lnSpc>
                <a:spcBef>
                  <a:spcPts val="200"/>
                </a:spcBef>
                <a:spcAft>
                  <a:spcPts val="0"/>
                </a:spcAft>
                <a:buClr>
                  <a:srgbClr val="333F50"/>
                </a:buClr>
                <a:buSzTx/>
                <a:buFont typeface="Arial" panose="020B0604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a:p>
              <a:pPr marL="180000" marR="0" lvl="1" indent="-180000" algn="l" defTabSz="914400" rtl="0" eaLnBrk="1" fontAlgn="auto" latinLnBrk="0" hangingPunct="1">
                <a:lnSpc>
                  <a:spcPct val="100000"/>
                </a:lnSpc>
                <a:spcBef>
                  <a:spcPts val="600"/>
                </a:spcBef>
                <a:spcAft>
                  <a:spcPts val="0"/>
                </a:spcAft>
                <a:buClr>
                  <a:srgbClr val="333F50"/>
                </a:buClr>
                <a:buSzTx/>
                <a:buFont typeface="Arial" panose="020B0604020202020204" pitchFamily="34" charset="0"/>
                <a:buChar char="•"/>
                <a:tabLst/>
                <a:defRPr/>
              </a:pPr>
              <a:r>
                <a:rPr kumimoji="0" lang="en-US" sz="1200" b="1"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FG increase: 1.8 CR</a:t>
              </a:r>
            </a:p>
            <a:p>
              <a:pPr marL="360000" marR="0" lvl="2" indent="-180000" algn="l" defTabSz="914400" rtl="0" eaLnBrk="1" fontAlgn="auto" latinLnBrk="0" hangingPunct="1">
                <a:lnSpc>
                  <a:spcPct val="100000"/>
                </a:lnSpc>
                <a:spcBef>
                  <a:spcPts val="200"/>
                </a:spcBef>
                <a:spcAft>
                  <a:spcPts val="0"/>
                </a:spcAft>
                <a:buClr>
                  <a:srgbClr val="333F50"/>
                </a:buClr>
                <a:buSzTx/>
                <a:buFont typeface="Arial" panose="020B0604020202020204" pitchFamily="34" charset="0"/>
                <a:buChar char="•"/>
                <a:tabLst/>
                <a:defRPr/>
              </a:pPr>
              <a:r>
                <a:rPr kumimoji="0" lang="en-US" sz="1200" b="1"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M&amp;M (Manesar) : </a:t>
              </a:r>
              <a:r>
                <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49 L</a:t>
              </a:r>
              <a:r>
                <a:rPr kumimoji="0" lang="en-US" sz="1200" b="1"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 </a:t>
              </a:r>
            </a:p>
            <a:p>
              <a:pPr marL="360000" marR="0" lvl="2" indent="-180000" algn="l" defTabSz="914400" rtl="0" eaLnBrk="1" fontAlgn="auto" latinLnBrk="0" hangingPunct="1">
                <a:lnSpc>
                  <a:spcPct val="100000"/>
                </a:lnSpc>
                <a:spcBef>
                  <a:spcPts val="200"/>
                </a:spcBef>
                <a:spcAft>
                  <a:spcPts val="0"/>
                </a:spcAft>
                <a:buClr>
                  <a:srgbClr val="333F50"/>
                </a:buClr>
                <a:buSzTx/>
                <a:buFont typeface="Arial" panose="020B0604020202020204" pitchFamily="34" charset="0"/>
                <a:buChar char="•"/>
                <a:tabLst/>
                <a:defRPr/>
              </a:pPr>
              <a:r>
                <a:rPr kumimoji="0" lang="en-US" sz="1200" b="1"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MSIL(Manesar): </a:t>
              </a:r>
              <a:r>
                <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17 L</a:t>
              </a:r>
            </a:p>
            <a:p>
              <a:pPr marL="360000" marR="0" lvl="2" indent="-180000" algn="l" defTabSz="914400" rtl="0" eaLnBrk="1" fontAlgn="auto" latinLnBrk="0" hangingPunct="1">
                <a:lnSpc>
                  <a:spcPct val="100000"/>
                </a:lnSpc>
                <a:spcBef>
                  <a:spcPts val="200"/>
                </a:spcBef>
                <a:spcAft>
                  <a:spcPts val="0"/>
                </a:spcAft>
                <a:buClr>
                  <a:srgbClr val="333F50"/>
                </a:buClr>
                <a:buSzTx/>
                <a:buFont typeface="Arial" panose="020B0604020202020204" pitchFamily="34" charset="0"/>
                <a:buChar char="•"/>
                <a:tabLst/>
                <a:defRPr/>
              </a:pPr>
              <a:r>
                <a:rPr kumimoji="0" lang="en-US" sz="1200" b="1"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TATA: </a:t>
              </a:r>
              <a:r>
                <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27 L</a:t>
              </a:r>
            </a:p>
            <a:p>
              <a:pPr marL="360000" marR="0" lvl="2" indent="-180000" algn="l" defTabSz="914400" rtl="0" eaLnBrk="1" fontAlgn="auto" latinLnBrk="0" hangingPunct="1">
                <a:lnSpc>
                  <a:spcPct val="100000"/>
                </a:lnSpc>
                <a:spcBef>
                  <a:spcPts val="200"/>
                </a:spcBef>
                <a:spcAft>
                  <a:spcPts val="0"/>
                </a:spcAft>
                <a:buClr>
                  <a:srgbClr val="333F50"/>
                </a:buClr>
                <a:buSzTx/>
                <a:buFont typeface="Arial" panose="020B0604020202020204" pitchFamily="34" charset="0"/>
                <a:buChar char="•"/>
                <a:tabLst/>
                <a:defRPr/>
              </a:pPr>
              <a:r>
                <a:rPr kumimoji="0" lang="en-US" sz="1200" b="1"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Others (includes Manesar)</a:t>
              </a:r>
              <a:r>
                <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 51 L</a:t>
              </a:r>
            </a:p>
            <a:p>
              <a:pPr marL="360000" marR="0" lvl="2" indent="-180000" algn="l" defTabSz="914400" rtl="0" eaLnBrk="1" fontAlgn="auto" latinLnBrk="0" hangingPunct="1">
                <a:lnSpc>
                  <a:spcPct val="100000"/>
                </a:lnSpc>
                <a:spcBef>
                  <a:spcPts val="200"/>
                </a:spcBef>
                <a:spcAft>
                  <a:spcPts val="0"/>
                </a:spcAft>
                <a:buClr>
                  <a:srgbClr val="333F50"/>
                </a:buClr>
                <a:buSzTx/>
                <a:buFont typeface="Arial" panose="020B0604020202020204" pitchFamily="34" charset="0"/>
                <a:buChar char="•"/>
                <a:tabLst/>
                <a:defRPr/>
              </a:pPr>
              <a:r>
                <a:rPr kumimoji="0" lang="en-US" sz="1200" b="1"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GIT:</a:t>
              </a:r>
              <a:r>
                <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 32 L</a:t>
              </a:r>
            </a:p>
            <a:p>
              <a:pPr marL="0" marR="0" lvl="1" indent="0" algn="l" defTabSz="914400" rtl="0" eaLnBrk="1" fontAlgn="auto" latinLnBrk="0" hangingPunct="1">
                <a:lnSpc>
                  <a:spcPct val="100000"/>
                </a:lnSpc>
                <a:spcBef>
                  <a:spcPts val="600"/>
                </a:spcBef>
                <a:spcAft>
                  <a:spcPts val="0"/>
                </a:spcAft>
                <a:buClr>
                  <a:srgbClr val="333F50"/>
                </a:buClr>
                <a:buSzTx/>
                <a:buFontTx/>
                <a:buNone/>
                <a:tabLst/>
                <a:defRPr/>
              </a:pPr>
              <a:r>
                <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Reason for FG increase also not anticipated.</a:t>
              </a:r>
            </a:p>
          </p:txBody>
        </p:sp>
      </p:grpSp>
      <p:cxnSp>
        <p:nvCxnSpPr>
          <p:cNvPr id="16" name="Straight Connector 15">
            <a:extLst>
              <a:ext uri="{FF2B5EF4-FFF2-40B4-BE49-F238E27FC236}">
                <a16:creationId xmlns:a16="http://schemas.microsoft.com/office/drawing/2014/main" id="{6B645418-C127-1D9C-AAAC-E7229E223F7F}"/>
              </a:ext>
            </a:extLst>
          </p:cNvPr>
          <p:cNvCxnSpPr>
            <a:cxnSpLocks/>
          </p:cNvCxnSpPr>
          <p:nvPr/>
        </p:nvCxnSpPr>
        <p:spPr>
          <a:xfrm>
            <a:off x="415240" y="1478395"/>
            <a:ext cx="8451434"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73" name="Chart 72">
            <a:extLst>
              <a:ext uri="{FF2B5EF4-FFF2-40B4-BE49-F238E27FC236}">
                <a16:creationId xmlns:a16="http://schemas.microsoft.com/office/drawing/2014/main" id="{18FA9022-1F0D-EE46-1400-620B7ABF99F4}"/>
              </a:ext>
            </a:extLst>
          </p:cNvPr>
          <p:cNvGraphicFramePr/>
          <p:nvPr>
            <p:extLst>
              <p:ext uri="{D42A27DB-BD31-4B8C-83A1-F6EECF244321}">
                <p14:modId xmlns:p14="http://schemas.microsoft.com/office/powerpoint/2010/main" val="225391072"/>
              </p:ext>
            </p:extLst>
          </p:nvPr>
        </p:nvGraphicFramePr>
        <p:xfrm>
          <a:off x="415240" y="1594715"/>
          <a:ext cx="8145283" cy="4522596"/>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2025076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Object 21" hidden="1">
            <a:extLst>
              <a:ext uri="{FF2B5EF4-FFF2-40B4-BE49-F238E27FC236}">
                <a16:creationId xmlns:a16="http://schemas.microsoft.com/office/drawing/2014/main" id="{7836F37E-D5F7-883C-DAE6-D32C3949643D}"/>
              </a:ext>
            </a:extLst>
          </p:cNvPr>
          <p:cNvGraphicFramePr>
            <a:graphicFrameLocks noChangeAspect="1"/>
          </p:cNvGraphicFramePr>
          <p:nvPr>
            <p:custDataLst>
              <p:tags r:id="rId1"/>
            </p:custDataLst>
            <p:extLst>
              <p:ext uri="{D42A27DB-BD31-4B8C-83A1-F6EECF244321}">
                <p14:modId xmlns:p14="http://schemas.microsoft.com/office/powerpoint/2010/main" val="295573521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2" imgW="426" imgH="428" progId="TCLayout.ActiveDocument.1">
                  <p:embed/>
                </p:oleObj>
              </mc:Choice>
              <mc:Fallback>
                <p:oleObj name="think-cell Slide" r:id="rId42" imgW="426" imgH="428" progId="TCLayout.ActiveDocument.1">
                  <p:embed/>
                  <p:pic>
                    <p:nvPicPr>
                      <p:cNvPr id="22" name="Object 21" hidden="1">
                        <a:extLst>
                          <a:ext uri="{FF2B5EF4-FFF2-40B4-BE49-F238E27FC236}">
                            <a16:creationId xmlns:a16="http://schemas.microsoft.com/office/drawing/2014/main" id="{7836F37E-D5F7-883C-DAE6-D32C3949643D}"/>
                          </a:ext>
                        </a:extLst>
                      </p:cNvPr>
                      <p:cNvPicPr/>
                      <p:nvPr/>
                    </p:nvPicPr>
                    <p:blipFill>
                      <a:blip r:embed="rId43"/>
                      <a:stretch>
                        <a:fillRect/>
                      </a:stretch>
                    </p:blipFill>
                    <p:spPr>
                      <a:xfrm>
                        <a:off x="1588" y="1588"/>
                        <a:ext cx="1588" cy="1588"/>
                      </a:xfrm>
                      <a:prstGeom prst="rect">
                        <a:avLst/>
                      </a:prstGeom>
                    </p:spPr>
                  </p:pic>
                </p:oleObj>
              </mc:Fallback>
            </mc:AlternateContent>
          </a:graphicData>
        </a:graphic>
      </p:graphicFrame>
      <p:sp>
        <p:nvSpPr>
          <p:cNvPr id="8" name="Text Placeholder 7">
            <a:extLst>
              <a:ext uri="{FF2B5EF4-FFF2-40B4-BE49-F238E27FC236}">
                <a16:creationId xmlns:a16="http://schemas.microsoft.com/office/drawing/2014/main" id="{093D25D7-22C8-9114-D9C7-40C60A94C49D}"/>
              </a:ext>
            </a:extLst>
          </p:cNvPr>
          <p:cNvSpPr>
            <a:spLocks noGrp="1"/>
          </p:cNvSpPr>
          <p:nvPr>
            <p:ph type="body" sz="quarter" idx="14"/>
          </p:nvPr>
        </p:nvSpPr>
        <p:spPr/>
        <p:txBody>
          <a:bodyPr/>
          <a:lstStyle/>
          <a:p>
            <a:endParaRPr lang="LID4096"/>
          </a:p>
        </p:txBody>
      </p:sp>
      <p:sp>
        <p:nvSpPr>
          <p:cNvPr id="9" name="Text Placeholder 8">
            <a:extLst>
              <a:ext uri="{FF2B5EF4-FFF2-40B4-BE49-F238E27FC236}">
                <a16:creationId xmlns:a16="http://schemas.microsoft.com/office/drawing/2014/main" id="{D9722F4A-6D2F-1ED1-2F7C-67B912729926}"/>
              </a:ext>
            </a:extLst>
          </p:cNvPr>
          <p:cNvSpPr>
            <a:spLocks noGrp="1"/>
          </p:cNvSpPr>
          <p:nvPr>
            <p:ph type="body" sz="quarter" idx="15"/>
          </p:nvPr>
        </p:nvSpPr>
        <p:spPr/>
        <p:txBody>
          <a:bodyPr/>
          <a:lstStyle/>
          <a:p>
            <a:endParaRPr lang="LID4096"/>
          </a:p>
        </p:txBody>
      </p:sp>
      <p:sp>
        <p:nvSpPr>
          <p:cNvPr id="4" name="Slide Number Placeholder 3">
            <a:extLst>
              <a:ext uri="{FF2B5EF4-FFF2-40B4-BE49-F238E27FC236}">
                <a16:creationId xmlns:a16="http://schemas.microsoft.com/office/drawing/2014/main" id="{B142037F-AF01-9446-D903-D9E92D9E90A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57D3B8-0CE6-4660-8DF6-320B0FD4BCD2}" type="slidenum">
              <a:rPr kumimoji="0" lang="de-DE" sz="800" b="0" i="0" u="none" strike="noStrike" kern="1200" cap="none" spc="0" normalizeH="0" baseline="0" noProof="0" smtClean="0">
                <a:ln>
                  <a:noFill/>
                </a:ln>
                <a:solidFill>
                  <a:srgbClr val="262F3C"/>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de-DE" sz="800" b="0" i="0" u="none" strike="noStrike" kern="1200" cap="none" spc="0" normalizeH="0" baseline="0" noProof="0">
              <a:ln>
                <a:noFill/>
              </a:ln>
              <a:solidFill>
                <a:srgbClr val="262F3C"/>
              </a:solidFill>
              <a:effectLst/>
              <a:uLnTx/>
              <a:uFillTx/>
              <a:latin typeface="Arial"/>
              <a:ea typeface="+mn-ea"/>
              <a:cs typeface="+mn-cs"/>
            </a:endParaRPr>
          </a:p>
        </p:txBody>
      </p:sp>
      <p:sp>
        <p:nvSpPr>
          <p:cNvPr id="6" name="Subtitle 5">
            <a:extLst>
              <a:ext uri="{FF2B5EF4-FFF2-40B4-BE49-F238E27FC236}">
                <a16:creationId xmlns:a16="http://schemas.microsoft.com/office/drawing/2014/main" id="{4B34BDA5-A072-5779-59DD-2B2A0BF3DE29}"/>
              </a:ext>
            </a:extLst>
          </p:cNvPr>
          <p:cNvSpPr>
            <a:spLocks noGrp="1"/>
          </p:cNvSpPr>
          <p:nvPr>
            <p:ph type="subTitle" idx="1"/>
          </p:nvPr>
        </p:nvSpPr>
        <p:spPr>
          <a:xfrm>
            <a:off x="431912" y="895351"/>
            <a:ext cx="11337702" cy="255587"/>
          </a:xfrm>
        </p:spPr>
        <p:txBody>
          <a:bodyPr/>
          <a:lstStyle/>
          <a:p>
            <a:pPr>
              <a:spcBef>
                <a:spcPct val="0"/>
              </a:spcBef>
            </a:pPr>
            <a:r>
              <a:rPr lang="en-GB" sz="2000" dirty="0">
                <a:ea typeface="+mj-ea"/>
              </a:rPr>
              <a:t>July inventory performance vs target – Split by RM / WIP / FG</a:t>
            </a:r>
            <a:endParaRPr lang="LID4096" sz="2000" dirty="0">
              <a:ea typeface="+mj-ea"/>
            </a:endParaRPr>
          </a:p>
        </p:txBody>
      </p:sp>
      <p:cxnSp>
        <p:nvCxnSpPr>
          <p:cNvPr id="10" name="Straight Connector 9">
            <a:extLst>
              <a:ext uri="{FF2B5EF4-FFF2-40B4-BE49-F238E27FC236}">
                <a16:creationId xmlns:a16="http://schemas.microsoft.com/office/drawing/2014/main" id="{9F609F07-76A4-AC03-6793-6E9E38607AED}"/>
              </a:ext>
            </a:extLst>
          </p:cNvPr>
          <p:cNvCxnSpPr>
            <a:cxnSpLocks/>
          </p:cNvCxnSpPr>
          <p:nvPr/>
        </p:nvCxnSpPr>
        <p:spPr>
          <a:xfrm>
            <a:off x="8973036" y="1173311"/>
            <a:ext cx="0" cy="521878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DE6B0C3C-EDE6-DEAC-26D0-5A4C13DDDB06}"/>
              </a:ext>
            </a:extLst>
          </p:cNvPr>
          <p:cNvGrpSpPr/>
          <p:nvPr/>
        </p:nvGrpSpPr>
        <p:grpSpPr>
          <a:xfrm>
            <a:off x="9179097" y="1283695"/>
            <a:ext cx="2684971" cy="1482311"/>
            <a:chOff x="7278392" y="1158970"/>
            <a:chExt cx="1790029" cy="1111733"/>
          </a:xfrm>
        </p:grpSpPr>
        <p:sp>
          <p:nvSpPr>
            <p:cNvPr id="12" name="TextBox 11">
              <a:extLst>
                <a:ext uri="{FF2B5EF4-FFF2-40B4-BE49-F238E27FC236}">
                  <a16:creationId xmlns:a16="http://schemas.microsoft.com/office/drawing/2014/main" id="{CFC4BA88-3DDE-C37E-CA0D-CD4EF640FC94}"/>
                </a:ext>
              </a:extLst>
            </p:cNvPr>
            <p:cNvSpPr txBox="1">
              <a:spLocks/>
            </p:cNvSpPr>
            <p:nvPr/>
          </p:nvSpPr>
          <p:spPr>
            <a:xfrm>
              <a:off x="7278392" y="1158970"/>
              <a:ext cx="1589027" cy="123111"/>
            </a:xfrm>
            <a:prstGeom prst="rect">
              <a:avLst/>
            </a:prstGeom>
          </p:spPr>
          <p:txBody>
            <a:bodyPr vert="horz" wrap="square" lIns="0" tIns="0" rIns="0" bIns="0" rtlCol="0" anchor="b">
              <a:noAutofit/>
            </a:bodyPr>
            <a:lstStyle>
              <a:lvl1pPr lvl="0" indent="0">
                <a:lnSpc>
                  <a:spcPct val="80000"/>
                </a:lnSpc>
                <a:spcBef>
                  <a:spcPts val="600"/>
                </a:spcBef>
                <a:spcAft>
                  <a:spcPts val="200"/>
                </a:spcAft>
                <a:buClr>
                  <a:schemeClr val="accent1"/>
                </a:buClr>
                <a:buFont typeface="Arial" pitchFamily="34" charset="0"/>
                <a:buNone/>
                <a:defRPr sz="1400" b="0"/>
              </a:lvl1pPr>
              <a:lvl2pPr marL="180000" lvl="1" indent="-180000">
                <a:lnSpc>
                  <a:spcPct val="80000"/>
                </a:lnSpc>
                <a:spcBef>
                  <a:spcPts val="600"/>
                </a:spcBef>
                <a:spcAft>
                  <a:spcPts val="200"/>
                </a:spcAft>
                <a:buClr>
                  <a:schemeClr val="accent1"/>
                </a:buClr>
                <a:buFontTx/>
                <a:buBlip>
                  <a:blip r:embed="rId44"/>
                </a:buBlip>
                <a:defRPr sz="1400"/>
              </a:lvl2pPr>
              <a:lvl3pPr marL="360000" lvl="2" indent="-180000">
                <a:lnSpc>
                  <a:spcPct val="80000"/>
                </a:lnSpc>
                <a:spcBef>
                  <a:spcPts val="200"/>
                </a:spcBef>
                <a:spcAft>
                  <a:spcPts val="200"/>
                </a:spcAft>
                <a:buClr>
                  <a:schemeClr val="accent1"/>
                </a:buClr>
                <a:buFont typeface="Arial" pitchFamily="34" charset="0"/>
                <a:buChar char="–"/>
                <a:defRPr sz="1400"/>
              </a:lvl3pPr>
              <a:lvl4pPr marL="539750" lvl="3" indent="-180000">
                <a:lnSpc>
                  <a:spcPct val="80000"/>
                </a:lnSpc>
                <a:spcBef>
                  <a:spcPts val="200"/>
                </a:spcBef>
                <a:spcAft>
                  <a:spcPts val="200"/>
                </a:spcAft>
                <a:buClr>
                  <a:schemeClr val="accent1"/>
                </a:buClr>
                <a:buFont typeface="Arial" pitchFamily="34" charset="0"/>
                <a:buChar char="–"/>
                <a:defRPr sz="1400"/>
              </a:lvl4pPr>
              <a:lvl5pPr marL="720000" lvl="4" indent="-180000">
                <a:lnSpc>
                  <a:spcPct val="80000"/>
                </a:lnSpc>
                <a:spcBef>
                  <a:spcPts val="200"/>
                </a:spcBef>
                <a:spcAft>
                  <a:spcPts val="200"/>
                </a:spcAft>
                <a:buClr>
                  <a:schemeClr val="accent1"/>
                </a:buClr>
                <a:buFont typeface="Arial" pitchFamily="34" charset="0"/>
                <a:buChar char="–"/>
                <a:defRPr sz="14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marL="0" marR="0" lvl="0" indent="0" algn="just" defTabSz="1219170" rtl="0" eaLnBrk="1" fontAlgn="auto" latinLnBrk="0" hangingPunct="1">
                <a:lnSpc>
                  <a:spcPct val="100000"/>
                </a:lnSpc>
                <a:spcBef>
                  <a:spcPts val="800"/>
                </a:spcBef>
                <a:spcAft>
                  <a:spcPts val="267"/>
                </a:spcAft>
                <a:buClr>
                  <a:srgbClr val="005192"/>
                </a:buClr>
                <a:buSzTx/>
                <a:buFont typeface="Arial" pitchFamily="34" charset="0"/>
                <a:buNone/>
                <a:tabLst/>
                <a:defRPr/>
              </a:pPr>
              <a:r>
                <a:rPr kumimoji="0" lang="en-US" sz="1200" b="1" i="0" u="none" strike="noStrike" kern="1200" cap="none" spc="0" normalizeH="0" baseline="0" noProof="0" dirty="0">
                  <a:ln>
                    <a:noFill/>
                  </a:ln>
                  <a:solidFill>
                    <a:srgbClr val="005192"/>
                  </a:solidFill>
                  <a:effectLst/>
                  <a:uLnTx/>
                  <a:uFillTx/>
                  <a:latin typeface="Arial"/>
                  <a:ea typeface="+mn-ea"/>
                  <a:cs typeface="+mn-cs"/>
                </a:rPr>
                <a:t>Key comments</a:t>
              </a:r>
            </a:p>
          </p:txBody>
        </p:sp>
        <p:cxnSp>
          <p:nvCxnSpPr>
            <p:cNvPr id="13" name="Straight Connector 12">
              <a:extLst>
                <a:ext uri="{FF2B5EF4-FFF2-40B4-BE49-F238E27FC236}">
                  <a16:creationId xmlns:a16="http://schemas.microsoft.com/office/drawing/2014/main" id="{050C38B7-BC8A-EEDD-6B84-99D8CB5EF3AE}"/>
                </a:ext>
              </a:extLst>
            </p:cNvPr>
            <p:cNvCxnSpPr>
              <a:cxnSpLocks/>
            </p:cNvCxnSpPr>
            <p:nvPr/>
          </p:nvCxnSpPr>
          <p:spPr>
            <a:xfrm>
              <a:off x="7278392" y="1301866"/>
              <a:ext cx="1589027"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FAE319D1-0FA6-CAD7-F39E-A0D10CDE378E}"/>
                </a:ext>
              </a:extLst>
            </p:cNvPr>
            <p:cNvSpPr txBox="1">
              <a:spLocks/>
            </p:cNvSpPr>
            <p:nvPr/>
          </p:nvSpPr>
          <p:spPr>
            <a:xfrm>
              <a:off x="7281871" y="1420470"/>
              <a:ext cx="1786550" cy="850233"/>
            </a:xfrm>
            <a:prstGeom prst="rect">
              <a:avLst/>
            </a:prstGeom>
          </p:spPr>
          <p:txBody>
            <a:bodyPr vert="horz" wrap="square" lIns="0" tIns="0" rIns="0" bIns="0" rtlCol="0" anchor="t" anchorCtr="0">
              <a:spAutoFit/>
            </a:bodyPr>
            <a:lstStyle>
              <a:lvl1pPr lvl="0" indent="0">
                <a:lnSpc>
                  <a:spcPct val="80000"/>
                </a:lnSpc>
                <a:spcBef>
                  <a:spcPts val="600"/>
                </a:spcBef>
                <a:spcAft>
                  <a:spcPts val="200"/>
                </a:spcAft>
                <a:buClr>
                  <a:schemeClr val="accent1"/>
                </a:buClr>
                <a:buFont typeface="Arial" pitchFamily="34" charset="0"/>
                <a:buNone/>
                <a:defRPr sz="1400" b="0"/>
              </a:lvl1pPr>
              <a:lvl2pPr marL="180000" lvl="1" indent="-180000">
                <a:lnSpc>
                  <a:spcPct val="80000"/>
                </a:lnSpc>
                <a:spcBef>
                  <a:spcPts val="600"/>
                </a:spcBef>
                <a:spcAft>
                  <a:spcPts val="200"/>
                </a:spcAft>
                <a:buClr>
                  <a:schemeClr val="accent1"/>
                </a:buClr>
                <a:buFontTx/>
                <a:buBlip>
                  <a:blip r:embed="rId44"/>
                </a:buBlip>
                <a:defRPr sz="1400"/>
              </a:lvl2pPr>
              <a:lvl3pPr marL="360000" lvl="2" indent="-180000">
                <a:lnSpc>
                  <a:spcPct val="80000"/>
                </a:lnSpc>
                <a:spcBef>
                  <a:spcPts val="200"/>
                </a:spcBef>
                <a:spcAft>
                  <a:spcPts val="200"/>
                </a:spcAft>
                <a:buClr>
                  <a:schemeClr val="accent1"/>
                </a:buClr>
                <a:buFont typeface="Arial" pitchFamily="34" charset="0"/>
                <a:buChar char="–"/>
                <a:defRPr sz="1400"/>
              </a:lvl3pPr>
              <a:lvl4pPr marL="539750" lvl="3" indent="-180000">
                <a:lnSpc>
                  <a:spcPct val="80000"/>
                </a:lnSpc>
                <a:spcBef>
                  <a:spcPts val="200"/>
                </a:spcBef>
                <a:spcAft>
                  <a:spcPts val="200"/>
                </a:spcAft>
                <a:buClr>
                  <a:schemeClr val="accent1"/>
                </a:buClr>
                <a:buFont typeface="Arial" pitchFamily="34" charset="0"/>
                <a:buChar char="–"/>
                <a:defRPr sz="1400"/>
              </a:lvl4pPr>
              <a:lvl5pPr marL="720000" lvl="4" indent="-180000">
                <a:lnSpc>
                  <a:spcPct val="80000"/>
                </a:lnSpc>
                <a:spcBef>
                  <a:spcPts val="200"/>
                </a:spcBef>
                <a:spcAft>
                  <a:spcPts val="200"/>
                </a:spcAft>
                <a:buClr>
                  <a:schemeClr val="accent1"/>
                </a:buClr>
                <a:buFont typeface="Arial" pitchFamily="34" charset="0"/>
                <a:buChar char="–"/>
                <a:defRPr sz="14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marL="466472" marR="0" lvl="2" indent="-226478" algn="l" defTabSz="914400" rtl="0" eaLnBrk="1" fontAlgn="auto" latinLnBrk="0" hangingPunct="1">
                <a:lnSpc>
                  <a:spcPct val="100000"/>
                </a:lnSpc>
                <a:spcBef>
                  <a:spcPts val="200"/>
                </a:spcBef>
                <a:spcAft>
                  <a:spcPts val="0"/>
                </a:spcAft>
                <a:buClr>
                  <a:srgbClr val="333F50"/>
                </a:buClr>
                <a:buSzTx/>
                <a:buFont typeface="Arial" pitchFamily="34" charset="0"/>
                <a:buChar char="–"/>
                <a:tabLst/>
                <a:defRPr/>
              </a:pPr>
              <a:r>
                <a:rPr kumimoji="0" lang="en-US" altLang="en-US" sz="1200" b="0" i="0" u="none" strike="noStrike" kern="1200" cap="none" spc="0" normalizeH="0" baseline="0" noProof="0" dirty="0">
                  <a:ln>
                    <a:noFill/>
                  </a:ln>
                  <a:solidFill>
                    <a:srgbClr val="262F3C"/>
                  </a:solidFill>
                  <a:effectLst/>
                  <a:uLnTx/>
                  <a:uFillTx/>
                  <a:latin typeface="Calibri" panose="020F0502020204030204" pitchFamily="34" charset="0"/>
                  <a:ea typeface="+mn-ea"/>
                  <a:cs typeface="Calibri" panose="020F0502020204030204" pitchFamily="34" charset="0"/>
                </a:rPr>
                <a:t>All planning is now based on ICP to ensure we address the deviation.</a:t>
              </a:r>
            </a:p>
            <a:p>
              <a:pPr marL="466472" marR="0" lvl="2" indent="-226478" algn="l" defTabSz="914400" rtl="0" eaLnBrk="1" fontAlgn="auto" latinLnBrk="0" hangingPunct="1">
                <a:lnSpc>
                  <a:spcPct val="100000"/>
                </a:lnSpc>
                <a:spcBef>
                  <a:spcPts val="200"/>
                </a:spcBef>
                <a:spcAft>
                  <a:spcPts val="0"/>
                </a:spcAft>
                <a:buClr>
                  <a:srgbClr val="333F50"/>
                </a:buClr>
                <a:buSzTx/>
                <a:buFont typeface="Arial" pitchFamily="34" charset="0"/>
                <a:buChar char="–"/>
                <a:tabLst/>
                <a:defRPr/>
              </a:pPr>
              <a:r>
                <a:rPr kumimoji="0" lang="en-US" altLang="en-US" sz="1200" b="0" i="0" u="none" strike="noStrike" kern="1200" cap="none" spc="0" normalizeH="0" baseline="0" noProof="0" dirty="0">
                  <a:ln>
                    <a:noFill/>
                  </a:ln>
                  <a:solidFill>
                    <a:srgbClr val="262F3C"/>
                  </a:solidFill>
                  <a:effectLst/>
                  <a:uLnTx/>
                  <a:uFillTx/>
                  <a:latin typeface="Calibri" panose="020F0502020204030204" pitchFamily="34" charset="0"/>
                  <a:ea typeface="+mn-ea"/>
                  <a:cs typeface="Calibri" panose="020F0502020204030204" pitchFamily="34" charset="0"/>
                </a:rPr>
                <a:t>Advanced GIT was not anticipated but a decision was taken to take the hit this month to avoid high demurrage and detention charges.</a:t>
              </a:r>
            </a:p>
          </p:txBody>
        </p:sp>
      </p:grpSp>
      <p:cxnSp>
        <p:nvCxnSpPr>
          <p:cNvPr id="16" name="Straight Connector 15">
            <a:extLst>
              <a:ext uri="{FF2B5EF4-FFF2-40B4-BE49-F238E27FC236}">
                <a16:creationId xmlns:a16="http://schemas.microsoft.com/office/drawing/2014/main" id="{6B645418-C127-1D9C-AAAC-E7229E223F7F}"/>
              </a:ext>
            </a:extLst>
          </p:cNvPr>
          <p:cNvCxnSpPr>
            <a:cxnSpLocks/>
          </p:cNvCxnSpPr>
          <p:nvPr/>
        </p:nvCxnSpPr>
        <p:spPr>
          <a:xfrm>
            <a:off x="415240" y="1478395"/>
            <a:ext cx="8451434"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1B694717-C99C-8E73-40B9-1403183BB341}"/>
              </a:ext>
            </a:extLst>
          </p:cNvPr>
          <p:cNvCxnSpPr/>
          <p:nvPr>
            <p:custDataLst>
              <p:tags r:id="rId2"/>
            </p:custDataLst>
          </p:nvPr>
        </p:nvCxnSpPr>
        <p:spPr bwMode="auto">
          <a:xfrm>
            <a:off x="5440363" y="4513263"/>
            <a:ext cx="59055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F7A2AF96-E6E1-74FB-3B7D-499471793806}"/>
              </a:ext>
            </a:extLst>
          </p:cNvPr>
          <p:cNvCxnSpPr/>
          <p:nvPr>
            <p:custDataLst>
              <p:tags r:id="rId3"/>
            </p:custDataLst>
          </p:nvPr>
        </p:nvCxnSpPr>
        <p:spPr bwMode="auto">
          <a:xfrm>
            <a:off x="1450975" y="5926138"/>
            <a:ext cx="59055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8A32B60E-ACCD-61A8-0E85-02CCB9BCCF33}"/>
              </a:ext>
            </a:extLst>
          </p:cNvPr>
          <p:cNvCxnSpPr/>
          <p:nvPr>
            <p:custDataLst>
              <p:tags r:id="rId4"/>
            </p:custDataLst>
          </p:nvPr>
        </p:nvCxnSpPr>
        <p:spPr bwMode="auto">
          <a:xfrm>
            <a:off x="2779713" y="5181600"/>
            <a:ext cx="59055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7F3C456A-E098-421D-A6AB-321CCE446182}"/>
              </a:ext>
            </a:extLst>
          </p:cNvPr>
          <p:cNvCxnSpPr/>
          <p:nvPr>
            <p:custDataLst>
              <p:tags r:id="rId5"/>
            </p:custDataLst>
          </p:nvPr>
        </p:nvCxnSpPr>
        <p:spPr bwMode="auto">
          <a:xfrm>
            <a:off x="4110038" y="4949825"/>
            <a:ext cx="59055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8" name="Straight Connector 77">
            <a:extLst>
              <a:ext uri="{FF2B5EF4-FFF2-40B4-BE49-F238E27FC236}">
                <a16:creationId xmlns:a16="http://schemas.microsoft.com/office/drawing/2014/main" id="{78A242C0-785A-F4E6-C83F-FEF9989E7E19}"/>
              </a:ext>
            </a:extLst>
          </p:cNvPr>
          <p:cNvCxnSpPr/>
          <p:nvPr>
            <p:custDataLst>
              <p:tags r:id="rId6"/>
            </p:custDataLst>
          </p:nvPr>
        </p:nvCxnSpPr>
        <p:spPr bwMode="auto">
          <a:xfrm>
            <a:off x="6769100" y="4152900"/>
            <a:ext cx="59055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61" name="Chart 60">
            <a:extLst>
              <a:ext uri="{FF2B5EF4-FFF2-40B4-BE49-F238E27FC236}">
                <a16:creationId xmlns:a16="http://schemas.microsoft.com/office/drawing/2014/main" id="{DFDE20BE-4D66-1CFD-6375-AF991E3768A5}"/>
              </a:ext>
            </a:extLst>
          </p:cNvPr>
          <p:cNvGraphicFramePr/>
          <p:nvPr>
            <p:custDataLst>
              <p:tags r:id="rId7"/>
            </p:custDataLst>
            <p:extLst>
              <p:ext uri="{D42A27DB-BD31-4B8C-83A1-F6EECF244321}">
                <p14:modId xmlns:p14="http://schemas.microsoft.com/office/powerpoint/2010/main" val="2600655122"/>
              </p:ext>
            </p:extLst>
          </p:nvPr>
        </p:nvGraphicFramePr>
        <p:xfrm>
          <a:off x="333375" y="4070350"/>
          <a:ext cx="8143875" cy="2274888"/>
        </p:xfrm>
        <a:graphic>
          <a:graphicData uri="http://schemas.openxmlformats.org/drawingml/2006/chart">
            <c:chart xmlns:c="http://schemas.openxmlformats.org/drawingml/2006/chart" xmlns:r="http://schemas.openxmlformats.org/officeDocument/2006/relationships" r:id="rId45"/>
          </a:graphicData>
        </a:graphic>
      </p:graphicFrame>
      <p:sp useBgFill="1">
        <p:nvSpPr>
          <p:cNvPr id="5" name="Freeform: Shape 4">
            <a:extLst>
              <a:ext uri="{FF2B5EF4-FFF2-40B4-BE49-F238E27FC236}">
                <a16:creationId xmlns:a16="http://schemas.microsoft.com/office/drawing/2014/main" id="{CABA0A67-2AC8-365F-8A8C-F447A1333CAF}"/>
              </a:ext>
            </a:extLst>
          </p:cNvPr>
          <p:cNvSpPr/>
          <p:nvPr>
            <p:custDataLst>
              <p:tags r:id="rId8"/>
            </p:custDataLst>
          </p:nvPr>
        </p:nvSpPr>
        <p:spPr bwMode="auto">
          <a:xfrm>
            <a:off x="657225" y="5951538"/>
            <a:ext cx="847726" cy="285750"/>
          </a:xfrm>
          <a:custGeom>
            <a:avLst/>
            <a:gdLst/>
            <a:ahLst/>
            <a:cxnLst/>
            <a:rect l="0" t="0" r="0" b="0"/>
            <a:pathLst>
              <a:path w="847726" h="285751">
                <a:moveTo>
                  <a:pt x="0" y="228600"/>
                </a:moveTo>
                <a:lnTo>
                  <a:pt x="847725" y="0"/>
                </a:lnTo>
                <a:lnTo>
                  <a:pt x="847725" y="57150"/>
                </a:lnTo>
                <a:lnTo>
                  <a:pt x="0" y="285750"/>
                </a:lnTo>
                <a:close/>
              </a:path>
            </a:pathLst>
          </a:custGeom>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bg1"/>
              </a:solidFill>
            </a:endParaRPr>
          </a:p>
        </p:txBody>
      </p:sp>
      <p:sp useBgFill="1">
        <p:nvSpPr>
          <p:cNvPr id="23" name="Freeform: Shape 22">
            <a:extLst>
              <a:ext uri="{FF2B5EF4-FFF2-40B4-BE49-F238E27FC236}">
                <a16:creationId xmlns:a16="http://schemas.microsoft.com/office/drawing/2014/main" id="{E04A3F8F-2CDE-B274-EB05-CFC8AD13EEDA}"/>
              </a:ext>
            </a:extLst>
          </p:cNvPr>
          <p:cNvSpPr/>
          <p:nvPr>
            <p:custDataLst>
              <p:tags r:id="rId9"/>
            </p:custDataLst>
          </p:nvPr>
        </p:nvSpPr>
        <p:spPr bwMode="auto">
          <a:xfrm>
            <a:off x="7305675" y="5951538"/>
            <a:ext cx="847726" cy="285750"/>
          </a:xfrm>
          <a:custGeom>
            <a:avLst/>
            <a:gdLst/>
            <a:ahLst/>
            <a:cxnLst/>
            <a:rect l="0" t="0" r="0" b="0"/>
            <a:pathLst>
              <a:path w="847726" h="285751">
                <a:moveTo>
                  <a:pt x="0" y="228600"/>
                </a:moveTo>
                <a:lnTo>
                  <a:pt x="847725" y="0"/>
                </a:lnTo>
                <a:lnTo>
                  <a:pt x="847725" y="57150"/>
                </a:lnTo>
                <a:lnTo>
                  <a:pt x="0" y="285750"/>
                </a:lnTo>
                <a:close/>
              </a:path>
            </a:pathLst>
          </a:custGeom>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bg1"/>
              </a:solidFill>
            </a:endParaRPr>
          </a:p>
        </p:txBody>
      </p:sp>
      <p:sp>
        <p:nvSpPr>
          <p:cNvPr id="2" name="Freeform: Shape 1">
            <a:extLst>
              <a:ext uri="{FF2B5EF4-FFF2-40B4-BE49-F238E27FC236}">
                <a16:creationId xmlns:a16="http://schemas.microsoft.com/office/drawing/2014/main" id="{2438375B-84A6-9E0D-4EC4-A31CAF6AB806}"/>
              </a:ext>
            </a:extLst>
          </p:cNvPr>
          <p:cNvSpPr/>
          <p:nvPr>
            <p:custDataLst>
              <p:tags r:id="rId10"/>
            </p:custDataLst>
          </p:nvPr>
        </p:nvSpPr>
        <p:spPr bwMode="auto">
          <a:xfrm>
            <a:off x="657225" y="5951538"/>
            <a:ext cx="847726" cy="228600"/>
          </a:xfrm>
          <a:custGeom>
            <a:avLst/>
            <a:gdLst/>
            <a:ahLst/>
            <a:cxnLst/>
            <a:rect l="0" t="0" r="0" b="0"/>
            <a:pathLst>
              <a:path w="847726" h="228601">
                <a:moveTo>
                  <a:pt x="0" y="228600"/>
                </a:moveTo>
                <a:lnTo>
                  <a:pt x="847725" y="0"/>
                </a:lnTo>
              </a:path>
            </a:pathLst>
          </a:custGeom>
          <a:ln w="9525" cap="flat" cmpd="sng" algn="ctr">
            <a:solidFill>
              <a:schemeClr val="tx1"/>
            </a:solidFill>
            <a:prstDash val="solid"/>
            <a:miter lim="800000"/>
            <a:headEnd type="none" w="med" len="med"/>
            <a:tailEnd type="none" w="med" len="med"/>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Freeform: Shape 2">
            <a:extLst>
              <a:ext uri="{FF2B5EF4-FFF2-40B4-BE49-F238E27FC236}">
                <a16:creationId xmlns:a16="http://schemas.microsoft.com/office/drawing/2014/main" id="{5B8CA91C-4E62-CD0F-E2BA-3877A5870E77}"/>
              </a:ext>
            </a:extLst>
          </p:cNvPr>
          <p:cNvSpPr/>
          <p:nvPr>
            <p:custDataLst>
              <p:tags r:id="rId11"/>
            </p:custDataLst>
          </p:nvPr>
        </p:nvSpPr>
        <p:spPr bwMode="auto">
          <a:xfrm>
            <a:off x="657225" y="6008688"/>
            <a:ext cx="847726" cy="228600"/>
          </a:xfrm>
          <a:custGeom>
            <a:avLst/>
            <a:gdLst/>
            <a:ahLst/>
            <a:cxnLst/>
            <a:rect l="0" t="0" r="0" b="0"/>
            <a:pathLst>
              <a:path w="847726" h="228601">
                <a:moveTo>
                  <a:pt x="0" y="228600"/>
                </a:moveTo>
                <a:lnTo>
                  <a:pt x="847725" y="0"/>
                </a:lnTo>
              </a:path>
            </a:pathLst>
          </a:custGeom>
          <a:ln w="9525" cap="flat" cmpd="sng" algn="ctr">
            <a:solidFill>
              <a:schemeClr val="tx1"/>
            </a:solidFill>
            <a:prstDash val="solid"/>
            <a:miter lim="800000"/>
            <a:headEnd type="none" w="med" len="med"/>
            <a:tailEnd type="none" w="med" len="med"/>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Freeform: Shape 14">
            <a:extLst>
              <a:ext uri="{FF2B5EF4-FFF2-40B4-BE49-F238E27FC236}">
                <a16:creationId xmlns:a16="http://schemas.microsoft.com/office/drawing/2014/main" id="{03878D77-5EA9-9EAA-D5DF-070B88171685}"/>
              </a:ext>
            </a:extLst>
          </p:cNvPr>
          <p:cNvSpPr/>
          <p:nvPr>
            <p:custDataLst>
              <p:tags r:id="rId12"/>
            </p:custDataLst>
          </p:nvPr>
        </p:nvSpPr>
        <p:spPr bwMode="auto">
          <a:xfrm>
            <a:off x="7305675" y="5951538"/>
            <a:ext cx="847726" cy="228600"/>
          </a:xfrm>
          <a:custGeom>
            <a:avLst/>
            <a:gdLst/>
            <a:ahLst/>
            <a:cxnLst/>
            <a:rect l="0" t="0" r="0" b="0"/>
            <a:pathLst>
              <a:path w="847726" h="228601">
                <a:moveTo>
                  <a:pt x="0" y="228600"/>
                </a:moveTo>
                <a:lnTo>
                  <a:pt x="847725" y="0"/>
                </a:lnTo>
              </a:path>
            </a:pathLst>
          </a:custGeom>
          <a:ln w="9525" cap="flat" cmpd="sng" algn="ctr">
            <a:solidFill>
              <a:schemeClr val="tx1"/>
            </a:solidFill>
            <a:prstDash val="solid"/>
            <a:miter lim="800000"/>
            <a:headEnd type="none" w="med" len="med"/>
            <a:tailEnd type="none" w="med" len="med"/>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Freeform: Shape 16">
            <a:extLst>
              <a:ext uri="{FF2B5EF4-FFF2-40B4-BE49-F238E27FC236}">
                <a16:creationId xmlns:a16="http://schemas.microsoft.com/office/drawing/2014/main" id="{7B13ABB6-A09E-4F9B-168E-02DC7808B77E}"/>
              </a:ext>
            </a:extLst>
          </p:cNvPr>
          <p:cNvSpPr/>
          <p:nvPr>
            <p:custDataLst>
              <p:tags r:id="rId13"/>
            </p:custDataLst>
          </p:nvPr>
        </p:nvSpPr>
        <p:spPr bwMode="auto">
          <a:xfrm>
            <a:off x="7305675" y="6008688"/>
            <a:ext cx="847726" cy="228600"/>
          </a:xfrm>
          <a:custGeom>
            <a:avLst/>
            <a:gdLst/>
            <a:ahLst/>
            <a:cxnLst/>
            <a:rect l="0" t="0" r="0" b="0"/>
            <a:pathLst>
              <a:path w="847726" h="228601">
                <a:moveTo>
                  <a:pt x="0" y="228600"/>
                </a:moveTo>
                <a:lnTo>
                  <a:pt x="847725" y="0"/>
                </a:lnTo>
              </a:path>
            </a:pathLst>
          </a:custGeom>
          <a:ln w="9525" cap="flat" cmpd="sng" algn="ctr">
            <a:solidFill>
              <a:schemeClr val="tx1"/>
            </a:solidFill>
            <a:prstDash val="solid"/>
            <a:miter lim="800000"/>
            <a:headEnd type="none" w="med" len="med"/>
            <a:tailEnd type="none" w="med" len="med"/>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Text Placeholder 2">
            <a:extLst>
              <a:ext uri="{FF2B5EF4-FFF2-40B4-BE49-F238E27FC236}">
                <a16:creationId xmlns:a16="http://schemas.microsoft.com/office/drawing/2014/main" id="{3BF91FBE-2663-4E4B-65D4-4C627AF0DDBA}"/>
              </a:ext>
            </a:extLst>
          </p:cNvPr>
          <p:cNvSpPr>
            <a:spLocks noGrp="1"/>
          </p:cNvSpPr>
          <p:nvPr>
            <p:custDataLst>
              <p:tags r:id="rId14"/>
            </p:custDataLst>
          </p:nvPr>
        </p:nvSpPr>
        <p:spPr bwMode="auto">
          <a:xfrm>
            <a:off x="1906588" y="6321425"/>
            <a:ext cx="100806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numCol="1" spcCol="0" rtlCol="0" anchor="t" anchorCtr="0">
            <a:noAutofit/>
          </a:bodyPr>
          <a:lstStyle>
            <a:lvl1pPr marL="0" indent="0" algn="l" defTabSz="914126" rtl="0" eaLnBrk="1" latinLnBrk="0" hangingPunct="1">
              <a:lnSpc>
                <a:spcPct val="100000"/>
              </a:lnSpc>
              <a:spcBef>
                <a:spcPts val="600"/>
              </a:spcBef>
              <a:buFont typeface="Arial" panose="020B0604020202020204" pitchFamily="34" charset="0"/>
              <a:buNone/>
              <a:defRPr sz="1400" kern="1200">
                <a:solidFill>
                  <a:schemeClr val="tx1"/>
                </a:solidFill>
                <a:latin typeface="Calibri" panose="020F0502020204030204" pitchFamily="34" charset="0"/>
                <a:ea typeface="+mn-ea"/>
                <a:cs typeface="Calibri" panose="020F0502020204030204" pitchFamily="34" charset="0"/>
              </a:defRPr>
            </a:lvl1pPr>
            <a:lvl2pPr marL="216000" indent="-216000" algn="l" defTabSz="914126"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Calibri" panose="020F0502020204030204" pitchFamily="34" charset="0"/>
                <a:ea typeface="+mn-ea"/>
                <a:cs typeface="Calibri" panose="020F0502020204030204" pitchFamily="34" charset="0"/>
              </a:defRPr>
            </a:lvl2pPr>
            <a:lvl3pPr marL="432000" indent="-216000" algn="l" defTabSz="914126" rtl="0" eaLnBrk="1" latinLnBrk="0" hangingPunct="1">
              <a:lnSpc>
                <a:spcPct val="100000"/>
              </a:lnSpc>
              <a:spcBef>
                <a:spcPts val="600"/>
              </a:spcBef>
              <a:buClr>
                <a:schemeClr val="tx1"/>
              </a:buClr>
              <a:buFont typeface="Wingdings" panose="05000000000000000000" pitchFamily="2" charset="2"/>
              <a:buChar char="§"/>
              <a:defRPr sz="1200" kern="1200">
                <a:solidFill>
                  <a:schemeClr val="tx1"/>
                </a:solidFill>
                <a:latin typeface="Calibri" panose="020F0502020204030204" pitchFamily="34" charset="0"/>
                <a:ea typeface="+mn-ea"/>
                <a:cs typeface="Calibri" panose="020F0502020204030204" pitchFamily="34" charset="0"/>
              </a:defRPr>
            </a:lvl3pPr>
            <a:lvl4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4pPr>
            <a:lvl5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5pPr>
            <a:lvl6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6pPr>
            <a:lvl7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7pPr>
            <a:lvl8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8pPr>
            <a:lvl9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9pPr>
          </a:lstStyle>
          <a:p>
            <a:pPr marL="0" marR="0" lvl="0" indent="0" algn="ctr" defTabSz="914126" rtl="0" eaLnBrk="1" fontAlgn="auto" latinLnBrk="0" hangingPunct="1">
              <a:lnSpc>
                <a:spcPct val="100000"/>
              </a:lnSpc>
              <a:spcBef>
                <a:spcPct val="0"/>
              </a:spcBef>
              <a:spcAft>
                <a:spcPct val="0"/>
              </a:spcAft>
              <a:buClrTx/>
              <a:buSzTx/>
              <a:buFont typeface="Arial" panose="020B0604020202020204" pitchFamily="34" charset="0"/>
              <a:buNone/>
              <a:tabLst/>
              <a:defRPr/>
            </a:pPr>
            <a:fld id="{70A20158-A19B-414B-9827-98AC45D48EE2}" type="datetime'''''A''''d''''''''v''''''a''''n''''c''e''''d'''' ''GI''''T'">
              <a:rPr kumimoji="0" lang="en-US" altLang="en-US" sz="1400" b="0" i="0" u="none" strike="noStrike" kern="1200" cap="none" spc="0" normalizeH="0" baseline="0" noProof="0" smtClean="0">
                <a:ln>
                  <a:noFill/>
                </a:ln>
                <a:solidFill>
                  <a:srgbClr val="262F3C"/>
                </a:solidFill>
                <a:effectLst/>
                <a:uLnTx/>
                <a:uFillTx/>
                <a:latin typeface="Calibri" panose="020F0502020204030204" pitchFamily="34" charset="0"/>
                <a:ea typeface="+mn-ea"/>
                <a:cs typeface="Calibri" panose="020F0502020204030204" pitchFamily="34" charset="0"/>
              </a:rPr>
              <a:pPr marL="0" marR="0" lvl="0" indent="0" algn="ctr" defTabSz="914126" rtl="0" eaLnBrk="1" fontAlgn="auto" latinLnBrk="0" hangingPunct="1">
                <a:lnSpc>
                  <a:spcPct val="100000"/>
                </a:lnSpc>
                <a:spcBef>
                  <a:spcPct val="0"/>
                </a:spcBef>
                <a:spcAft>
                  <a:spcPct val="0"/>
                </a:spcAft>
                <a:buClrTx/>
                <a:buSzTx/>
                <a:buFont typeface="Arial" panose="020B0604020202020204" pitchFamily="34" charset="0"/>
                <a:buNone/>
                <a:tabLst/>
                <a:defRPr/>
              </a:pPr>
              <a:t>Advanced GIT</a:t>
            </a:fld>
            <a:endParaRPr kumimoji="0" lang="en-US" sz="1400" b="0" i="0" u="none" strike="noStrike" kern="1200" cap="none" spc="0" normalizeH="0" baseline="0" noProof="0" dirty="0">
              <a:ln>
                <a:noFill/>
              </a:ln>
              <a:solidFill>
                <a:srgbClr val="262F3C"/>
              </a:solidFill>
              <a:effectLst/>
              <a:uLnTx/>
              <a:uFillTx/>
              <a:latin typeface="Calibri" panose="020F0502020204030204" pitchFamily="34" charset="0"/>
              <a:ea typeface="+mn-ea"/>
              <a:cs typeface="Calibri" panose="020F0502020204030204" pitchFamily="34" charset="0"/>
            </a:endParaRPr>
          </a:p>
        </p:txBody>
      </p:sp>
      <p:sp>
        <p:nvSpPr>
          <p:cNvPr id="18" name="Text Placeholder 2">
            <a:extLst>
              <a:ext uri="{FF2B5EF4-FFF2-40B4-BE49-F238E27FC236}">
                <a16:creationId xmlns:a16="http://schemas.microsoft.com/office/drawing/2014/main" id="{81E242A3-01C7-5FF9-EECA-AE507233E5AF}"/>
              </a:ext>
            </a:extLst>
          </p:cNvPr>
          <p:cNvSpPr>
            <a:spLocks noGrp="1"/>
          </p:cNvSpPr>
          <p:nvPr>
            <p:custDataLst>
              <p:tags r:id="rId15"/>
            </p:custDataLst>
          </p:nvPr>
        </p:nvSpPr>
        <p:spPr bwMode="auto">
          <a:xfrm>
            <a:off x="639763" y="6321425"/>
            <a:ext cx="884238"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numCol="1" spcCol="0" rtlCol="0" anchor="t" anchorCtr="0">
            <a:noAutofit/>
          </a:bodyPr>
          <a:lstStyle>
            <a:lvl1pPr marL="0" indent="0" algn="l" defTabSz="914126" rtl="0" eaLnBrk="1" latinLnBrk="0" hangingPunct="1">
              <a:lnSpc>
                <a:spcPct val="100000"/>
              </a:lnSpc>
              <a:spcBef>
                <a:spcPts val="600"/>
              </a:spcBef>
              <a:buFont typeface="Arial" panose="020B0604020202020204" pitchFamily="34" charset="0"/>
              <a:buNone/>
              <a:defRPr sz="1400" kern="1200">
                <a:solidFill>
                  <a:schemeClr val="tx1"/>
                </a:solidFill>
                <a:latin typeface="Calibri" panose="020F0502020204030204" pitchFamily="34" charset="0"/>
                <a:ea typeface="+mn-ea"/>
                <a:cs typeface="Calibri" panose="020F0502020204030204" pitchFamily="34" charset="0"/>
              </a:defRPr>
            </a:lvl1pPr>
            <a:lvl2pPr marL="216000" indent="-216000" algn="l" defTabSz="914126"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Calibri" panose="020F0502020204030204" pitchFamily="34" charset="0"/>
                <a:ea typeface="+mn-ea"/>
                <a:cs typeface="Calibri" panose="020F0502020204030204" pitchFamily="34" charset="0"/>
              </a:defRPr>
            </a:lvl2pPr>
            <a:lvl3pPr marL="432000" indent="-216000" algn="l" defTabSz="914126" rtl="0" eaLnBrk="1" latinLnBrk="0" hangingPunct="1">
              <a:lnSpc>
                <a:spcPct val="100000"/>
              </a:lnSpc>
              <a:spcBef>
                <a:spcPts val="600"/>
              </a:spcBef>
              <a:buClr>
                <a:schemeClr val="tx1"/>
              </a:buClr>
              <a:buFont typeface="Wingdings" panose="05000000000000000000" pitchFamily="2" charset="2"/>
              <a:buChar char="§"/>
              <a:defRPr sz="1200" kern="1200">
                <a:solidFill>
                  <a:schemeClr val="tx1"/>
                </a:solidFill>
                <a:latin typeface="Calibri" panose="020F0502020204030204" pitchFamily="34" charset="0"/>
                <a:ea typeface="+mn-ea"/>
                <a:cs typeface="Calibri" panose="020F0502020204030204" pitchFamily="34" charset="0"/>
              </a:defRPr>
            </a:lvl3pPr>
            <a:lvl4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4pPr>
            <a:lvl5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5pPr>
            <a:lvl6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6pPr>
            <a:lvl7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7pPr>
            <a:lvl8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8pPr>
            <a:lvl9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9pPr>
          </a:lstStyle>
          <a:p>
            <a:pPr marL="0" marR="0" lvl="0" indent="0" algn="ctr" defTabSz="914126" rtl="0" eaLnBrk="1" fontAlgn="auto" latinLnBrk="0" hangingPunct="1">
              <a:lnSpc>
                <a:spcPct val="100000"/>
              </a:lnSpc>
              <a:spcBef>
                <a:spcPct val="0"/>
              </a:spcBef>
              <a:spcAft>
                <a:spcPct val="0"/>
              </a:spcAft>
              <a:buClrTx/>
              <a:buSzTx/>
              <a:buFont typeface="Arial" panose="020B0604020202020204" pitchFamily="34" charset="0"/>
              <a:buNone/>
              <a:tabLst/>
              <a:defRPr/>
            </a:pPr>
            <a:fld id="{91643C14-4306-49EE-9719-C547EE32CE91}" type="datetime'J''un''''e'''''' ''''''''cl''''''o''''''''sin''''''''''''g'''">
              <a:rPr kumimoji="0" lang="en-US" altLang="en-US" sz="1400" b="0" i="0" u="none" strike="noStrike" kern="1200" cap="none" spc="0" normalizeH="0" baseline="0" noProof="0" smtClean="0">
                <a:ln>
                  <a:noFill/>
                </a:ln>
                <a:solidFill>
                  <a:srgbClr val="262F3C"/>
                </a:solidFill>
                <a:effectLst/>
                <a:uLnTx/>
                <a:uFillTx/>
                <a:latin typeface="Calibri" panose="020F0502020204030204" pitchFamily="34" charset="0"/>
                <a:ea typeface="+mn-ea"/>
                <a:cs typeface="Calibri" panose="020F0502020204030204" pitchFamily="34" charset="0"/>
              </a:rPr>
              <a:pPr marL="0" marR="0" lvl="0" indent="0" algn="ctr" defTabSz="914126" rtl="0" eaLnBrk="1" fontAlgn="auto" latinLnBrk="0" hangingPunct="1">
                <a:lnSpc>
                  <a:spcPct val="100000"/>
                </a:lnSpc>
                <a:spcBef>
                  <a:spcPct val="0"/>
                </a:spcBef>
                <a:spcAft>
                  <a:spcPct val="0"/>
                </a:spcAft>
                <a:buClrTx/>
                <a:buSzTx/>
                <a:buFont typeface="Arial" panose="020B0604020202020204" pitchFamily="34" charset="0"/>
                <a:buNone/>
                <a:tabLst/>
                <a:defRPr/>
              </a:pPr>
              <a:t>June closing</a:t>
            </a:fld>
            <a:endParaRPr kumimoji="0" lang="en-US" sz="1400" b="0" i="0" u="none" strike="noStrike" kern="1200" cap="none" spc="0" normalizeH="0" baseline="0" noProof="0" dirty="0">
              <a:ln>
                <a:noFill/>
              </a:ln>
              <a:solidFill>
                <a:srgbClr val="262F3C"/>
              </a:solidFill>
              <a:effectLst/>
              <a:uLnTx/>
              <a:uFillTx/>
              <a:latin typeface="Calibri" panose="020F0502020204030204" pitchFamily="34" charset="0"/>
              <a:ea typeface="+mn-ea"/>
              <a:cs typeface="Calibri" panose="020F0502020204030204" pitchFamily="34" charset="0"/>
            </a:endParaRPr>
          </a:p>
        </p:txBody>
      </p:sp>
      <p:sp>
        <p:nvSpPr>
          <p:cNvPr id="20" name="Text Placeholder 2">
            <a:extLst>
              <a:ext uri="{FF2B5EF4-FFF2-40B4-BE49-F238E27FC236}">
                <a16:creationId xmlns:a16="http://schemas.microsoft.com/office/drawing/2014/main" id="{A606A13B-44F6-B057-47DD-BC5C7ECD4811}"/>
              </a:ext>
            </a:extLst>
          </p:cNvPr>
          <p:cNvSpPr>
            <a:spLocks noGrp="1"/>
          </p:cNvSpPr>
          <p:nvPr>
            <p:custDataLst>
              <p:tags r:id="rId16"/>
            </p:custDataLst>
          </p:nvPr>
        </p:nvSpPr>
        <p:spPr bwMode="auto">
          <a:xfrm>
            <a:off x="3279775" y="6321425"/>
            <a:ext cx="920750"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numCol="1" spcCol="0" rtlCol="0" anchor="t" anchorCtr="0">
            <a:noAutofit/>
          </a:bodyPr>
          <a:lstStyle>
            <a:lvl1pPr marL="0" indent="0" algn="l" defTabSz="914126" rtl="0" eaLnBrk="1" latinLnBrk="0" hangingPunct="1">
              <a:lnSpc>
                <a:spcPct val="100000"/>
              </a:lnSpc>
              <a:spcBef>
                <a:spcPts val="600"/>
              </a:spcBef>
              <a:buFont typeface="Arial" panose="020B0604020202020204" pitchFamily="34" charset="0"/>
              <a:buNone/>
              <a:defRPr sz="1400" kern="1200">
                <a:solidFill>
                  <a:schemeClr val="tx1"/>
                </a:solidFill>
                <a:latin typeface="Calibri" panose="020F0502020204030204" pitchFamily="34" charset="0"/>
                <a:ea typeface="+mn-ea"/>
                <a:cs typeface="Calibri" panose="020F0502020204030204" pitchFamily="34" charset="0"/>
              </a:defRPr>
            </a:lvl1pPr>
            <a:lvl2pPr marL="216000" indent="-216000" algn="l" defTabSz="914126"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Calibri" panose="020F0502020204030204" pitchFamily="34" charset="0"/>
                <a:ea typeface="+mn-ea"/>
                <a:cs typeface="Calibri" panose="020F0502020204030204" pitchFamily="34" charset="0"/>
              </a:defRPr>
            </a:lvl2pPr>
            <a:lvl3pPr marL="432000" indent="-216000" algn="l" defTabSz="914126" rtl="0" eaLnBrk="1" latinLnBrk="0" hangingPunct="1">
              <a:lnSpc>
                <a:spcPct val="100000"/>
              </a:lnSpc>
              <a:spcBef>
                <a:spcPts val="600"/>
              </a:spcBef>
              <a:buClr>
                <a:schemeClr val="tx1"/>
              </a:buClr>
              <a:buFont typeface="Wingdings" panose="05000000000000000000" pitchFamily="2" charset="2"/>
              <a:buChar char="§"/>
              <a:defRPr sz="1200" kern="1200">
                <a:solidFill>
                  <a:schemeClr val="tx1"/>
                </a:solidFill>
                <a:latin typeface="Calibri" panose="020F0502020204030204" pitchFamily="34" charset="0"/>
                <a:ea typeface="+mn-ea"/>
                <a:cs typeface="Calibri" panose="020F0502020204030204" pitchFamily="34" charset="0"/>
              </a:defRPr>
            </a:lvl3pPr>
            <a:lvl4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4pPr>
            <a:lvl5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5pPr>
            <a:lvl6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6pPr>
            <a:lvl7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7pPr>
            <a:lvl8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8pPr>
            <a:lvl9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9pPr>
          </a:lstStyle>
          <a:p>
            <a:pPr marL="0" marR="0" lvl="0" indent="0" algn="ctr" defTabSz="914126" rtl="0" eaLnBrk="1" fontAlgn="auto" latinLnBrk="0" hangingPunct="1">
              <a:lnSpc>
                <a:spcPct val="100000"/>
              </a:lnSpc>
              <a:spcBef>
                <a:spcPct val="0"/>
              </a:spcBef>
              <a:spcAft>
                <a:spcPct val="0"/>
              </a:spcAft>
              <a:buClrTx/>
              <a:buSzTx/>
              <a:buFont typeface="Arial" panose="020B0604020202020204" pitchFamily="34" charset="0"/>
              <a:buNone/>
              <a:tabLst/>
              <a:defRPr/>
            </a:pPr>
            <a:fld id="{AE1AFC5B-3605-4CEF-950B-05109E0FCABB}" type="datetime'''str''''''''ateg''''i''c'''''''' in''''cl'''' man''esa''r'">
              <a:rPr kumimoji="0" lang="en-US" altLang="en-US" sz="1400" b="0" i="0" u="none" strike="noStrike" kern="1200" cap="none" spc="0" normalizeH="0" baseline="0" noProof="0" smtClean="0">
                <a:ln>
                  <a:noFill/>
                </a:ln>
                <a:solidFill>
                  <a:srgbClr val="262F3C"/>
                </a:solidFill>
                <a:effectLst/>
                <a:uLnTx/>
                <a:uFillTx/>
                <a:latin typeface="Calibri" panose="020F0502020204030204" pitchFamily="34" charset="0"/>
                <a:ea typeface="+mn-ea"/>
                <a:cs typeface="Calibri" panose="020F0502020204030204" pitchFamily="34" charset="0"/>
              </a:rPr>
              <a:pPr marL="0" marR="0" lvl="0" indent="0" algn="ctr" defTabSz="914126" rtl="0" eaLnBrk="1" fontAlgn="auto" latinLnBrk="0" hangingPunct="1">
                <a:lnSpc>
                  <a:spcPct val="100000"/>
                </a:lnSpc>
                <a:spcBef>
                  <a:spcPct val="0"/>
                </a:spcBef>
                <a:spcAft>
                  <a:spcPct val="0"/>
                </a:spcAft>
                <a:buClrTx/>
                <a:buSzTx/>
                <a:buFont typeface="Arial" panose="020B0604020202020204" pitchFamily="34" charset="0"/>
                <a:buNone/>
                <a:tabLst/>
                <a:defRPr/>
              </a:pPr>
              <a:t>strategic incl manesar</a:t>
            </a:fld>
            <a:endParaRPr kumimoji="0" lang="en-US" sz="1400" b="0" i="0" u="none" strike="noStrike" kern="1200" cap="none" spc="0" normalizeH="0" baseline="0" noProof="0" dirty="0">
              <a:ln>
                <a:noFill/>
              </a:ln>
              <a:solidFill>
                <a:srgbClr val="262F3C"/>
              </a:solidFill>
              <a:effectLst/>
              <a:uLnTx/>
              <a:uFillTx/>
              <a:latin typeface="Calibri" panose="020F0502020204030204" pitchFamily="34" charset="0"/>
              <a:ea typeface="+mn-ea"/>
              <a:cs typeface="Calibri" panose="020F0502020204030204" pitchFamily="34" charset="0"/>
            </a:endParaRPr>
          </a:p>
        </p:txBody>
      </p:sp>
      <p:sp>
        <p:nvSpPr>
          <p:cNvPr id="39" name="Text Placeholder 2">
            <a:extLst>
              <a:ext uri="{FF2B5EF4-FFF2-40B4-BE49-F238E27FC236}">
                <a16:creationId xmlns:a16="http://schemas.microsoft.com/office/drawing/2014/main" id="{B704C0CC-3BA5-E842-7CED-FB55B0D7BD6E}"/>
              </a:ext>
            </a:extLst>
          </p:cNvPr>
          <p:cNvSpPr>
            <a:spLocks noGrp="1"/>
          </p:cNvSpPr>
          <p:nvPr>
            <p:custDataLst>
              <p:tags r:id="rId17"/>
            </p:custDataLst>
          </p:nvPr>
        </p:nvSpPr>
        <p:spPr bwMode="auto">
          <a:xfrm>
            <a:off x="4564063" y="6321425"/>
            <a:ext cx="10144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numCol="1" spcCol="0" rtlCol="0" anchor="t" anchorCtr="0">
            <a:noAutofit/>
          </a:bodyPr>
          <a:lstStyle>
            <a:lvl1pPr marL="0" indent="0" algn="l" defTabSz="914126" rtl="0" eaLnBrk="1" latinLnBrk="0" hangingPunct="1">
              <a:lnSpc>
                <a:spcPct val="100000"/>
              </a:lnSpc>
              <a:spcBef>
                <a:spcPts val="600"/>
              </a:spcBef>
              <a:buFont typeface="Arial" panose="020B0604020202020204" pitchFamily="34" charset="0"/>
              <a:buNone/>
              <a:defRPr sz="1400" kern="1200">
                <a:solidFill>
                  <a:schemeClr val="tx1"/>
                </a:solidFill>
                <a:latin typeface="Calibri" panose="020F0502020204030204" pitchFamily="34" charset="0"/>
                <a:ea typeface="+mn-ea"/>
                <a:cs typeface="Calibri" panose="020F0502020204030204" pitchFamily="34" charset="0"/>
              </a:defRPr>
            </a:lvl1pPr>
            <a:lvl2pPr marL="216000" indent="-216000" algn="l" defTabSz="914126"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Calibri" panose="020F0502020204030204" pitchFamily="34" charset="0"/>
                <a:ea typeface="+mn-ea"/>
                <a:cs typeface="Calibri" panose="020F0502020204030204" pitchFamily="34" charset="0"/>
              </a:defRPr>
            </a:lvl2pPr>
            <a:lvl3pPr marL="432000" indent="-216000" algn="l" defTabSz="914126" rtl="0" eaLnBrk="1" latinLnBrk="0" hangingPunct="1">
              <a:lnSpc>
                <a:spcPct val="100000"/>
              </a:lnSpc>
              <a:spcBef>
                <a:spcPts val="600"/>
              </a:spcBef>
              <a:buClr>
                <a:schemeClr val="tx1"/>
              </a:buClr>
              <a:buFont typeface="Wingdings" panose="05000000000000000000" pitchFamily="2" charset="2"/>
              <a:buChar char="§"/>
              <a:defRPr sz="1200" kern="1200">
                <a:solidFill>
                  <a:schemeClr val="tx1"/>
                </a:solidFill>
                <a:latin typeface="Calibri" panose="020F0502020204030204" pitchFamily="34" charset="0"/>
                <a:ea typeface="+mn-ea"/>
                <a:cs typeface="Calibri" panose="020F0502020204030204" pitchFamily="34" charset="0"/>
              </a:defRPr>
            </a:lvl3pPr>
            <a:lvl4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4pPr>
            <a:lvl5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5pPr>
            <a:lvl6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6pPr>
            <a:lvl7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7pPr>
            <a:lvl8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8pPr>
            <a:lvl9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9pPr>
          </a:lstStyle>
          <a:p>
            <a:pPr marL="0" marR="0" lvl="0" indent="0" algn="ctr" defTabSz="914126" rtl="0" eaLnBrk="1" fontAlgn="auto" latinLnBrk="0" hangingPunct="1">
              <a:lnSpc>
                <a:spcPct val="100000"/>
              </a:lnSpc>
              <a:spcBef>
                <a:spcPct val="0"/>
              </a:spcBef>
              <a:spcAft>
                <a:spcPct val="0"/>
              </a:spcAft>
              <a:buClrTx/>
              <a:buSzTx/>
              <a:buFont typeface="Arial" panose="020B0604020202020204" pitchFamily="34" charset="0"/>
              <a:buNone/>
              <a:tabLst/>
              <a:defRPr/>
            </a:pPr>
            <a:fld id="{F10396B7-AD51-4C40-9433-85B9412C58B9}" type="datetime'''P''''r''i''c''''e i''''''''''''nc''''r''''''''e''''''ase'">
              <a:rPr kumimoji="0" lang="en-US" altLang="en-US" sz="1400" b="0" i="0" u="none" strike="noStrike" kern="1200" cap="none" spc="0" normalizeH="0" baseline="0" noProof="0" smtClean="0">
                <a:ln>
                  <a:noFill/>
                </a:ln>
                <a:solidFill>
                  <a:srgbClr val="262F3C"/>
                </a:solidFill>
                <a:effectLst/>
                <a:uLnTx/>
                <a:uFillTx/>
                <a:latin typeface="Calibri" panose="020F0502020204030204" pitchFamily="34" charset="0"/>
                <a:ea typeface="+mn-ea"/>
                <a:cs typeface="Calibri" panose="020F0502020204030204" pitchFamily="34" charset="0"/>
              </a:rPr>
              <a:pPr marL="0" marR="0" lvl="0" indent="0" algn="ctr" defTabSz="914126" rtl="0" eaLnBrk="1" fontAlgn="auto" latinLnBrk="0" hangingPunct="1">
                <a:lnSpc>
                  <a:spcPct val="100000"/>
                </a:lnSpc>
                <a:spcBef>
                  <a:spcPct val="0"/>
                </a:spcBef>
                <a:spcAft>
                  <a:spcPct val="0"/>
                </a:spcAft>
                <a:buClrTx/>
                <a:buSzTx/>
                <a:buFont typeface="Arial" panose="020B0604020202020204" pitchFamily="34" charset="0"/>
                <a:buNone/>
                <a:tabLst/>
                <a:defRPr/>
              </a:pPr>
              <a:t>Price increase</a:t>
            </a:fld>
            <a:endParaRPr kumimoji="0" lang="en-US" sz="1400" b="0" i="0" u="none" strike="noStrike" kern="1200" cap="none" spc="0" normalizeH="0" baseline="0" noProof="0" dirty="0">
              <a:ln>
                <a:noFill/>
              </a:ln>
              <a:solidFill>
                <a:srgbClr val="262F3C"/>
              </a:solidFill>
              <a:effectLst/>
              <a:uLnTx/>
              <a:uFillTx/>
              <a:latin typeface="Calibri" panose="020F0502020204030204" pitchFamily="34" charset="0"/>
              <a:ea typeface="+mn-ea"/>
              <a:cs typeface="Calibri" panose="020F0502020204030204" pitchFamily="34" charset="0"/>
            </a:endParaRPr>
          </a:p>
        </p:txBody>
      </p:sp>
      <p:sp>
        <p:nvSpPr>
          <p:cNvPr id="47" name="Text Placeholder 2">
            <a:extLst>
              <a:ext uri="{FF2B5EF4-FFF2-40B4-BE49-F238E27FC236}">
                <a16:creationId xmlns:a16="http://schemas.microsoft.com/office/drawing/2014/main" id="{4259ECE3-1125-CCCA-DEA7-7CB5741EA780}"/>
              </a:ext>
            </a:extLst>
          </p:cNvPr>
          <p:cNvSpPr>
            <a:spLocks noGrp="1"/>
          </p:cNvSpPr>
          <p:nvPr>
            <p:custDataLst>
              <p:tags r:id="rId18"/>
            </p:custDataLst>
          </p:nvPr>
        </p:nvSpPr>
        <p:spPr bwMode="auto">
          <a:xfrm>
            <a:off x="5972175" y="6321425"/>
            <a:ext cx="85566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numCol="1" spcCol="0" rtlCol="0" anchor="t" anchorCtr="0">
            <a:noAutofit/>
          </a:bodyPr>
          <a:lstStyle>
            <a:lvl1pPr marL="0" indent="0" algn="l" defTabSz="914126" rtl="0" eaLnBrk="1" latinLnBrk="0" hangingPunct="1">
              <a:lnSpc>
                <a:spcPct val="100000"/>
              </a:lnSpc>
              <a:spcBef>
                <a:spcPts val="600"/>
              </a:spcBef>
              <a:buFont typeface="Arial" panose="020B0604020202020204" pitchFamily="34" charset="0"/>
              <a:buNone/>
              <a:defRPr sz="1400" kern="1200">
                <a:solidFill>
                  <a:schemeClr val="tx1"/>
                </a:solidFill>
                <a:latin typeface="Calibri" panose="020F0502020204030204" pitchFamily="34" charset="0"/>
                <a:ea typeface="+mn-ea"/>
                <a:cs typeface="Calibri" panose="020F0502020204030204" pitchFamily="34" charset="0"/>
              </a:defRPr>
            </a:lvl1pPr>
            <a:lvl2pPr marL="216000" indent="-216000" algn="l" defTabSz="914126"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Calibri" panose="020F0502020204030204" pitchFamily="34" charset="0"/>
                <a:ea typeface="+mn-ea"/>
                <a:cs typeface="Calibri" panose="020F0502020204030204" pitchFamily="34" charset="0"/>
              </a:defRPr>
            </a:lvl2pPr>
            <a:lvl3pPr marL="432000" indent="-216000" algn="l" defTabSz="914126" rtl="0" eaLnBrk="1" latinLnBrk="0" hangingPunct="1">
              <a:lnSpc>
                <a:spcPct val="100000"/>
              </a:lnSpc>
              <a:spcBef>
                <a:spcPts val="600"/>
              </a:spcBef>
              <a:buClr>
                <a:schemeClr val="tx1"/>
              </a:buClr>
              <a:buFont typeface="Wingdings" panose="05000000000000000000" pitchFamily="2" charset="2"/>
              <a:buChar char="§"/>
              <a:defRPr sz="1200" kern="1200">
                <a:solidFill>
                  <a:schemeClr val="tx1"/>
                </a:solidFill>
                <a:latin typeface="Calibri" panose="020F0502020204030204" pitchFamily="34" charset="0"/>
                <a:ea typeface="+mn-ea"/>
                <a:cs typeface="Calibri" panose="020F0502020204030204" pitchFamily="34" charset="0"/>
              </a:defRPr>
            </a:lvl3pPr>
            <a:lvl4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4pPr>
            <a:lvl5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5pPr>
            <a:lvl6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6pPr>
            <a:lvl7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7pPr>
            <a:lvl8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8pPr>
            <a:lvl9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9pPr>
          </a:lstStyle>
          <a:p>
            <a:pPr marL="0" marR="0" lvl="0" indent="0" algn="ctr" defTabSz="914126" rtl="0" eaLnBrk="1" fontAlgn="auto" latinLnBrk="0" hangingPunct="1">
              <a:lnSpc>
                <a:spcPct val="100000"/>
              </a:lnSpc>
              <a:spcBef>
                <a:spcPct val="0"/>
              </a:spcBef>
              <a:spcAft>
                <a:spcPct val="0"/>
              </a:spcAft>
              <a:buClrTx/>
              <a:buSzTx/>
              <a:buFont typeface="Arial" panose="020B0604020202020204" pitchFamily="34" charset="0"/>
              <a:buNone/>
              <a:tabLst/>
              <a:defRPr/>
            </a:pPr>
            <a:fld id="{64DEE245-8A7A-46FC-814C-94D0B2D6F311}" type="datetime'''''''F''''C'''' ''''''''''a''''c''''''cu''rac''''''y'">
              <a:rPr kumimoji="0" lang="en-US" altLang="en-US" sz="1400" b="0" i="0" u="none" strike="noStrike" kern="1200" cap="none" spc="0" normalizeH="0" baseline="0" noProof="0" smtClean="0">
                <a:ln>
                  <a:noFill/>
                </a:ln>
                <a:solidFill>
                  <a:srgbClr val="262F3C"/>
                </a:solidFill>
                <a:effectLst/>
                <a:uLnTx/>
                <a:uFillTx/>
                <a:latin typeface="Calibri" panose="020F0502020204030204" pitchFamily="34" charset="0"/>
                <a:ea typeface="+mn-ea"/>
                <a:cs typeface="Calibri" panose="020F0502020204030204" pitchFamily="34" charset="0"/>
              </a:rPr>
              <a:pPr marL="0" marR="0" lvl="0" indent="0" algn="ctr" defTabSz="914126" rtl="0" eaLnBrk="1" fontAlgn="auto" latinLnBrk="0" hangingPunct="1">
                <a:lnSpc>
                  <a:spcPct val="100000"/>
                </a:lnSpc>
                <a:spcBef>
                  <a:spcPct val="0"/>
                </a:spcBef>
                <a:spcAft>
                  <a:spcPct val="0"/>
                </a:spcAft>
                <a:buClrTx/>
                <a:buSzTx/>
                <a:buFont typeface="Arial" panose="020B0604020202020204" pitchFamily="34" charset="0"/>
                <a:buNone/>
                <a:tabLst/>
                <a:defRPr/>
              </a:pPr>
              <a:t>FC accuracy</a:t>
            </a:fld>
            <a:endParaRPr kumimoji="0" lang="en-US" sz="1400" b="0" i="0" u="none" strike="noStrike" kern="1200" cap="none" spc="0" normalizeH="0" baseline="0" noProof="0" dirty="0">
              <a:ln>
                <a:noFill/>
              </a:ln>
              <a:solidFill>
                <a:srgbClr val="262F3C"/>
              </a:solidFill>
              <a:effectLst/>
              <a:uLnTx/>
              <a:uFillTx/>
              <a:latin typeface="Calibri" panose="020F0502020204030204" pitchFamily="34" charset="0"/>
              <a:ea typeface="+mn-ea"/>
              <a:cs typeface="Calibri" panose="020F0502020204030204" pitchFamily="34" charset="0"/>
            </a:endParaRPr>
          </a:p>
        </p:txBody>
      </p:sp>
      <p:sp>
        <p:nvSpPr>
          <p:cNvPr id="89" name="Text Placeholder 2">
            <a:extLst>
              <a:ext uri="{FF2B5EF4-FFF2-40B4-BE49-F238E27FC236}">
                <a16:creationId xmlns:a16="http://schemas.microsoft.com/office/drawing/2014/main" id="{44CEEDE8-294F-7D97-EACA-BE26B8533B66}"/>
              </a:ext>
            </a:extLst>
          </p:cNvPr>
          <p:cNvSpPr>
            <a:spLocks noGrp="1"/>
          </p:cNvSpPr>
          <p:nvPr>
            <p:custDataLst>
              <p:tags r:id="rId19"/>
            </p:custDataLst>
          </p:nvPr>
        </p:nvSpPr>
        <p:spPr bwMode="gray">
          <a:xfrm>
            <a:off x="7569200" y="5100638"/>
            <a:ext cx="32226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numCol="1" spcCol="0" rtlCol="0" anchor="ctr" anchorCtr="0">
            <a:noAutofit/>
          </a:bodyPr>
          <a:lstStyle>
            <a:lvl1pPr marL="0" indent="0" algn="l" defTabSz="914126" rtl="0" eaLnBrk="1" latinLnBrk="0" hangingPunct="1">
              <a:lnSpc>
                <a:spcPct val="100000"/>
              </a:lnSpc>
              <a:spcBef>
                <a:spcPts val="600"/>
              </a:spcBef>
              <a:buFont typeface="Arial" panose="020B0604020202020204" pitchFamily="34" charset="0"/>
              <a:buNone/>
              <a:defRPr sz="1400" kern="1200">
                <a:solidFill>
                  <a:schemeClr val="tx1"/>
                </a:solidFill>
                <a:latin typeface="Calibri" panose="020F0502020204030204" pitchFamily="34" charset="0"/>
                <a:ea typeface="+mn-ea"/>
                <a:cs typeface="Calibri" panose="020F0502020204030204" pitchFamily="34" charset="0"/>
              </a:defRPr>
            </a:lvl1pPr>
            <a:lvl2pPr marL="216000" indent="-216000" algn="l" defTabSz="914126"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Calibri" panose="020F0502020204030204" pitchFamily="34" charset="0"/>
                <a:ea typeface="+mn-ea"/>
                <a:cs typeface="Calibri" panose="020F0502020204030204" pitchFamily="34" charset="0"/>
              </a:defRPr>
            </a:lvl2pPr>
            <a:lvl3pPr marL="432000" indent="-216000" algn="l" defTabSz="914126" rtl="0" eaLnBrk="1" latinLnBrk="0" hangingPunct="1">
              <a:lnSpc>
                <a:spcPct val="100000"/>
              </a:lnSpc>
              <a:spcBef>
                <a:spcPts val="600"/>
              </a:spcBef>
              <a:buClr>
                <a:schemeClr val="tx1"/>
              </a:buClr>
              <a:buFont typeface="Wingdings" panose="05000000000000000000" pitchFamily="2" charset="2"/>
              <a:buChar char="§"/>
              <a:defRPr sz="1200" kern="1200">
                <a:solidFill>
                  <a:schemeClr val="tx1"/>
                </a:solidFill>
                <a:latin typeface="Calibri" panose="020F0502020204030204" pitchFamily="34" charset="0"/>
                <a:ea typeface="+mn-ea"/>
                <a:cs typeface="Calibri" panose="020F0502020204030204" pitchFamily="34" charset="0"/>
              </a:defRPr>
            </a:lvl3pPr>
            <a:lvl4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4pPr>
            <a:lvl5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5pPr>
            <a:lvl6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6pPr>
            <a:lvl7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7pPr>
            <a:lvl8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8pPr>
            <a:lvl9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9pPr>
          </a:lstStyle>
          <a:p>
            <a:pPr algn="ctr">
              <a:spcBef>
                <a:spcPct val="0"/>
              </a:spcBef>
              <a:spcAft>
                <a:spcPct val="0"/>
              </a:spcAft>
            </a:pPr>
            <a:fld id="{CA7A0C90-0411-4D56-9315-04CE684E8C1E}" type="datetime'''''''''''''''''''''''''''67''''''''''''''''''''''4'''''''''''">
              <a:rPr lang="en-US" altLang="en-US" smtClean="0">
                <a:solidFill>
                  <a:schemeClr val="bg1"/>
                </a:solidFill>
                <a:effectLst/>
              </a:rPr>
              <a:pPr algn="ctr">
                <a:spcBef>
                  <a:spcPct val="0"/>
                </a:spcBef>
                <a:spcAft>
                  <a:spcPct val="0"/>
                </a:spcAft>
              </a:pPr>
              <a:t>674</a:t>
            </a:fld>
            <a:endParaRPr lang="en-US" dirty="0">
              <a:solidFill>
                <a:schemeClr val="bg1"/>
              </a:solidFill>
            </a:endParaRPr>
          </a:p>
        </p:txBody>
      </p:sp>
      <p:sp>
        <p:nvSpPr>
          <p:cNvPr id="77" name="Text Placeholder 2">
            <a:extLst>
              <a:ext uri="{FF2B5EF4-FFF2-40B4-BE49-F238E27FC236}">
                <a16:creationId xmlns:a16="http://schemas.microsoft.com/office/drawing/2014/main" id="{C792AD3E-9852-760A-FF4D-6E184F38A7B6}"/>
              </a:ext>
            </a:extLst>
          </p:cNvPr>
          <p:cNvSpPr>
            <a:spLocks noGrp="1"/>
          </p:cNvSpPr>
          <p:nvPr>
            <p:custDataLst>
              <p:tags r:id="rId20"/>
            </p:custDataLst>
          </p:nvPr>
        </p:nvSpPr>
        <p:spPr bwMode="auto">
          <a:xfrm>
            <a:off x="7464425" y="6321425"/>
            <a:ext cx="5318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numCol="1" spcCol="0" rtlCol="0" anchor="t" anchorCtr="0">
            <a:noAutofit/>
          </a:bodyPr>
          <a:lstStyle>
            <a:lvl1pPr marL="0" indent="0" algn="l" defTabSz="914126" rtl="0" eaLnBrk="1" latinLnBrk="0" hangingPunct="1">
              <a:lnSpc>
                <a:spcPct val="100000"/>
              </a:lnSpc>
              <a:spcBef>
                <a:spcPts val="600"/>
              </a:spcBef>
              <a:buFont typeface="Arial" panose="020B0604020202020204" pitchFamily="34" charset="0"/>
              <a:buNone/>
              <a:defRPr sz="1400" kern="1200">
                <a:solidFill>
                  <a:schemeClr val="tx1"/>
                </a:solidFill>
                <a:latin typeface="Calibri" panose="020F0502020204030204" pitchFamily="34" charset="0"/>
                <a:ea typeface="+mn-ea"/>
                <a:cs typeface="Calibri" panose="020F0502020204030204" pitchFamily="34" charset="0"/>
              </a:defRPr>
            </a:lvl1pPr>
            <a:lvl2pPr marL="216000" indent="-216000" algn="l" defTabSz="914126"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Calibri" panose="020F0502020204030204" pitchFamily="34" charset="0"/>
                <a:ea typeface="+mn-ea"/>
                <a:cs typeface="Calibri" panose="020F0502020204030204" pitchFamily="34" charset="0"/>
              </a:defRPr>
            </a:lvl2pPr>
            <a:lvl3pPr marL="432000" indent="-216000" algn="l" defTabSz="914126" rtl="0" eaLnBrk="1" latinLnBrk="0" hangingPunct="1">
              <a:lnSpc>
                <a:spcPct val="100000"/>
              </a:lnSpc>
              <a:spcBef>
                <a:spcPts val="600"/>
              </a:spcBef>
              <a:buClr>
                <a:schemeClr val="tx1"/>
              </a:buClr>
              <a:buFont typeface="Wingdings" panose="05000000000000000000" pitchFamily="2" charset="2"/>
              <a:buChar char="§"/>
              <a:defRPr sz="1200" kern="1200">
                <a:solidFill>
                  <a:schemeClr val="tx1"/>
                </a:solidFill>
                <a:latin typeface="Calibri" panose="020F0502020204030204" pitchFamily="34" charset="0"/>
                <a:ea typeface="+mn-ea"/>
                <a:cs typeface="Calibri" panose="020F0502020204030204" pitchFamily="34" charset="0"/>
              </a:defRPr>
            </a:lvl3pPr>
            <a:lvl4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4pPr>
            <a:lvl5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5pPr>
            <a:lvl6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6pPr>
            <a:lvl7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7pPr>
            <a:lvl8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8pPr>
            <a:lvl9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9pPr>
          </a:lstStyle>
          <a:p>
            <a:pPr lvl="0" algn="ctr">
              <a:spcBef>
                <a:spcPct val="0"/>
              </a:spcBef>
              <a:spcAft>
                <a:spcPct val="0"/>
              </a:spcAft>
            </a:pPr>
            <a:fld id="{EF201180-9F84-455D-9216-4E4D09D829FD}" type="datetime'''''Clo''''''''''s''''''''''''''''''''''''''''in''g'''''''">
              <a:rPr lang="en-US" altLang="en-US" smtClean="0">
                <a:solidFill>
                  <a:srgbClr val="262F3C"/>
                </a:solidFill>
              </a:rPr>
              <a:pPr lvl="0" algn="ctr">
                <a:spcBef>
                  <a:spcPct val="0"/>
                </a:spcBef>
                <a:spcAft>
                  <a:spcPct val="0"/>
                </a:spcAft>
              </a:pPr>
              <a:t>Closing</a:t>
            </a:fld>
            <a:endParaRPr kumimoji="0" lang="en-US" sz="1400" b="0" i="0" strike="noStrike" kern="1200" cap="none" spc="0" normalizeH="0" baseline="0" noProof="0" dirty="0">
              <a:ln>
                <a:noFill/>
              </a:ln>
              <a:solidFill>
                <a:srgbClr val="262F3C"/>
              </a:solidFill>
              <a:effectLst/>
              <a:uLnTx/>
              <a:uFillTx/>
            </a:endParaRPr>
          </a:p>
        </p:txBody>
      </p:sp>
      <p:sp>
        <p:nvSpPr>
          <p:cNvPr id="46" name="Text Placeholder 2">
            <a:extLst>
              <a:ext uri="{FF2B5EF4-FFF2-40B4-BE49-F238E27FC236}">
                <a16:creationId xmlns:a16="http://schemas.microsoft.com/office/drawing/2014/main" id="{DC75C004-3585-A8D2-F2F7-B459DF67382F}"/>
              </a:ext>
            </a:extLst>
          </p:cNvPr>
          <p:cNvSpPr>
            <a:spLocks noGrp="1"/>
          </p:cNvSpPr>
          <p:nvPr>
            <p:custDataLst>
              <p:tags r:id="rId21"/>
            </p:custDataLst>
          </p:nvPr>
        </p:nvSpPr>
        <p:spPr bwMode="gray">
          <a:xfrm>
            <a:off x="920750" y="5688013"/>
            <a:ext cx="32226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numCol="1" spcCol="0" rtlCol="0" anchor="b" anchorCtr="0">
            <a:noAutofit/>
          </a:bodyPr>
          <a:lstStyle>
            <a:lvl1pPr marL="0" indent="0" algn="l" defTabSz="914126" rtl="0" eaLnBrk="1" latinLnBrk="0" hangingPunct="1">
              <a:lnSpc>
                <a:spcPct val="100000"/>
              </a:lnSpc>
              <a:spcBef>
                <a:spcPts val="600"/>
              </a:spcBef>
              <a:buFont typeface="Arial" panose="020B0604020202020204" pitchFamily="34" charset="0"/>
              <a:buNone/>
              <a:defRPr sz="1400" kern="1200">
                <a:solidFill>
                  <a:schemeClr val="tx1"/>
                </a:solidFill>
                <a:latin typeface="Calibri" panose="020F0502020204030204" pitchFamily="34" charset="0"/>
                <a:ea typeface="+mn-ea"/>
                <a:cs typeface="Calibri" panose="020F0502020204030204" pitchFamily="34" charset="0"/>
              </a:defRPr>
            </a:lvl1pPr>
            <a:lvl2pPr marL="216000" indent="-216000" algn="l" defTabSz="914126"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Calibri" panose="020F0502020204030204" pitchFamily="34" charset="0"/>
                <a:ea typeface="+mn-ea"/>
                <a:cs typeface="Calibri" panose="020F0502020204030204" pitchFamily="34" charset="0"/>
              </a:defRPr>
            </a:lvl2pPr>
            <a:lvl3pPr marL="432000" indent="-216000" algn="l" defTabSz="914126" rtl="0" eaLnBrk="1" latinLnBrk="0" hangingPunct="1">
              <a:lnSpc>
                <a:spcPct val="100000"/>
              </a:lnSpc>
              <a:spcBef>
                <a:spcPts val="600"/>
              </a:spcBef>
              <a:buClr>
                <a:schemeClr val="tx1"/>
              </a:buClr>
              <a:buFont typeface="Wingdings" panose="05000000000000000000" pitchFamily="2" charset="2"/>
              <a:buChar char="§"/>
              <a:defRPr sz="1200" kern="1200">
                <a:solidFill>
                  <a:schemeClr val="tx1"/>
                </a:solidFill>
                <a:latin typeface="Calibri" panose="020F0502020204030204" pitchFamily="34" charset="0"/>
                <a:ea typeface="+mn-ea"/>
                <a:cs typeface="Calibri" panose="020F0502020204030204" pitchFamily="34" charset="0"/>
              </a:defRPr>
            </a:lvl3pPr>
            <a:lvl4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4pPr>
            <a:lvl5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5pPr>
            <a:lvl6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6pPr>
            <a:lvl7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7pPr>
            <a:lvl8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8pPr>
            <a:lvl9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9pPr>
          </a:lstStyle>
          <a:p>
            <a:pPr lvl="0" algn="ctr">
              <a:spcBef>
                <a:spcPct val="0"/>
              </a:spcBef>
              <a:spcAft>
                <a:spcPct val="0"/>
              </a:spcAft>
            </a:pPr>
            <a:fld id="{5CD23FD5-A947-421D-A813-B69E91ED1111}" type="datetime'''''''''''''''''''''''''''6''''0''''''''''''''''5'''''''''">
              <a:rPr lang="en-US" altLang="en-US" smtClean="0">
                <a:solidFill>
                  <a:srgbClr val="262F3C"/>
                </a:solidFill>
              </a:rPr>
              <a:pPr/>
              <a:t>605</a:t>
            </a:fld>
            <a:endParaRPr lang="en-US" strike="noStrike" normalizeH="0" noProof="0" dirty="0">
              <a:ln>
                <a:noFill/>
              </a:ln>
              <a:solidFill>
                <a:srgbClr val="262F3C"/>
              </a:solidFill>
              <a:effectLst/>
              <a:uLnTx/>
              <a:uFillTx/>
            </a:endParaRPr>
          </a:p>
        </p:txBody>
      </p:sp>
      <p:cxnSp>
        <p:nvCxnSpPr>
          <p:cNvPr id="202" name="Straight Connector 201">
            <a:extLst>
              <a:ext uri="{FF2B5EF4-FFF2-40B4-BE49-F238E27FC236}">
                <a16:creationId xmlns:a16="http://schemas.microsoft.com/office/drawing/2014/main" id="{81F21151-B392-C4E2-E876-6897C3979797}"/>
              </a:ext>
            </a:extLst>
          </p:cNvPr>
          <p:cNvCxnSpPr/>
          <p:nvPr>
            <p:custDataLst>
              <p:tags r:id="rId22"/>
            </p:custDataLst>
          </p:nvPr>
        </p:nvCxnSpPr>
        <p:spPr bwMode="auto">
          <a:xfrm>
            <a:off x="1784350" y="3263900"/>
            <a:ext cx="695325"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7" name="Straight Connector 106">
            <a:extLst>
              <a:ext uri="{FF2B5EF4-FFF2-40B4-BE49-F238E27FC236}">
                <a16:creationId xmlns:a16="http://schemas.microsoft.com/office/drawing/2014/main" id="{7FFDEFFD-5B81-1E11-00EC-3A42FD102078}"/>
              </a:ext>
            </a:extLst>
          </p:cNvPr>
          <p:cNvCxnSpPr/>
          <p:nvPr>
            <p:custDataLst>
              <p:tags r:id="rId23"/>
            </p:custDataLst>
          </p:nvPr>
        </p:nvCxnSpPr>
        <p:spPr bwMode="auto">
          <a:xfrm>
            <a:off x="3349625" y="2157413"/>
            <a:ext cx="695325"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9" name="Straight Connector 108">
            <a:extLst>
              <a:ext uri="{FF2B5EF4-FFF2-40B4-BE49-F238E27FC236}">
                <a16:creationId xmlns:a16="http://schemas.microsoft.com/office/drawing/2014/main" id="{72E583D0-1549-1BEB-8D87-6388C04F962B}"/>
              </a:ext>
            </a:extLst>
          </p:cNvPr>
          <p:cNvCxnSpPr/>
          <p:nvPr>
            <p:custDataLst>
              <p:tags r:id="rId24"/>
            </p:custDataLst>
          </p:nvPr>
        </p:nvCxnSpPr>
        <p:spPr bwMode="auto">
          <a:xfrm>
            <a:off x="4916488" y="2101850"/>
            <a:ext cx="695325"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0" name="Straight Connector 109">
            <a:extLst>
              <a:ext uri="{FF2B5EF4-FFF2-40B4-BE49-F238E27FC236}">
                <a16:creationId xmlns:a16="http://schemas.microsoft.com/office/drawing/2014/main" id="{F0F0B203-0B01-B9CE-829C-270C82A53BBD}"/>
              </a:ext>
            </a:extLst>
          </p:cNvPr>
          <p:cNvCxnSpPr/>
          <p:nvPr>
            <p:custDataLst>
              <p:tags r:id="rId25"/>
            </p:custDataLst>
          </p:nvPr>
        </p:nvCxnSpPr>
        <p:spPr bwMode="auto">
          <a:xfrm>
            <a:off x="6481763" y="1700213"/>
            <a:ext cx="695325"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203" name="Chart 202">
            <a:extLst>
              <a:ext uri="{FF2B5EF4-FFF2-40B4-BE49-F238E27FC236}">
                <a16:creationId xmlns:a16="http://schemas.microsoft.com/office/drawing/2014/main" id="{E09DCD37-063E-7108-B583-3C81FBAA29D0}"/>
              </a:ext>
            </a:extLst>
          </p:cNvPr>
          <p:cNvGraphicFramePr/>
          <p:nvPr>
            <p:custDataLst>
              <p:tags r:id="rId26"/>
            </p:custDataLst>
            <p:extLst>
              <p:ext uri="{D42A27DB-BD31-4B8C-83A1-F6EECF244321}">
                <p14:modId xmlns:p14="http://schemas.microsoft.com/office/powerpoint/2010/main" val="3747994106"/>
              </p:ext>
            </p:extLst>
          </p:nvPr>
        </p:nvGraphicFramePr>
        <p:xfrm>
          <a:off x="484188" y="1617663"/>
          <a:ext cx="7993062" cy="2105025"/>
        </p:xfrm>
        <a:graphic>
          <a:graphicData uri="http://schemas.openxmlformats.org/drawingml/2006/chart">
            <c:chart xmlns:c="http://schemas.openxmlformats.org/drawingml/2006/chart" xmlns:r="http://schemas.openxmlformats.org/officeDocument/2006/relationships" r:id="rId46"/>
          </a:graphicData>
        </a:graphic>
      </p:graphicFrame>
      <p:sp useBgFill="1">
        <p:nvSpPr>
          <p:cNvPr id="180" name="Freeform: Shape 179">
            <a:extLst>
              <a:ext uri="{FF2B5EF4-FFF2-40B4-BE49-F238E27FC236}">
                <a16:creationId xmlns:a16="http://schemas.microsoft.com/office/drawing/2014/main" id="{7EE05AE7-9557-08E6-55FF-B41344123F94}"/>
              </a:ext>
            </a:extLst>
          </p:cNvPr>
          <p:cNvSpPr/>
          <p:nvPr>
            <p:custDataLst>
              <p:tags r:id="rId27"/>
            </p:custDataLst>
          </p:nvPr>
        </p:nvSpPr>
        <p:spPr bwMode="auto">
          <a:xfrm>
            <a:off x="860425" y="3289300"/>
            <a:ext cx="977901" cy="320676"/>
          </a:xfrm>
          <a:custGeom>
            <a:avLst/>
            <a:gdLst/>
            <a:ahLst/>
            <a:cxnLst/>
            <a:rect l="0" t="0" r="0" b="0"/>
            <a:pathLst>
              <a:path w="977901" h="320676">
                <a:moveTo>
                  <a:pt x="0" y="263525"/>
                </a:moveTo>
                <a:lnTo>
                  <a:pt x="977900" y="0"/>
                </a:lnTo>
                <a:lnTo>
                  <a:pt x="977900" y="57150"/>
                </a:lnTo>
                <a:lnTo>
                  <a:pt x="0" y="320675"/>
                </a:lnTo>
                <a:close/>
              </a:path>
            </a:pathLst>
          </a:custGeom>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LID4096" sz="1400" dirty="0" err="1">
              <a:solidFill>
                <a:schemeClr val="bg1"/>
              </a:solidFill>
            </a:endParaRPr>
          </a:p>
        </p:txBody>
      </p:sp>
      <p:sp useBgFill="1">
        <p:nvSpPr>
          <p:cNvPr id="188" name="Freeform: Shape 187">
            <a:extLst>
              <a:ext uri="{FF2B5EF4-FFF2-40B4-BE49-F238E27FC236}">
                <a16:creationId xmlns:a16="http://schemas.microsoft.com/office/drawing/2014/main" id="{54B8AB3D-83D8-2F38-5331-26078524C374}"/>
              </a:ext>
            </a:extLst>
          </p:cNvPr>
          <p:cNvSpPr/>
          <p:nvPr>
            <p:custDataLst>
              <p:tags r:id="rId28"/>
            </p:custDataLst>
          </p:nvPr>
        </p:nvSpPr>
        <p:spPr bwMode="auto">
          <a:xfrm>
            <a:off x="7123113" y="3289300"/>
            <a:ext cx="977901" cy="320676"/>
          </a:xfrm>
          <a:custGeom>
            <a:avLst/>
            <a:gdLst/>
            <a:ahLst/>
            <a:cxnLst/>
            <a:rect l="0" t="0" r="0" b="0"/>
            <a:pathLst>
              <a:path w="977901" h="320676">
                <a:moveTo>
                  <a:pt x="0" y="263525"/>
                </a:moveTo>
                <a:lnTo>
                  <a:pt x="977900" y="0"/>
                </a:lnTo>
                <a:lnTo>
                  <a:pt x="977900" y="57150"/>
                </a:lnTo>
                <a:lnTo>
                  <a:pt x="0" y="320675"/>
                </a:lnTo>
                <a:close/>
              </a:path>
            </a:pathLst>
          </a:custGeom>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LID4096" sz="1400" dirty="0" err="1">
              <a:solidFill>
                <a:schemeClr val="bg1"/>
              </a:solidFill>
            </a:endParaRPr>
          </a:p>
        </p:txBody>
      </p:sp>
      <p:sp>
        <p:nvSpPr>
          <p:cNvPr id="179" name="Freeform: Shape 178">
            <a:extLst>
              <a:ext uri="{FF2B5EF4-FFF2-40B4-BE49-F238E27FC236}">
                <a16:creationId xmlns:a16="http://schemas.microsoft.com/office/drawing/2014/main" id="{A959A26D-9440-E988-B86C-EB1398975633}"/>
              </a:ext>
            </a:extLst>
          </p:cNvPr>
          <p:cNvSpPr/>
          <p:nvPr>
            <p:custDataLst>
              <p:tags r:id="rId29"/>
            </p:custDataLst>
          </p:nvPr>
        </p:nvSpPr>
        <p:spPr bwMode="auto">
          <a:xfrm>
            <a:off x="860425" y="3346450"/>
            <a:ext cx="977901" cy="263526"/>
          </a:xfrm>
          <a:custGeom>
            <a:avLst/>
            <a:gdLst/>
            <a:ahLst/>
            <a:cxnLst/>
            <a:rect l="0" t="0" r="0" b="0"/>
            <a:pathLst>
              <a:path w="977901" h="263526">
                <a:moveTo>
                  <a:pt x="0" y="263525"/>
                </a:moveTo>
                <a:lnTo>
                  <a:pt x="977900" y="0"/>
                </a:lnTo>
              </a:path>
            </a:pathLst>
          </a:custGeom>
          <a:ln w="9525" cap="flat" cmpd="sng" algn="ctr">
            <a:solidFill>
              <a:schemeClr val="tx1"/>
            </a:solidFill>
            <a:prstDash val="solid"/>
            <a:miter lim="800000"/>
            <a:headEnd type="none" w="med" len="med"/>
            <a:tailEnd type="none" w="med" len="med"/>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LID4096"/>
          </a:p>
        </p:txBody>
      </p:sp>
      <p:sp>
        <p:nvSpPr>
          <p:cNvPr id="178" name="Freeform: Shape 177">
            <a:extLst>
              <a:ext uri="{FF2B5EF4-FFF2-40B4-BE49-F238E27FC236}">
                <a16:creationId xmlns:a16="http://schemas.microsoft.com/office/drawing/2014/main" id="{C333849C-C2C2-C261-3FAF-05177A5CA99F}"/>
              </a:ext>
            </a:extLst>
          </p:cNvPr>
          <p:cNvSpPr/>
          <p:nvPr>
            <p:custDataLst>
              <p:tags r:id="rId30"/>
            </p:custDataLst>
          </p:nvPr>
        </p:nvSpPr>
        <p:spPr bwMode="auto">
          <a:xfrm>
            <a:off x="860425" y="3289300"/>
            <a:ext cx="977901" cy="263526"/>
          </a:xfrm>
          <a:custGeom>
            <a:avLst/>
            <a:gdLst/>
            <a:ahLst/>
            <a:cxnLst/>
            <a:rect l="0" t="0" r="0" b="0"/>
            <a:pathLst>
              <a:path w="977901" h="263526">
                <a:moveTo>
                  <a:pt x="0" y="263525"/>
                </a:moveTo>
                <a:lnTo>
                  <a:pt x="977900" y="0"/>
                </a:lnTo>
              </a:path>
            </a:pathLst>
          </a:custGeom>
          <a:ln w="9525" cap="flat" cmpd="sng" algn="ctr">
            <a:solidFill>
              <a:schemeClr val="tx1"/>
            </a:solidFill>
            <a:prstDash val="solid"/>
            <a:miter lim="800000"/>
            <a:headEnd type="none" w="med" len="med"/>
            <a:tailEnd type="none" w="med" len="med"/>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LID4096"/>
          </a:p>
        </p:txBody>
      </p:sp>
      <p:sp>
        <p:nvSpPr>
          <p:cNvPr id="181" name="Freeform: Shape 180">
            <a:extLst>
              <a:ext uri="{FF2B5EF4-FFF2-40B4-BE49-F238E27FC236}">
                <a16:creationId xmlns:a16="http://schemas.microsoft.com/office/drawing/2014/main" id="{E349DCDA-874D-BE58-3544-BE45DFFADC1B}"/>
              </a:ext>
            </a:extLst>
          </p:cNvPr>
          <p:cNvSpPr/>
          <p:nvPr>
            <p:custDataLst>
              <p:tags r:id="rId31"/>
            </p:custDataLst>
          </p:nvPr>
        </p:nvSpPr>
        <p:spPr bwMode="auto">
          <a:xfrm>
            <a:off x="7123113" y="3289300"/>
            <a:ext cx="977901" cy="263526"/>
          </a:xfrm>
          <a:custGeom>
            <a:avLst/>
            <a:gdLst/>
            <a:ahLst/>
            <a:cxnLst/>
            <a:rect l="0" t="0" r="0" b="0"/>
            <a:pathLst>
              <a:path w="977901" h="263526">
                <a:moveTo>
                  <a:pt x="0" y="263525"/>
                </a:moveTo>
                <a:lnTo>
                  <a:pt x="977900" y="0"/>
                </a:lnTo>
              </a:path>
            </a:pathLst>
          </a:custGeom>
          <a:ln w="9525" cap="flat" cmpd="sng" algn="ctr">
            <a:solidFill>
              <a:schemeClr val="tx1"/>
            </a:solidFill>
            <a:prstDash val="solid"/>
            <a:miter lim="800000"/>
            <a:headEnd type="none" w="med" len="med"/>
            <a:tailEnd type="none" w="med" len="med"/>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LID4096"/>
          </a:p>
        </p:txBody>
      </p:sp>
      <p:sp>
        <p:nvSpPr>
          <p:cNvPr id="183" name="Freeform: Shape 182">
            <a:extLst>
              <a:ext uri="{FF2B5EF4-FFF2-40B4-BE49-F238E27FC236}">
                <a16:creationId xmlns:a16="http://schemas.microsoft.com/office/drawing/2014/main" id="{C5392A4E-0B3E-A192-A66A-F99BC23C0DFB}"/>
              </a:ext>
            </a:extLst>
          </p:cNvPr>
          <p:cNvSpPr/>
          <p:nvPr>
            <p:custDataLst>
              <p:tags r:id="rId32"/>
            </p:custDataLst>
          </p:nvPr>
        </p:nvSpPr>
        <p:spPr bwMode="auto">
          <a:xfrm>
            <a:off x="7123113" y="3346450"/>
            <a:ext cx="977901" cy="263526"/>
          </a:xfrm>
          <a:custGeom>
            <a:avLst/>
            <a:gdLst/>
            <a:ahLst/>
            <a:cxnLst/>
            <a:rect l="0" t="0" r="0" b="0"/>
            <a:pathLst>
              <a:path w="977901" h="263526">
                <a:moveTo>
                  <a:pt x="0" y="263525"/>
                </a:moveTo>
                <a:lnTo>
                  <a:pt x="977900" y="0"/>
                </a:lnTo>
              </a:path>
            </a:pathLst>
          </a:custGeom>
          <a:ln w="9525" cap="flat" cmpd="sng" algn="ctr">
            <a:solidFill>
              <a:schemeClr val="tx1"/>
            </a:solidFill>
            <a:prstDash val="solid"/>
            <a:miter lim="800000"/>
            <a:headEnd type="none" w="med" len="med"/>
            <a:tailEnd type="none" w="med" len="med"/>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LID4096"/>
          </a:p>
        </p:txBody>
      </p:sp>
      <p:sp>
        <p:nvSpPr>
          <p:cNvPr id="118" name="Text Placeholder 2">
            <a:extLst>
              <a:ext uri="{FF2B5EF4-FFF2-40B4-BE49-F238E27FC236}">
                <a16:creationId xmlns:a16="http://schemas.microsoft.com/office/drawing/2014/main" id="{7579A248-CFCB-E2D9-59A9-DB0F8CA4D108}"/>
              </a:ext>
            </a:extLst>
          </p:cNvPr>
          <p:cNvSpPr>
            <a:spLocks noGrp="1"/>
          </p:cNvSpPr>
          <p:nvPr>
            <p:custDataLst>
              <p:tags r:id="rId33"/>
            </p:custDataLst>
          </p:nvPr>
        </p:nvSpPr>
        <p:spPr bwMode="auto">
          <a:xfrm>
            <a:off x="2784475" y="3698875"/>
            <a:ext cx="261938"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numCol="1" spcCol="0" rtlCol="0" anchor="t" anchorCtr="0">
            <a:noAutofit/>
          </a:bodyPr>
          <a:lstStyle>
            <a:lvl1pPr marL="0" indent="0" algn="l" defTabSz="914126" rtl="0" eaLnBrk="1" latinLnBrk="0" hangingPunct="1">
              <a:lnSpc>
                <a:spcPct val="100000"/>
              </a:lnSpc>
              <a:spcBef>
                <a:spcPts val="600"/>
              </a:spcBef>
              <a:buFont typeface="Arial" panose="020B0604020202020204" pitchFamily="34" charset="0"/>
              <a:buNone/>
              <a:defRPr sz="1400" kern="1200">
                <a:solidFill>
                  <a:schemeClr val="tx1"/>
                </a:solidFill>
                <a:latin typeface="Calibri" panose="020F0502020204030204" pitchFamily="34" charset="0"/>
                <a:ea typeface="+mn-ea"/>
                <a:cs typeface="Calibri" panose="020F0502020204030204" pitchFamily="34" charset="0"/>
              </a:defRPr>
            </a:lvl1pPr>
            <a:lvl2pPr marL="216000" indent="-216000" algn="l" defTabSz="914126"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Calibri" panose="020F0502020204030204" pitchFamily="34" charset="0"/>
                <a:ea typeface="+mn-ea"/>
                <a:cs typeface="Calibri" panose="020F0502020204030204" pitchFamily="34" charset="0"/>
              </a:defRPr>
            </a:lvl2pPr>
            <a:lvl3pPr marL="432000" indent="-216000" algn="l" defTabSz="914126" rtl="0" eaLnBrk="1" latinLnBrk="0" hangingPunct="1">
              <a:lnSpc>
                <a:spcPct val="100000"/>
              </a:lnSpc>
              <a:spcBef>
                <a:spcPts val="600"/>
              </a:spcBef>
              <a:buClr>
                <a:schemeClr val="tx1"/>
              </a:buClr>
              <a:buFont typeface="Wingdings" panose="05000000000000000000" pitchFamily="2" charset="2"/>
              <a:buChar char="§"/>
              <a:defRPr sz="1200" kern="1200">
                <a:solidFill>
                  <a:schemeClr val="tx1"/>
                </a:solidFill>
                <a:latin typeface="Calibri" panose="020F0502020204030204" pitchFamily="34" charset="0"/>
                <a:ea typeface="+mn-ea"/>
                <a:cs typeface="Calibri" panose="020F0502020204030204" pitchFamily="34" charset="0"/>
              </a:defRPr>
            </a:lvl3pPr>
            <a:lvl4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4pPr>
            <a:lvl5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5pPr>
            <a:lvl6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6pPr>
            <a:lvl7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7pPr>
            <a:lvl8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8pPr>
            <a:lvl9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9pPr>
          </a:lstStyle>
          <a:p>
            <a:pPr lvl="0" algn="ctr">
              <a:spcBef>
                <a:spcPct val="0"/>
              </a:spcBef>
              <a:spcAft>
                <a:spcPct val="0"/>
              </a:spcAft>
            </a:pPr>
            <a:fld id="{5B9B4785-28EE-47E5-B518-DC1839EA30E4}" type="datetime'''''R''M'''''''''''''''''''''">
              <a:rPr lang="en-US" altLang="en-US" smtClean="0">
                <a:solidFill>
                  <a:srgbClr val="262F3C"/>
                </a:solidFill>
              </a:rPr>
              <a:pPr/>
              <a:t>RM</a:t>
            </a:fld>
            <a:endParaRPr kumimoji="0" lang="en-US" sz="1400" b="0" i="0" strike="noStrike" kern="1200" cap="none" spc="0" normalizeH="0" baseline="0" noProof="0" dirty="0">
              <a:ln>
                <a:noFill/>
              </a:ln>
              <a:solidFill>
                <a:srgbClr val="262F3C"/>
              </a:solidFill>
              <a:effectLst/>
              <a:uLnTx/>
              <a:uFillTx/>
            </a:endParaRPr>
          </a:p>
        </p:txBody>
      </p:sp>
      <p:sp>
        <p:nvSpPr>
          <p:cNvPr id="120" name="Text Placeholder 2">
            <a:extLst>
              <a:ext uri="{FF2B5EF4-FFF2-40B4-BE49-F238E27FC236}">
                <a16:creationId xmlns:a16="http://schemas.microsoft.com/office/drawing/2014/main" id="{32A77271-A663-0679-A84C-E6E2BE491B4B}"/>
              </a:ext>
            </a:extLst>
          </p:cNvPr>
          <p:cNvSpPr>
            <a:spLocks noGrp="1"/>
          </p:cNvSpPr>
          <p:nvPr>
            <p:custDataLst>
              <p:tags r:id="rId34"/>
            </p:custDataLst>
          </p:nvPr>
        </p:nvSpPr>
        <p:spPr bwMode="auto">
          <a:xfrm>
            <a:off x="908050" y="3698875"/>
            <a:ext cx="884238"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numCol="1" spcCol="0" rtlCol="0" anchor="t" anchorCtr="0">
            <a:noAutofit/>
          </a:bodyPr>
          <a:lstStyle>
            <a:lvl1pPr marL="0" indent="0" algn="l" defTabSz="914126" rtl="0" eaLnBrk="1" latinLnBrk="0" hangingPunct="1">
              <a:lnSpc>
                <a:spcPct val="100000"/>
              </a:lnSpc>
              <a:spcBef>
                <a:spcPts val="600"/>
              </a:spcBef>
              <a:buFont typeface="Arial" panose="020B0604020202020204" pitchFamily="34" charset="0"/>
              <a:buNone/>
              <a:defRPr sz="1400" kern="1200">
                <a:solidFill>
                  <a:schemeClr val="tx1"/>
                </a:solidFill>
                <a:latin typeface="Calibri" panose="020F0502020204030204" pitchFamily="34" charset="0"/>
                <a:ea typeface="+mn-ea"/>
                <a:cs typeface="Calibri" panose="020F0502020204030204" pitchFamily="34" charset="0"/>
              </a:defRPr>
            </a:lvl1pPr>
            <a:lvl2pPr marL="216000" indent="-216000" algn="l" defTabSz="914126"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Calibri" panose="020F0502020204030204" pitchFamily="34" charset="0"/>
                <a:ea typeface="+mn-ea"/>
                <a:cs typeface="Calibri" panose="020F0502020204030204" pitchFamily="34" charset="0"/>
              </a:defRPr>
            </a:lvl2pPr>
            <a:lvl3pPr marL="432000" indent="-216000" algn="l" defTabSz="914126" rtl="0" eaLnBrk="1" latinLnBrk="0" hangingPunct="1">
              <a:lnSpc>
                <a:spcPct val="100000"/>
              </a:lnSpc>
              <a:spcBef>
                <a:spcPts val="600"/>
              </a:spcBef>
              <a:buClr>
                <a:schemeClr val="tx1"/>
              </a:buClr>
              <a:buFont typeface="Wingdings" panose="05000000000000000000" pitchFamily="2" charset="2"/>
              <a:buChar char="§"/>
              <a:defRPr sz="1200" kern="1200">
                <a:solidFill>
                  <a:schemeClr val="tx1"/>
                </a:solidFill>
                <a:latin typeface="Calibri" panose="020F0502020204030204" pitchFamily="34" charset="0"/>
                <a:ea typeface="+mn-ea"/>
                <a:cs typeface="Calibri" panose="020F0502020204030204" pitchFamily="34" charset="0"/>
              </a:defRPr>
            </a:lvl3pPr>
            <a:lvl4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4pPr>
            <a:lvl5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5pPr>
            <a:lvl6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6pPr>
            <a:lvl7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7pPr>
            <a:lvl8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8pPr>
            <a:lvl9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9pPr>
          </a:lstStyle>
          <a:p>
            <a:pPr lvl="0" algn="ctr">
              <a:spcBef>
                <a:spcPct val="0"/>
              </a:spcBef>
              <a:spcAft>
                <a:spcPct val="0"/>
              </a:spcAft>
            </a:pPr>
            <a:fld id="{6C3E4E19-00F4-4A62-8BDE-603C0908AB64}" type="datetime'''J''''''u''''''''''ne'''' ''''c''l''''''''''os''i''ng'''">
              <a:rPr lang="en-US" altLang="en-US" smtClean="0">
                <a:solidFill>
                  <a:srgbClr val="262F3C"/>
                </a:solidFill>
              </a:rPr>
              <a:pPr lvl="0" algn="ctr">
                <a:spcBef>
                  <a:spcPct val="0"/>
                </a:spcBef>
                <a:spcAft>
                  <a:spcPct val="0"/>
                </a:spcAft>
              </a:pPr>
              <a:t>June closing</a:t>
            </a:fld>
            <a:endParaRPr kumimoji="0" lang="en-US" sz="1400" b="0" i="0" strike="noStrike" kern="1200" cap="none" spc="0" normalizeH="0" baseline="0" noProof="0" dirty="0">
              <a:ln>
                <a:noFill/>
              </a:ln>
              <a:solidFill>
                <a:srgbClr val="262F3C"/>
              </a:solidFill>
              <a:effectLst/>
              <a:uLnTx/>
              <a:uFillTx/>
            </a:endParaRPr>
          </a:p>
        </p:txBody>
      </p:sp>
      <p:sp>
        <p:nvSpPr>
          <p:cNvPr id="137" name="Text Placeholder 2">
            <a:extLst>
              <a:ext uri="{FF2B5EF4-FFF2-40B4-BE49-F238E27FC236}">
                <a16:creationId xmlns:a16="http://schemas.microsoft.com/office/drawing/2014/main" id="{475D414F-15E8-C760-747B-7A4E870E363E}"/>
              </a:ext>
            </a:extLst>
          </p:cNvPr>
          <p:cNvSpPr>
            <a:spLocks noGrp="1"/>
          </p:cNvSpPr>
          <p:nvPr>
            <p:custDataLst>
              <p:tags r:id="rId35"/>
            </p:custDataLst>
          </p:nvPr>
        </p:nvSpPr>
        <p:spPr bwMode="gray">
          <a:xfrm>
            <a:off x="4410075" y="2022475"/>
            <a:ext cx="141288" cy="212725"/>
          </a:xfrm>
          <a:prstGeom prst="rect">
            <a:avLst/>
          </a:prstGeom>
          <a:solidFill>
            <a:schemeClr val="accent1"/>
          </a:solidFill>
          <a:ln>
            <a:noFill/>
          </a:ln>
          <a:effectLst/>
        </p:spPr>
        <p:txBody>
          <a:bodyPr vert="horz" wrap="none" lIns="25400" tIns="0" rIns="25400" bIns="0" numCol="1" spcCol="0" rtlCol="0" anchor="ctr" anchorCtr="0">
            <a:noAutofit/>
          </a:bodyPr>
          <a:lstStyle>
            <a:lvl1pPr marL="0" indent="0" algn="l" defTabSz="914126" rtl="0" eaLnBrk="1" latinLnBrk="0" hangingPunct="1">
              <a:lnSpc>
                <a:spcPct val="100000"/>
              </a:lnSpc>
              <a:spcBef>
                <a:spcPts val="600"/>
              </a:spcBef>
              <a:buFont typeface="Arial" panose="020B0604020202020204" pitchFamily="34" charset="0"/>
              <a:buNone/>
              <a:defRPr sz="1400" kern="1200">
                <a:solidFill>
                  <a:schemeClr val="tx1"/>
                </a:solidFill>
                <a:latin typeface="Calibri" panose="020F0502020204030204" pitchFamily="34" charset="0"/>
                <a:ea typeface="+mn-ea"/>
                <a:cs typeface="Calibri" panose="020F0502020204030204" pitchFamily="34" charset="0"/>
              </a:defRPr>
            </a:lvl1pPr>
            <a:lvl2pPr marL="216000" indent="-216000" algn="l" defTabSz="914126"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Calibri" panose="020F0502020204030204" pitchFamily="34" charset="0"/>
                <a:ea typeface="+mn-ea"/>
                <a:cs typeface="Calibri" panose="020F0502020204030204" pitchFamily="34" charset="0"/>
              </a:defRPr>
            </a:lvl2pPr>
            <a:lvl3pPr marL="432000" indent="-216000" algn="l" defTabSz="914126" rtl="0" eaLnBrk="1" latinLnBrk="0" hangingPunct="1">
              <a:lnSpc>
                <a:spcPct val="100000"/>
              </a:lnSpc>
              <a:spcBef>
                <a:spcPts val="600"/>
              </a:spcBef>
              <a:buClr>
                <a:schemeClr val="tx1"/>
              </a:buClr>
              <a:buFont typeface="Wingdings" panose="05000000000000000000" pitchFamily="2" charset="2"/>
              <a:buChar char="§"/>
              <a:defRPr sz="1200" kern="1200">
                <a:solidFill>
                  <a:schemeClr val="tx1"/>
                </a:solidFill>
                <a:latin typeface="Calibri" panose="020F0502020204030204" pitchFamily="34" charset="0"/>
                <a:ea typeface="+mn-ea"/>
                <a:cs typeface="Calibri" panose="020F0502020204030204" pitchFamily="34" charset="0"/>
              </a:defRPr>
            </a:lvl3pPr>
            <a:lvl4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4pPr>
            <a:lvl5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5pPr>
            <a:lvl6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6pPr>
            <a:lvl7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7pPr>
            <a:lvl8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8pPr>
            <a:lvl9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9pPr>
          </a:lstStyle>
          <a:p>
            <a:pPr algn="ctr">
              <a:spcBef>
                <a:spcPct val="0"/>
              </a:spcBef>
              <a:spcAft>
                <a:spcPct val="0"/>
              </a:spcAft>
            </a:pPr>
            <a:fld id="{C3E53075-CE4E-4003-B4F4-AB296FA9F7E0}" type="datetime'''''''''''''''''''2'''''''''''''''''''''''''''''''''">
              <a:rPr lang="en-US" altLang="en-US" smtClean="0">
                <a:solidFill>
                  <a:schemeClr val="bg1"/>
                </a:solidFill>
                <a:effectLst/>
              </a:rPr>
              <a:pPr/>
              <a:t>2</a:t>
            </a:fld>
            <a:endParaRPr lang="en-US" dirty="0">
              <a:solidFill>
                <a:schemeClr val="bg1"/>
              </a:solidFill>
            </a:endParaRPr>
          </a:p>
        </p:txBody>
      </p:sp>
      <p:sp>
        <p:nvSpPr>
          <p:cNvPr id="121" name="Text Placeholder 2">
            <a:extLst>
              <a:ext uri="{FF2B5EF4-FFF2-40B4-BE49-F238E27FC236}">
                <a16:creationId xmlns:a16="http://schemas.microsoft.com/office/drawing/2014/main" id="{7EAE0E0F-9EF9-BF99-0C5B-562C908C6323}"/>
              </a:ext>
            </a:extLst>
          </p:cNvPr>
          <p:cNvSpPr>
            <a:spLocks noGrp="1"/>
          </p:cNvSpPr>
          <p:nvPr>
            <p:custDataLst>
              <p:tags r:id="rId36"/>
            </p:custDataLst>
          </p:nvPr>
        </p:nvSpPr>
        <p:spPr bwMode="auto">
          <a:xfrm>
            <a:off x="4325938" y="3698875"/>
            <a:ext cx="30797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numCol="1" spcCol="0" rtlCol="0" anchor="t" anchorCtr="0">
            <a:noAutofit/>
          </a:bodyPr>
          <a:lstStyle>
            <a:lvl1pPr marL="0" indent="0" algn="l" defTabSz="914126" rtl="0" eaLnBrk="1" latinLnBrk="0" hangingPunct="1">
              <a:lnSpc>
                <a:spcPct val="100000"/>
              </a:lnSpc>
              <a:spcBef>
                <a:spcPts val="600"/>
              </a:spcBef>
              <a:buFont typeface="Arial" panose="020B0604020202020204" pitchFamily="34" charset="0"/>
              <a:buNone/>
              <a:defRPr sz="1400" kern="1200">
                <a:solidFill>
                  <a:schemeClr val="tx1"/>
                </a:solidFill>
                <a:latin typeface="Calibri" panose="020F0502020204030204" pitchFamily="34" charset="0"/>
                <a:ea typeface="+mn-ea"/>
                <a:cs typeface="Calibri" panose="020F0502020204030204" pitchFamily="34" charset="0"/>
              </a:defRPr>
            </a:lvl1pPr>
            <a:lvl2pPr marL="216000" indent="-216000" algn="l" defTabSz="914126"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Calibri" panose="020F0502020204030204" pitchFamily="34" charset="0"/>
                <a:ea typeface="+mn-ea"/>
                <a:cs typeface="Calibri" panose="020F0502020204030204" pitchFamily="34" charset="0"/>
              </a:defRPr>
            </a:lvl2pPr>
            <a:lvl3pPr marL="432000" indent="-216000" algn="l" defTabSz="914126" rtl="0" eaLnBrk="1" latinLnBrk="0" hangingPunct="1">
              <a:lnSpc>
                <a:spcPct val="100000"/>
              </a:lnSpc>
              <a:spcBef>
                <a:spcPts val="600"/>
              </a:spcBef>
              <a:buClr>
                <a:schemeClr val="tx1"/>
              </a:buClr>
              <a:buFont typeface="Wingdings" panose="05000000000000000000" pitchFamily="2" charset="2"/>
              <a:buChar char="§"/>
              <a:defRPr sz="1200" kern="1200">
                <a:solidFill>
                  <a:schemeClr val="tx1"/>
                </a:solidFill>
                <a:latin typeface="Calibri" panose="020F0502020204030204" pitchFamily="34" charset="0"/>
                <a:ea typeface="+mn-ea"/>
                <a:cs typeface="Calibri" panose="020F0502020204030204" pitchFamily="34" charset="0"/>
              </a:defRPr>
            </a:lvl3pPr>
            <a:lvl4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4pPr>
            <a:lvl5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5pPr>
            <a:lvl6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6pPr>
            <a:lvl7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7pPr>
            <a:lvl8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8pPr>
            <a:lvl9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9pPr>
          </a:lstStyle>
          <a:p>
            <a:pPr lvl="0" algn="ctr">
              <a:spcBef>
                <a:spcPct val="0"/>
              </a:spcBef>
              <a:spcAft>
                <a:spcPct val="0"/>
              </a:spcAft>
            </a:pPr>
            <a:fld id="{A4C42BE1-5364-4A67-8231-29848FC68648}" type="datetime'''''''''W''''''''''''''''I''''''''''''''''''''''''''''P'''''''">
              <a:rPr lang="en-US" altLang="en-US" smtClean="0">
                <a:solidFill>
                  <a:srgbClr val="262F3C"/>
                </a:solidFill>
              </a:rPr>
              <a:pPr/>
              <a:t>WIP</a:t>
            </a:fld>
            <a:endParaRPr kumimoji="0" lang="en-US" sz="1400" b="0" i="0" strike="noStrike" kern="1200" cap="none" spc="0" normalizeH="0" baseline="0" noProof="0" dirty="0">
              <a:ln>
                <a:noFill/>
              </a:ln>
              <a:solidFill>
                <a:srgbClr val="262F3C"/>
              </a:solidFill>
              <a:effectLst/>
              <a:uLnTx/>
              <a:uFillTx/>
            </a:endParaRPr>
          </a:p>
        </p:txBody>
      </p:sp>
      <p:sp>
        <p:nvSpPr>
          <p:cNvPr id="122" name="Text Placeholder 2">
            <a:extLst>
              <a:ext uri="{FF2B5EF4-FFF2-40B4-BE49-F238E27FC236}">
                <a16:creationId xmlns:a16="http://schemas.microsoft.com/office/drawing/2014/main" id="{6643864E-EEE7-9845-384C-CF9C629C00F9}"/>
              </a:ext>
            </a:extLst>
          </p:cNvPr>
          <p:cNvSpPr>
            <a:spLocks noGrp="1"/>
          </p:cNvSpPr>
          <p:nvPr>
            <p:custDataLst>
              <p:tags r:id="rId37"/>
            </p:custDataLst>
          </p:nvPr>
        </p:nvSpPr>
        <p:spPr bwMode="auto">
          <a:xfrm>
            <a:off x="5945188" y="3698875"/>
            <a:ext cx="204788"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numCol="1" spcCol="0" rtlCol="0" anchor="t" anchorCtr="0">
            <a:noAutofit/>
          </a:bodyPr>
          <a:lstStyle>
            <a:lvl1pPr marL="0" indent="0" algn="l" defTabSz="914126" rtl="0" eaLnBrk="1" latinLnBrk="0" hangingPunct="1">
              <a:lnSpc>
                <a:spcPct val="100000"/>
              </a:lnSpc>
              <a:spcBef>
                <a:spcPts val="600"/>
              </a:spcBef>
              <a:buFont typeface="Arial" panose="020B0604020202020204" pitchFamily="34" charset="0"/>
              <a:buNone/>
              <a:defRPr sz="1400" kern="1200">
                <a:solidFill>
                  <a:schemeClr val="tx1"/>
                </a:solidFill>
                <a:latin typeface="Calibri" panose="020F0502020204030204" pitchFamily="34" charset="0"/>
                <a:ea typeface="+mn-ea"/>
                <a:cs typeface="Calibri" panose="020F0502020204030204" pitchFamily="34" charset="0"/>
              </a:defRPr>
            </a:lvl1pPr>
            <a:lvl2pPr marL="216000" indent="-216000" algn="l" defTabSz="914126"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Calibri" panose="020F0502020204030204" pitchFamily="34" charset="0"/>
                <a:ea typeface="+mn-ea"/>
                <a:cs typeface="Calibri" panose="020F0502020204030204" pitchFamily="34" charset="0"/>
              </a:defRPr>
            </a:lvl2pPr>
            <a:lvl3pPr marL="432000" indent="-216000" algn="l" defTabSz="914126" rtl="0" eaLnBrk="1" latinLnBrk="0" hangingPunct="1">
              <a:lnSpc>
                <a:spcPct val="100000"/>
              </a:lnSpc>
              <a:spcBef>
                <a:spcPts val="600"/>
              </a:spcBef>
              <a:buClr>
                <a:schemeClr val="tx1"/>
              </a:buClr>
              <a:buFont typeface="Wingdings" panose="05000000000000000000" pitchFamily="2" charset="2"/>
              <a:buChar char="§"/>
              <a:defRPr sz="1200" kern="1200">
                <a:solidFill>
                  <a:schemeClr val="tx1"/>
                </a:solidFill>
                <a:latin typeface="Calibri" panose="020F0502020204030204" pitchFamily="34" charset="0"/>
                <a:ea typeface="+mn-ea"/>
                <a:cs typeface="Calibri" panose="020F0502020204030204" pitchFamily="34" charset="0"/>
              </a:defRPr>
            </a:lvl3pPr>
            <a:lvl4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4pPr>
            <a:lvl5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5pPr>
            <a:lvl6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6pPr>
            <a:lvl7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7pPr>
            <a:lvl8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8pPr>
            <a:lvl9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9pPr>
          </a:lstStyle>
          <a:p>
            <a:pPr lvl="0" algn="ctr">
              <a:spcBef>
                <a:spcPct val="0"/>
              </a:spcBef>
              <a:spcAft>
                <a:spcPct val="0"/>
              </a:spcAft>
            </a:pPr>
            <a:fld id="{63380B18-088D-45E7-934F-72316B6114B1}" type="datetime'''''''F''''''''''''''''''''G'''''''''">
              <a:rPr lang="en-US" altLang="en-US" smtClean="0">
                <a:solidFill>
                  <a:srgbClr val="262F3C"/>
                </a:solidFill>
              </a:rPr>
              <a:pPr/>
              <a:t>FG</a:t>
            </a:fld>
            <a:endParaRPr kumimoji="0" lang="en-US" sz="1400" b="0" i="0" strike="noStrike" kern="1200" cap="none" spc="0" normalizeH="0" baseline="0" noProof="0" dirty="0">
              <a:ln>
                <a:noFill/>
              </a:ln>
              <a:solidFill>
                <a:srgbClr val="262F3C"/>
              </a:solidFill>
              <a:effectLst/>
              <a:uLnTx/>
              <a:uFillTx/>
            </a:endParaRPr>
          </a:p>
        </p:txBody>
      </p:sp>
      <p:sp>
        <p:nvSpPr>
          <p:cNvPr id="174" name="Text Placeholder 2">
            <a:extLst>
              <a:ext uri="{FF2B5EF4-FFF2-40B4-BE49-F238E27FC236}">
                <a16:creationId xmlns:a16="http://schemas.microsoft.com/office/drawing/2014/main" id="{D2EFD829-81BD-52BF-D410-392F6CE7124C}"/>
              </a:ext>
            </a:extLst>
          </p:cNvPr>
          <p:cNvSpPr>
            <a:spLocks noGrp="1"/>
          </p:cNvSpPr>
          <p:nvPr>
            <p:custDataLst>
              <p:tags r:id="rId38"/>
            </p:custDataLst>
          </p:nvPr>
        </p:nvSpPr>
        <p:spPr bwMode="gray">
          <a:xfrm>
            <a:off x="7451725" y="2560638"/>
            <a:ext cx="32226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numCol="1" spcCol="0" rtlCol="0" anchor="ctr" anchorCtr="0">
            <a:noAutofit/>
          </a:bodyPr>
          <a:lstStyle>
            <a:lvl1pPr marL="0" indent="0" algn="l" defTabSz="914126" rtl="0" eaLnBrk="1" latinLnBrk="0" hangingPunct="1">
              <a:lnSpc>
                <a:spcPct val="100000"/>
              </a:lnSpc>
              <a:spcBef>
                <a:spcPts val="600"/>
              </a:spcBef>
              <a:buFont typeface="Arial" panose="020B0604020202020204" pitchFamily="34" charset="0"/>
              <a:buNone/>
              <a:defRPr sz="1400" kern="1200">
                <a:solidFill>
                  <a:schemeClr val="tx1"/>
                </a:solidFill>
                <a:latin typeface="Calibri" panose="020F0502020204030204" pitchFamily="34" charset="0"/>
                <a:ea typeface="+mn-ea"/>
                <a:cs typeface="Calibri" panose="020F0502020204030204" pitchFamily="34" charset="0"/>
              </a:defRPr>
            </a:lvl1pPr>
            <a:lvl2pPr marL="216000" indent="-216000" algn="l" defTabSz="914126"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Calibri" panose="020F0502020204030204" pitchFamily="34" charset="0"/>
                <a:ea typeface="+mn-ea"/>
                <a:cs typeface="Calibri" panose="020F0502020204030204" pitchFamily="34" charset="0"/>
              </a:defRPr>
            </a:lvl2pPr>
            <a:lvl3pPr marL="432000" indent="-216000" algn="l" defTabSz="914126" rtl="0" eaLnBrk="1" latinLnBrk="0" hangingPunct="1">
              <a:lnSpc>
                <a:spcPct val="100000"/>
              </a:lnSpc>
              <a:spcBef>
                <a:spcPts val="600"/>
              </a:spcBef>
              <a:buClr>
                <a:schemeClr val="tx1"/>
              </a:buClr>
              <a:buFont typeface="Wingdings" panose="05000000000000000000" pitchFamily="2" charset="2"/>
              <a:buChar char="§"/>
              <a:defRPr sz="1200" kern="1200">
                <a:solidFill>
                  <a:schemeClr val="tx1"/>
                </a:solidFill>
                <a:latin typeface="Calibri" panose="020F0502020204030204" pitchFamily="34" charset="0"/>
                <a:ea typeface="+mn-ea"/>
                <a:cs typeface="Calibri" panose="020F0502020204030204" pitchFamily="34" charset="0"/>
              </a:defRPr>
            </a:lvl3pPr>
            <a:lvl4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4pPr>
            <a:lvl5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5pPr>
            <a:lvl6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6pPr>
            <a:lvl7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7pPr>
            <a:lvl8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8pPr>
            <a:lvl9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9pPr>
          </a:lstStyle>
          <a:p>
            <a:pPr algn="ctr">
              <a:spcBef>
                <a:spcPct val="0"/>
              </a:spcBef>
              <a:spcAft>
                <a:spcPct val="0"/>
              </a:spcAft>
            </a:pPr>
            <a:fld id="{21469434-702F-4509-A450-BC00892A93F0}" type="datetime'''''6''''''''''''''''''''''''''''''''''''''7''''''''''4'''''''">
              <a:rPr lang="en-US" altLang="en-US" smtClean="0">
                <a:solidFill>
                  <a:schemeClr val="bg1"/>
                </a:solidFill>
                <a:effectLst/>
              </a:rPr>
              <a:pPr algn="ctr">
                <a:spcBef>
                  <a:spcPct val="0"/>
                </a:spcBef>
                <a:spcAft>
                  <a:spcPct val="0"/>
                </a:spcAft>
              </a:pPr>
              <a:t>674</a:t>
            </a:fld>
            <a:endParaRPr lang="en-US" dirty="0">
              <a:solidFill>
                <a:schemeClr val="bg1"/>
              </a:solidFill>
            </a:endParaRPr>
          </a:p>
        </p:txBody>
      </p:sp>
      <p:sp>
        <p:nvSpPr>
          <p:cNvPr id="123" name="Text Placeholder 2">
            <a:extLst>
              <a:ext uri="{FF2B5EF4-FFF2-40B4-BE49-F238E27FC236}">
                <a16:creationId xmlns:a16="http://schemas.microsoft.com/office/drawing/2014/main" id="{3061A9A4-40F5-ACB1-1D31-7A4F163C7F56}"/>
              </a:ext>
            </a:extLst>
          </p:cNvPr>
          <p:cNvSpPr>
            <a:spLocks noGrp="1"/>
          </p:cNvSpPr>
          <p:nvPr>
            <p:custDataLst>
              <p:tags r:id="rId39"/>
            </p:custDataLst>
          </p:nvPr>
        </p:nvSpPr>
        <p:spPr bwMode="auto">
          <a:xfrm>
            <a:off x="7346950" y="3698875"/>
            <a:ext cx="5318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numCol="1" spcCol="0" rtlCol="0" anchor="t" anchorCtr="0">
            <a:noAutofit/>
          </a:bodyPr>
          <a:lstStyle>
            <a:lvl1pPr marL="0" indent="0" algn="l" defTabSz="914126" rtl="0" eaLnBrk="1" latinLnBrk="0" hangingPunct="1">
              <a:lnSpc>
                <a:spcPct val="100000"/>
              </a:lnSpc>
              <a:spcBef>
                <a:spcPts val="600"/>
              </a:spcBef>
              <a:buFont typeface="Arial" panose="020B0604020202020204" pitchFamily="34" charset="0"/>
              <a:buNone/>
              <a:defRPr sz="1400" kern="1200">
                <a:solidFill>
                  <a:schemeClr val="tx1"/>
                </a:solidFill>
                <a:latin typeface="Calibri" panose="020F0502020204030204" pitchFamily="34" charset="0"/>
                <a:ea typeface="+mn-ea"/>
                <a:cs typeface="Calibri" panose="020F0502020204030204" pitchFamily="34" charset="0"/>
              </a:defRPr>
            </a:lvl1pPr>
            <a:lvl2pPr marL="216000" indent="-216000" algn="l" defTabSz="914126"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Calibri" panose="020F0502020204030204" pitchFamily="34" charset="0"/>
                <a:ea typeface="+mn-ea"/>
                <a:cs typeface="Calibri" panose="020F0502020204030204" pitchFamily="34" charset="0"/>
              </a:defRPr>
            </a:lvl2pPr>
            <a:lvl3pPr marL="432000" indent="-216000" algn="l" defTabSz="914126" rtl="0" eaLnBrk="1" latinLnBrk="0" hangingPunct="1">
              <a:lnSpc>
                <a:spcPct val="100000"/>
              </a:lnSpc>
              <a:spcBef>
                <a:spcPts val="600"/>
              </a:spcBef>
              <a:buClr>
                <a:schemeClr val="tx1"/>
              </a:buClr>
              <a:buFont typeface="Wingdings" panose="05000000000000000000" pitchFamily="2" charset="2"/>
              <a:buChar char="§"/>
              <a:defRPr sz="1200" kern="1200">
                <a:solidFill>
                  <a:schemeClr val="tx1"/>
                </a:solidFill>
                <a:latin typeface="Calibri" panose="020F0502020204030204" pitchFamily="34" charset="0"/>
                <a:ea typeface="+mn-ea"/>
                <a:cs typeface="Calibri" panose="020F0502020204030204" pitchFamily="34" charset="0"/>
              </a:defRPr>
            </a:lvl3pPr>
            <a:lvl4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4pPr>
            <a:lvl5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5pPr>
            <a:lvl6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6pPr>
            <a:lvl7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7pPr>
            <a:lvl8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8pPr>
            <a:lvl9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9pPr>
          </a:lstStyle>
          <a:p>
            <a:pPr lvl="0" algn="ctr">
              <a:spcBef>
                <a:spcPct val="0"/>
              </a:spcBef>
              <a:spcAft>
                <a:spcPct val="0"/>
              </a:spcAft>
            </a:pPr>
            <a:fld id="{6105C58C-A741-4E8F-B07C-CFA96026C8EE}" type="datetime'''''''''''''C''''l''''os''''''''i''''ng'''">
              <a:rPr lang="en-US" altLang="en-US" smtClean="0">
                <a:solidFill>
                  <a:srgbClr val="262F3C"/>
                </a:solidFill>
              </a:rPr>
              <a:pPr/>
              <a:t>Closing</a:t>
            </a:fld>
            <a:endParaRPr kumimoji="0" lang="en-US" sz="1400" b="0" i="0" strike="noStrike" kern="1200" cap="none" spc="0" normalizeH="0" baseline="0" noProof="0" dirty="0">
              <a:ln>
                <a:noFill/>
              </a:ln>
              <a:solidFill>
                <a:srgbClr val="262F3C"/>
              </a:solidFill>
              <a:effectLst/>
              <a:uLnTx/>
              <a:uFillTx/>
            </a:endParaRPr>
          </a:p>
        </p:txBody>
      </p:sp>
      <p:sp>
        <p:nvSpPr>
          <p:cNvPr id="172" name="Text Placeholder 2">
            <a:extLst>
              <a:ext uri="{FF2B5EF4-FFF2-40B4-BE49-F238E27FC236}">
                <a16:creationId xmlns:a16="http://schemas.microsoft.com/office/drawing/2014/main" id="{C7CF2C63-7EBD-79BF-9F3D-6F9988B66A67}"/>
              </a:ext>
            </a:extLst>
          </p:cNvPr>
          <p:cNvSpPr>
            <a:spLocks noGrp="1"/>
          </p:cNvSpPr>
          <p:nvPr>
            <p:custDataLst>
              <p:tags r:id="rId40"/>
            </p:custDataLst>
          </p:nvPr>
        </p:nvSpPr>
        <p:spPr bwMode="gray">
          <a:xfrm>
            <a:off x="1189038" y="3025775"/>
            <a:ext cx="32226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numCol="1" spcCol="0" rtlCol="0" anchor="b" anchorCtr="0">
            <a:noAutofit/>
          </a:bodyPr>
          <a:lstStyle>
            <a:lvl1pPr marL="0" indent="0" algn="l" defTabSz="914126" rtl="0" eaLnBrk="1" latinLnBrk="0" hangingPunct="1">
              <a:lnSpc>
                <a:spcPct val="100000"/>
              </a:lnSpc>
              <a:spcBef>
                <a:spcPts val="600"/>
              </a:spcBef>
              <a:buFont typeface="Arial" panose="020B0604020202020204" pitchFamily="34" charset="0"/>
              <a:buNone/>
              <a:defRPr sz="1400" kern="1200">
                <a:solidFill>
                  <a:schemeClr val="tx1"/>
                </a:solidFill>
                <a:latin typeface="Calibri" panose="020F0502020204030204" pitchFamily="34" charset="0"/>
                <a:ea typeface="+mn-ea"/>
                <a:cs typeface="Calibri" panose="020F0502020204030204" pitchFamily="34" charset="0"/>
              </a:defRPr>
            </a:lvl1pPr>
            <a:lvl2pPr marL="216000" indent="-216000" algn="l" defTabSz="914126"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Calibri" panose="020F0502020204030204" pitchFamily="34" charset="0"/>
                <a:ea typeface="+mn-ea"/>
                <a:cs typeface="Calibri" panose="020F0502020204030204" pitchFamily="34" charset="0"/>
              </a:defRPr>
            </a:lvl2pPr>
            <a:lvl3pPr marL="432000" indent="-216000" algn="l" defTabSz="914126" rtl="0" eaLnBrk="1" latinLnBrk="0" hangingPunct="1">
              <a:lnSpc>
                <a:spcPct val="100000"/>
              </a:lnSpc>
              <a:spcBef>
                <a:spcPts val="600"/>
              </a:spcBef>
              <a:buClr>
                <a:schemeClr val="tx1"/>
              </a:buClr>
              <a:buFont typeface="Wingdings" panose="05000000000000000000" pitchFamily="2" charset="2"/>
              <a:buChar char="§"/>
              <a:defRPr sz="1200" kern="1200">
                <a:solidFill>
                  <a:schemeClr val="tx1"/>
                </a:solidFill>
                <a:latin typeface="Calibri" panose="020F0502020204030204" pitchFamily="34" charset="0"/>
                <a:ea typeface="+mn-ea"/>
                <a:cs typeface="Calibri" panose="020F0502020204030204" pitchFamily="34" charset="0"/>
              </a:defRPr>
            </a:lvl3pPr>
            <a:lvl4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4pPr>
            <a:lvl5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5pPr>
            <a:lvl6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6pPr>
            <a:lvl7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7pPr>
            <a:lvl8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8pPr>
            <a:lvl9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9pPr>
          </a:lstStyle>
          <a:p>
            <a:pPr algn="ctr">
              <a:spcBef>
                <a:spcPct val="0"/>
              </a:spcBef>
              <a:spcAft>
                <a:spcPct val="0"/>
              </a:spcAft>
            </a:pPr>
            <a:fld id="{538DB983-82A8-4C65-9AFD-B80E8C097D73}" type="datetime'''''''''''''''''6''''''''''''''''''''''''0''''''''''''5'''''">
              <a:rPr lang="en-US" altLang="en-US" smtClean="0">
                <a:solidFill>
                  <a:srgbClr val="262F3C"/>
                </a:solidFill>
                <a:effectLst/>
              </a:rPr>
              <a:pPr algn="ctr">
                <a:spcBef>
                  <a:spcPct val="0"/>
                </a:spcBef>
                <a:spcAft>
                  <a:spcPct val="0"/>
                </a:spcAft>
              </a:pPr>
              <a:t>605</a:t>
            </a:fld>
            <a:endParaRPr lang="en-US" dirty="0">
              <a:solidFill>
                <a:srgbClr val="262F3C"/>
              </a:solidFill>
            </a:endParaRPr>
          </a:p>
        </p:txBody>
      </p:sp>
    </p:spTree>
    <p:extLst>
      <p:ext uri="{BB962C8B-B14F-4D97-AF65-F5344CB8AC3E}">
        <p14:creationId xmlns:p14="http://schemas.microsoft.com/office/powerpoint/2010/main" val="158183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BA5B90E0-5258-1B97-677E-D42E7C78D678}"/>
              </a:ext>
            </a:extLst>
          </p:cNvPr>
          <p:cNvGraphicFramePr>
            <a:graphicFrameLocks noChangeAspect="1"/>
          </p:cNvGraphicFramePr>
          <p:nvPr>
            <p:custDataLst>
              <p:tags r:id="rId1"/>
            </p:custDataLst>
            <p:extLst>
              <p:ext uri="{D42A27DB-BD31-4B8C-83A1-F6EECF244321}">
                <p14:modId xmlns:p14="http://schemas.microsoft.com/office/powerpoint/2010/main" val="4308393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426" imgH="428" progId="TCLayout.ActiveDocument.1">
                  <p:embed/>
                </p:oleObj>
              </mc:Choice>
              <mc:Fallback>
                <p:oleObj name="think-cell Slide" r:id="rId13" imgW="426" imgH="428" progId="TCLayout.ActiveDocument.1">
                  <p:embed/>
                  <p:pic>
                    <p:nvPicPr>
                      <p:cNvPr id="6" name="Object 5" hidden="1">
                        <a:extLst>
                          <a:ext uri="{FF2B5EF4-FFF2-40B4-BE49-F238E27FC236}">
                            <a16:creationId xmlns:a16="http://schemas.microsoft.com/office/drawing/2014/main" id="{BA5B90E0-5258-1B97-677E-D42E7C78D678}"/>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E4CBA9F6-4BD1-DE34-0978-F6525758B928}"/>
              </a:ext>
            </a:extLst>
          </p:cNvPr>
          <p:cNvSpPr>
            <a:spLocks noGrp="1"/>
          </p:cNvSpPr>
          <p:nvPr>
            <p:ph type="body" sz="quarter" idx="14"/>
          </p:nvPr>
        </p:nvSpPr>
        <p:spPr/>
        <p:txBody>
          <a:bodyPr/>
          <a:lstStyle/>
          <a:p>
            <a:endParaRPr lang="LID4096"/>
          </a:p>
        </p:txBody>
      </p:sp>
      <p:sp>
        <p:nvSpPr>
          <p:cNvPr id="3" name="Text Placeholder 2">
            <a:extLst>
              <a:ext uri="{FF2B5EF4-FFF2-40B4-BE49-F238E27FC236}">
                <a16:creationId xmlns:a16="http://schemas.microsoft.com/office/drawing/2014/main" id="{1CB77D48-37B7-2D6D-848A-85609C277995}"/>
              </a:ext>
            </a:extLst>
          </p:cNvPr>
          <p:cNvSpPr>
            <a:spLocks noGrp="1"/>
          </p:cNvSpPr>
          <p:nvPr>
            <p:ph type="body" sz="quarter" idx="15"/>
          </p:nvPr>
        </p:nvSpPr>
        <p:spPr/>
        <p:txBody>
          <a:bodyPr/>
          <a:lstStyle/>
          <a:p>
            <a:endParaRPr lang="LID4096"/>
          </a:p>
        </p:txBody>
      </p:sp>
      <p:sp>
        <p:nvSpPr>
          <p:cNvPr id="4" name="Title 3">
            <a:extLst>
              <a:ext uri="{FF2B5EF4-FFF2-40B4-BE49-F238E27FC236}">
                <a16:creationId xmlns:a16="http://schemas.microsoft.com/office/drawing/2014/main" id="{7FE32604-8AC1-42B4-EA42-AB1B504626FF}"/>
              </a:ext>
            </a:extLst>
          </p:cNvPr>
          <p:cNvSpPr>
            <a:spLocks noGrp="1"/>
          </p:cNvSpPr>
          <p:nvPr>
            <p:ph type="title"/>
          </p:nvPr>
        </p:nvSpPr>
        <p:spPr/>
        <p:txBody>
          <a:bodyPr vert="horz"/>
          <a:lstStyle/>
          <a:p>
            <a:r>
              <a:rPr lang="en-GB" dirty="0"/>
              <a:t>Inventory projection details – Based on ICP planning (Deviation in sales still having an impact on RM planning)</a:t>
            </a:r>
            <a:br>
              <a:rPr lang="en-GB" dirty="0"/>
            </a:br>
            <a:r>
              <a:rPr lang="en-GB" sz="1600" b="0" i="1" dirty="0"/>
              <a:t>Owner: Amit Chandak / Rajeev Saxena</a:t>
            </a:r>
            <a:endParaRPr lang="LID4096" b="0" i="1" dirty="0"/>
          </a:p>
        </p:txBody>
      </p:sp>
      <p:sp>
        <p:nvSpPr>
          <p:cNvPr id="5" name="Slide Number Placeholder 4">
            <a:extLst>
              <a:ext uri="{FF2B5EF4-FFF2-40B4-BE49-F238E27FC236}">
                <a16:creationId xmlns:a16="http://schemas.microsoft.com/office/drawing/2014/main" id="{1B523312-1EE1-9BD9-4E99-AEA96A261A2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6AA3846-8976-4D24-8224-CEE1235CE9F4}" type="slidenum">
              <a:rPr kumimoji="0" lang="en-US" sz="800" b="0" i="0" u="none" strike="noStrike" kern="1200" cap="none" spc="0" normalizeH="0" baseline="0" noProof="0" smtClean="0">
                <a:ln>
                  <a:noFill/>
                </a:ln>
                <a:solidFill>
                  <a:srgbClr val="262F3C"/>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800" b="0" i="0" u="none" strike="noStrike" kern="1200" cap="none" spc="0" normalizeH="0" baseline="0" noProof="0" dirty="0">
              <a:ln>
                <a:noFill/>
              </a:ln>
              <a:solidFill>
                <a:srgbClr val="262F3C"/>
              </a:solidFill>
              <a:effectLst/>
              <a:uLnTx/>
              <a:uFillTx/>
              <a:latin typeface="Arial"/>
              <a:ea typeface="+mn-ea"/>
              <a:cs typeface="+mn-cs"/>
            </a:endParaRPr>
          </a:p>
        </p:txBody>
      </p:sp>
      <p:cxnSp>
        <p:nvCxnSpPr>
          <p:cNvPr id="11" name="Straight Connector 10">
            <a:extLst>
              <a:ext uri="{FF2B5EF4-FFF2-40B4-BE49-F238E27FC236}">
                <a16:creationId xmlns:a16="http://schemas.microsoft.com/office/drawing/2014/main" id="{4E5AD35B-0F25-39EB-7034-D3A4C4863F03}"/>
              </a:ext>
            </a:extLst>
          </p:cNvPr>
          <p:cNvCxnSpPr>
            <a:cxnSpLocks/>
          </p:cNvCxnSpPr>
          <p:nvPr/>
        </p:nvCxnSpPr>
        <p:spPr>
          <a:xfrm>
            <a:off x="8946911" y="1474222"/>
            <a:ext cx="0" cy="494400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9EB8E8FE-A4CF-DA66-FB16-A81D45516CE3}"/>
              </a:ext>
            </a:extLst>
          </p:cNvPr>
          <p:cNvGrpSpPr/>
          <p:nvPr/>
        </p:nvGrpSpPr>
        <p:grpSpPr>
          <a:xfrm>
            <a:off x="9179097" y="1283695"/>
            <a:ext cx="2684971" cy="5083295"/>
            <a:chOff x="7278392" y="1158970"/>
            <a:chExt cx="1790029" cy="3812483"/>
          </a:xfrm>
        </p:grpSpPr>
        <p:sp>
          <p:nvSpPr>
            <p:cNvPr id="13" name="TextBox 12">
              <a:extLst>
                <a:ext uri="{FF2B5EF4-FFF2-40B4-BE49-F238E27FC236}">
                  <a16:creationId xmlns:a16="http://schemas.microsoft.com/office/drawing/2014/main" id="{F154A84F-1920-1320-400F-D9F73E1F4E4C}"/>
                </a:ext>
              </a:extLst>
            </p:cNvPr>
            <p:cNvSpPr txBox="1">
              <a:spLocks/>
            </p:cNvSpPr>
            <p:nvPr/>
          </p:nvSpPr>
          <p:spPr>
            <a:xfrm>
              <a:off x="7278392" y="1158970"/>
              <a:ext cx="1589027" cy="123111"/>
            </a:xfrm>
            <a:prstGeom prst="rect">
              <a:avLst/>
            </a:prstGeom>
          </p:spPr>
          <p:txBody>
            <a:bodyPr vert="horz" wrap="square" lIns="0" tIns="0" rIns="0" bIns="0" rtlCol="0" anchor="b">
              <a:noAutofit/>
            </a:bodyPr>
            <a:lstStyle>
              <a:lvl1pPr lvl="0" indent="0">
                <a:lnSpc>
                  <a:spcPct val="80000"/>
                </a:lnSpc>
                <a:spcBef>
                  <a:spcPts val="600"/>
                </a:spcBef>
                <a:spcAft>
                  <a:spcPts val="200"/>
                </a:spcAft>
                <a:buClr>
                  <a:schemeClr val="accent1"/>
                </a:buClr>
                <a:buFont typeface="Arial" pitchFamily="34" charset="0"/>
                <a:buNone/>
                <a:defRPr sz="1400" b="0"/>
              </a:lvl1pPr>
              <a:lvl2pPr marL="180000" lvl="1" indent="-180000">
                <a:lnSpc>
                  <a:spcPct val="80000"/>
                </a:lnSpc>
                <a:spcBef>
                  <a:spcPts val="600"/>
                </a:spcBef>
                <a:spcAft>
                  <a:spcPts val="200"/>
                </a:spcAft>
                <a:buClr>
                  <a:schemeClr val="accent1"/>
                </a:buClr>
                <a:buFontTx/>
                <a:buBlip>
                  <a:blip r:embed="rId15"/>
                </a:buBlip>
                <a:defRPr sz="1400"/>
              </a:lvl2pPr>
              <a:lvl3pPr marL="360000" lvl="2" indent="-180000">
                <a:lnSpc>
                  <a:spcPct val="80000"/>
                </a:lnSpc>
                <a:spcBef>
                  <a:spcPts val="200"/>
                </a:spcBef>
                <a:spcAft>
                  <a:spcPts val="200"/>
                </a:spcAft>
                <a:buClr>
                  <a:schemeClr val="accent1"/>
                </a:buClr>
                <a:buFont typeface="Arial" pitchFamily="34" charset="0"/>
                <a:buChar char="–"/>
                <a:defRPr sz="1400"/>
              </a:lvl3pPr>
              <a:lvl4pPr marL="539750" lvl="3" indent="-180000">
                <a:lnSpc>
                  <a:spcPct val="80000"/>
                </a:lnSpc>
                <a:spcBef>
                  <a:spcPts val="200"/>
                </a:spcBef>
                <a:spcAft>
                  <a:spcPts val="200"/>
                </a:spcAft>
                <a:buClr>
                  <a:schemeClr val="accent1"/>
                </a:buClr>
                <a:buFont typeface="Arial" pitchFamily="34" charset="0"/>
                <a:buChar char="–"/>
                <a:defRPr sz="1400"/>
              </a:lvl4pPr>
              <a:lvl5pPr marL="720000" lvl="4" indent="-180000">
                <a:lnSpc>
                  <a:spcPct val="80000"/>
                </a:lnSpc>
                <a:spcBef>
                  <a:spcPts val="200"/>
                </a:spcBef>
                <a:spcAft>
                  <a:spcPts val="200"/>
                </a:spcAft>
                <a:buClr>
                  <a:schemeClr val="accent1"/>
                </a:buClr>
                <a:buFont typeface="Arial" pitchFamily="34" charset="0"/>
                <a:buChar char="–"/>
                <a:defRPr sz="14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marL="0" marR="0" lvl="0" indent="0" algn="just" defTabSz="1219170" rtl="0" eaLnBrk="1" fontAlgn="auto" latinLnBrk="0" hangingPunct="1">
                <a:lnSpc>
                  <a:spcPct val="100000"/>
                </a:lnSpc>
                <a:spcBef>
                  <a:spcPts val="800"/>
                </a:spcBef>
                <a:spcAft>
                  <a:spcPts val="267"/>
                </a:spcAft>
                <a:buClr>
                  <a:srgbClr val="005192"/>
                </a:buClr>
                <a:buSzTx/>
                <a:buFont typeface="Arial" pitchFamily="34" charset="0"/>
                <a:buNone/>
                <a:tabLst/>
                <a:defRPr/>
              </a:pPr>
              <a:r>
                <a:rPr kumimoji="0" lang="en-US" sz="1200" b="1" i="0" u="none" strike="noStrike" kern="1200" cap="none" spc="0" normalizeH="0" baseline="0" noProof="0" dirty="0">
                  <a:ln>
                    <a:noFill/>
                  </a:ln>
                  <a:solidFill>
                    <a:srgbClr val="005192"/>
                  </a:solidFill>
                  <a:effectLst/>
                  <a:uLnTx/>
                  <a:uFillTx/>
                  <a:latin typeface="Arial"/>
                  <a:ea typeface="+mn-ea"/>
                  <a:cs typeface="+mn-cs"/>
                </a:rPr>
                <a:t>Key comments</a:t>
              </a:r>
            </a:p>
          </p:txBody>
        </p:sp>
        <p:cxnSp>
          <p:nvCxnSpPr>
            <p:cNvPr id="14" name="Straight Connector 13">
              <a:extLst>
                <a:ext uri="{FF2B5EF4-FFF2-40B4-BE49-F238E27FC236}">
                  <a16:creationId xmlns:a16="http://schemas.microsoft.com/office/drawing/2014/main" id="{18CC64D7-4CB8-A655-C652-B81A1AC3FD62}"/>
                </a:ext>
              </a:extLst>
            </p:cNvPr>
            <p:cNvCxnSpPr>
              <a:cxnSpLocks/>
            </p:cNvCxnSpPr>
            <p:nvPr/>
          </p:nvCxnSpPr>
          <p:spPr>
            <a:xfrm>
              <a:off x="7278392" y="1301866"/>
              <a:ext cx="1589027"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5AF4DA66-241C-E8A1-AC6C-FE975CA8A73E}"/>
                </a:ext>
              </a:extLst>
            </p:cNvPr>
            <p:cNvSpPr txBox="1">
              <a:spLocks/>
            </p:cNvSpPr>
            <p:nvPr/>
          </p:nvSpPr>
          <p:spPr>
            <a:xfrm>
              <a:off x="7281871" y="1420470"/>
              <a:ext cx="1786550" cy="3550983"/>
            </a:xfrm>
            <a:prstGeom prst="rect">
              <a:avLst/>
            </a:prstGeom>
          </p:spPr>
          <p:txBody>
            <a:bodyPr vert="horz" wrap="square" lIns="0" tIns="0" rIns="0" bIns="0" rtlCol="0" anchor="t" anchorCtr="0">
              <a:spAutoFit/>
            </a:bodyPr>
            <a:lstStyle>
              <a:lvl1pPr lvl="0" indent="0">
                <a:lnSpc>
                  <a:spcPct val="80000"/>
                </a:lnSpc>
                <a:spcBef>
                  <a:spcPts val="600"/>
                </a:spcBef>
                <a:spcAft>
                  <a:spcPts val="200"/>
                </a:spcAft>
                <a:buClr>
                  <a:schemeClr val="accent1"/>
                </a:buClr>
                <a:buFont typeface="Arial" pitchFamily="34" charset="0"/>
                <a:buNone/>
                <a:defRPr sz="1400" b="0"/>
              </a:lvl1pPr>
              <a:lvl2pPr marL="180000" lvl="1" indent="-180000">
                <a:lnSpc>
                  <a:spcPct val="80000"/>
                </a:lnSpc>
                <a:spcBef>
                  <a:spcPts val="600"/>
                </a:spcBef>
                <a:spcAft>
                  <a:spcPts val="200"/>
                </a:spcAft>
                <a:buClr>
                  <a:schemeClr val="accent1"/>
                </a:buClr>
                <a:buFontTx/>
                <a:buBlip>
                  <a:blip r:embed="rId15"/>
                </a:buBlip>
                <a:defRPr sz="1400"/>
              </a:lvl2pPr>
              <a:lvl3pPr marL="360000" lvl="2" indent="-180000">
                <a:lnSpc>
                  <a:spcPct val="80000"/>
                </a:lnSpc>
                <a:spcBef>
                  <a:spcPts val="200"/>
                </a:spcBef>
                <a:spcAft>
                  <a:spcPts val="200"/>
                </a:spcAft>
                <a:buClr>
                  <a:schemeClr val="accent1"/>
                </a:buClr>
                <a:buFont typeface="Arial" pitchFamily="34" charset="0"/>
                <a:buChar char="–"/>
                <a:defRPr sz="1400"/>
              </a:lvl3pPr>
              <a:lvl4pPr marL="539750" lvl="3" indent="-180000">
                <a:lnSpc>
                  <a:spcPct val="80000"/>
                </a:lnSpc>
                <a:spcBef>
                  <a:spcPts val="200"/>
                </a:spcBef>
                <a:spcAft>
                  <a:spcPts val="200"/>
                </a:spcAft>
                <a:buClr>
                  <a:schemeClr val="accent1"/>
                </a:buClr>
                <a:buFont typeface="Arial" pitchFamily="34" charset="0"/>
                <a:buChar char="–"/>
                <a:defRPr sz="1400"/>
              </a:lvl4pPr>
              <a:lvl5pPr marL="720000" lvl="4" indent="-180000">
                <a:lnSpc>
                  <a:spcPct val="80000"/>
                </a:lnSpc>
                <a:spcBef>
                  <a:spcPts val="200"/>
                </a:spcBef>
                <a:spcAft>
                  <a:spcPts val="200"/>
                </a:spcAft>
                <a:buClr>
                  <a:schemeClr val="accent1"/>
                </a:buClr>
                <a:buFont typeface="Arial" pitchFamily="34" charset="0"/>
                <a:buChar char="–"/>
                <a:defRPr sz="14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marL="0" marR="0" lvl="1" indent="0" algn="l" defTabSz="914400" rtl="0" eaLnBrk="1" fontAlgn="auto" latinLnBrk="0" hangingPunct="1">
                <a:lnSpc>
                  <a:spcPct val="100000"/>
                </a:lnSpc>
                <a:spcBef>
                  <a:spcPts val="600"/>
                </a:spcBef>
                <a:spcAft>
                  <a:spcPts val="0"/>
                </a:spcAft>
                <a:buClr>
                  <a:srgbClr val="333F50"/>
                </a:buClr>
                <a:buSzTx/>
                <a:buFontTx/>
                <a:buNone/>
                <a:tabLst/>
                <a:defRPr/>
              </a:pPr>
              <a:r>
                <a:rPr kumimoji="0" lang="en-US" sz="1200" b="1"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Stock projection : Decrease driven by:</a:t>
              </a:r>
            </a:p>
            <a:p>
              <a:pPr marL="180000" marR="0" lvl="1" indent="-180000" algn="l" defTabSz="914400" rtl="0" eaLnBrk="1" fontAlgn="auto" latinLnBrk="0" hangingPunct="1">
                <a:lnSpc>
                  <a:spcPct val="100000"/>
                </a:lnSpc>
                <a:spcBef>
                  <a:spcPts val="600"/>
                </a:spcBef>
                <a:spcAft>
                  <a:spcPts val="0"/>
                </a:spcAft>
                <a:buClr>
                  <a:srgbClr val="333F50"/>
                </a:buClr>
                <a:buSzTx/>
                <a:buFont typeface="Arial" panose="020B0604020202020204" pitchFamily="34" charset="0"/>
                <a:buChar char="•"/>
                <a:tabLst/>
                <a:defRPr/>
              </a:pPr>
              <a:r>
                <a:rPr kumimoji="0" lang="en-US" sz="1200" b="1"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Planning based on ICP </a:t>
              </a:r>
            </a:p>
            <a:p>
              <a:pPr marL="360000" marR="0" lvl="2" indent="-180000" algn="l" defTabSz="914400" rtl="0" eaLnBrk="1" fontAlgn="auto" latinLnBrk="0" hangingPunct="1">
                <a:lnSpc>
                  <a:spcPct val="100000"/>
                </a:lnSpc>
                <a:spcBef>
                  <a:spcPts val="200"/>
                </a:spcBef>
                <a:spcAft>
                  <a:spcPts val="0"/>
                </a:spcAft>
                <a:buClr>
                  <a:srgbClr val="333F50"/>
                </a:buClr>
                <a:buSzTx/>
                <a:buFont typeface="Arial" panose="020B0604020202020204" pitchFamily="34" charset="0"/>
                <a:buChar char="•"/>
                <a:tabLst/>
                <a:defRPr/>
              </a:pPr>
              <a:r>
                <a:rPr kumimoji="0" lang="en-US" sz="1200" b="1"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RM import: </a:t>
              </a:r>
              <a:r>
                <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forecast received in May</a:t>
              </a:r>
            </a:p>
            <a:p>
              <a:pPr marL="360000" marR="0" lvl="2" indent="-180000" algn="l" defTabSz="914400" rtl="0" eaLnBrk="1" fontAlgn="auto" latinLnBrk="0" hangingPunct="1">
                <a:lnSpc>
                  <a:spcPct val="100000"/>
                </a:lnSpc>
                <a:spcBef>
                  <a:spcPts val="200"/>
                </a:spcBef>
                <a:spcAft>
                  <a:spcPts val="0"/>
                </a:spcAft>
                <a:buClr>
                  <a:srgbClr val="333F50"/>
                </a:buClr>
                <a:buSzTx/>
                <a:buFont typeface="Arial" panose="020B0604020202020204" pitchFamily="34" charset="0"/>
                <a:buChar char="•"/>
                <a:tabLst/>
                <a:defRPr/>
              </a:pPr>
              <a:r>
                <a:rPr kumimoji="0" lang="en-US" sz="1200" b="1"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RM local: </a:t>
              </a:r>
              <a:r>
                <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July / AUG / SEPT ICP</a:t>
              </a:r>
              <a:endParaRPr kumimoji="0" lang="en-US" sz="1200" b="1"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a:p>
              <a:pPr marL="180000" marR="0" lvl="1" indent="-180000" algn="l" defTabSz="914400" rtl="0" eaLnBrk="1" fontAlgn="auto" latinLnBrk="0" hangingPunct="1">
                <a:lnSpc>
                  <a:spcPct val="100000"/>
                </a:lnSpc>
                <a:spcBef>
                  <a:spcPts val="600"/>
                </a:spcBef>
                <a:spcAft>
                  <a:spcPts val="0"/>
                </a:spcAft>
                <a:buClr>
                  <a:srgbClr val="333F50"/>
                </a:buClr>
                <a:buSzTx/>
                <a:buFont typeface="Arial" panose="020B0604020202020204" pitchFamily="34" charset="0"/>
                <a:buChar char="•"/>
                <a:tabLst/>
                <a:defRPr/>
              </a:pPr>
              <a:r>
                <a:rPr kumimoji="0" lang="en-US" sz="1200" b="1"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WIP:</a:t>
              </a:r>
            </a:p>
            <a:p>
              <a:pPr marL="360000" marR="0" lvl="2" indent="-180000" algn="l" defTabSz="914400" rtl="0" eaLnBrk="1" fontAlgn="auto" latinLnBrk="0" hangingPunct="1">
                <a:lnSpc>
                  <a:spcPct val="100000"/>
                </a:lnSpc>
                <a:spcBef>
                  <a:spcPts val="200"/>
                </a:spcBef>
                <a:spcAft>
                  <a:spcPts val="0"/>
                </a:spcAft>
                <a:buClr>
                  <a:srgbClr val="333F50"/>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Safety stock implementation / Norms in sites.</a:t>
              </a:r>
            </a:p>
            <a:p>
              <a:pPr marL="360000" marR="0" lvl="2" indent="-180000" algn="l" defTabSz="914400" rtl="0" eaLnBrk="1" fontAlgn="auto" latinLnBrk="0" hangingPunct="1">
                <a:lnSpc>
                  <a:spcPct val="100000"/>
                </a:lnSpc>
                <a:spcBef>
                  <a:spcPts val="200"/>
                </a:spcBef>
                <a:spcAft>
                  <a:spcPts val="0"/>
                </a:spcAft>
                <a:buClr>
                  <a:srgbClr val="333F50"/>
                </a:buClr>
                <a:buSzTx/>
                <a:buFont typeface="Arial" panose="020B0604020202020204" pitchFamily="34" charset="0"/>
                <a:buChar char="•"/>
                <a:tabLst/>
                <a:defRPr/>
              </a:pPr>
              <a:endParaRPr lang="en-US" sz="1200" dirty="0">
                <a:solidFill>
                  <a:srgbClr val="000000"/>
                </a:solidFill>
                <a:latin typeface="Calibri" panose="020F0502020204030204" pitchFamily="34" charset="0"/>
                <a:cs typeface="Calibri" panose="020F0502020204030204" pitchFamily="34" charset="0"/>
              </a:endParaRPr>
            </a:p>
            <a:p>
              <a:pPr marL="360000" marR="0" lvl="2" indent="-180000" algn="l" defTabSz="914400" rtl="0" eaLnBrk="1" fontAlgn="auto" latinLnBrk="0" hangingPunct="1">
                <a:lnSpc>
                  <a:spcPct val="100000"/>
                </a:lnSpc>
                <a:spcBef>
                  <a:spcPts val="200"/>
                </a:spcBef>
                <a:spcAft>
                  <a:spcPts val="0"/>
                </a:spcAft>
                <a:buClr>
                  <a:srgbClr val="333F50"/>
                </a:buClr>
                <a:buSzTx/>
                <a:buFont typeface="Arial" panose="020B0604020202020204" pitchFamily="34" charset="0"/>
                <a:buChar char="•"/>
                <a:tabLst/>
                <a:defRPr/>
              </a:pPr>
              <a:r>
                <a:rPr kumimoji="0" lang="en-US" sz="1200" b="1"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Reduction Plan:</a:t>
              </a:r>
            </a:p>
            <a:p>
              <a:pPr marL="180000" marR="0" lvl="2" indent="0" algn="l" defTabSz="914400" rtl="0" eaLnBrk="1" fontAlgn="auto" latinLnBrk="0" hangingPunct="1">
                <a:lnSpc>
                  <a:spcPct val="100000"/>
                </a:lnSpc>
                <a:spcBef>
                  <a:spcPts val="200"/>
                </a:spcBef>
                <a:spcAft>
                  <a:spcPts val="0"/>
                </a:spcAft>
                <a:buClr>
                  <a:srgbClr val="333F50"/>
                </a:buClr>
                <a:buSzTx/>
                <a:buNone/>
                <a:tabLst/>
                <a:defRPr/>
              </a:pPr>
              <a:r>
                <a:rPr lang="en-US" sz="1200" b="1" dirty="0">
                  <a:solidFill>
                    <a:srgbClr val="000000"/>
                  </a:solidFill>
                  <a:latin typeface="Calibri" panose="020F0502020204030204" pitchFamily="34" charset="0"/>
                  <a:cs typeface="Calibri" panose="020F0502020204030204" pitchFamily="34" charset="0"/>
                </a:rPr>
                <a:t>RM: </a:t>
              </a:r>
              <a:r>
                <a:rPr lang="en-US" sz="1200" dirty="0">
                  <a:solidFill>
                    <a:srgbClr val="000000"/>
                  </a:solidFill>
                  <a:latin typeface="Calibri" panose="020F0502020204030204" pitchFamily="34" charset="0"/>
                  <a:cs typeface="Calibri" panose="020F0502020204030204" pitchFamily="34" charset="0"/>
                </a:rPr>
                <a:t>All the orders has been postponed of Import from July onwards and local will be inward which stock is  &gt;15days</a:t>
              </a:r>
              <a:endParaRPr kumimoji="0" lang="en-US" sz="120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a:p>
              <a:pPr marR="0" lvl="2" algn="l" defTabSz="914400" rtl="0" eaLnBrk="1" fontAlgn="auto" latinLnBrk="0" hangingPunct="1">
                <a:lnSpc>
                  <a:spcPct val="100000"/>
                </a:lnSpc>
                <a:spcBef>
                  <a:spcPts val="200"/>
                </a:spcBef>
                <a:spcAft>
                  <a:spcPts val="0"/>
                </a:spcAft>
                <a:buClr>
                  <a:srgbClr val="333F50"/>
                </a:buClr>
                <a:buSzTx/>
                <a:buFont typeface="Arial" panose="020B0604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a:p>
              <a:pPr marR="0" lvl="2" algn="l" defTabSz="914400" rtl="0" eaLnBrk="1" fontAlgn="auto" latinLnBrk="0" hangingPunct="1">
                <a:lnSpc>
                  <a:spcPct val="100000"/>
                </a:lnSpc>
                <a:spcBef>
                  <a:spcPts val="200"/>
                </a:spcBef>
                <a:spcAft>
                  <a:spcPts val="0"/>
                </a:spcAft>
                <a:buClr>
                  <a:srgbClr val="333F50"/>
                </a:buClr>
                <a:buSzTx/>
                <a:buFont typeface="Arial" panose="020B0604020202020204" pitchFamily="34" charset="0"/>
                <a:buChar char="•"/>
                <a:tabLst/>
                <a:defRPr/>
              </a:pPr>
              <a:r>
                <a:rPr lang="en-US" sz="1200" b="1" dirty="0">
                  <a:solidFill>
                    <a:srgbClr val="000000"/>
                  </a:solidFill>
                  <a:latin typeface="Calibri" panose="020F0502020204030204" pitchFamily="34" charset="0"/>
                  <a:cs typeface="Calibri" panose="020F0502020204030204" pitchFamily="34" charset="0"/>
                </a:rPr>
                <a:t>WIP: </a:t>
              </a:r>
              <a:r>
                <a:rPr lang="en-US" sz="1200" dirty="0">
                  <a:solidFill>
                    <a:srgbClr val="000000"/>
                  </a:solidFill>
                  <a:latin typeface="Calibri" panose="020F0502020204030204" pitchFamily="34" charset="0"/>
                  <a:cs typeface="Calibri" panose="020F0502020204030204" pitchFamily="34" charset="0"/>
                </a:rPr>
                <a:t>Extrusion / Compound inventory will be based on safety stock as we agreed wit site managers.</a:t>
              </a:r>
            </a:p>
            <a:p>
              <a:pPr marR="0" lvl="2" algn="l" defTabSz="914400" rtl="0" eaLnBrk="1" fontAlgn="auto" latinLnBrk="0" hangingPunct="1">
                <a:lnSpc>
                  <a:spcPct val="100000"/>
                </a:lnSpc>
                <a:spcBef>
                  <a:spcPts val="200"/>
                </a:spcBef>
                <a:spcAft>
                  <a:spcPts val="0"/>
                </a:spcAft>
                <a:buClr>
                  <a:srgbClr val="333F50"/>
                </a:buClr>
                <a:buSzTx/>
                <a:buFont typeface="Arial" panose="020B0604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a:p>
              <a:pPr marR="0" lvl="2" algn="l" defTabSz="914400" rtl="0" eaLnBrk="1" fontAlgn="auto" latinLnBrk="0" hangingPunct="1">
                <a:lnSpc>
                  <a:spcPct val="100000"/>
                </a:lnSpc>
                <a:spcBef>
                  <a:spcPts val="200"/>
                </a:spcBef>
                <a:spcAft>
                  <a:spcPts val="0"/>
                </a:spcAft>
                <a:buClr>
                  <a:srgbClr val="333F50"/>
                </a:buClr>
                <a:buSzTx/>
                <a:buFont typeface="Arial" panose="020B0604020202020204" pitchFamily="34" charset="0"/>
                <a:buChar char="•"/>
                <a:tabLst/>
                <a:defRPr/>
              </a:pPr>
              <a:r>
                <a:rPr lang="en-US" sz="1200" b="1" dirty="0">
                  <a:solidFill>
                    <a:srgbClr val="000000"/>
                  </a:solidFill>
                  <a:latin typeface="Calibri" panose="020F0502020204030204" pitchFamily="34" charset="0"/>
                  <a:cs typeface="Calibri" panose="020F0502020204030204" pitchFamily="34" charset="0"/>
                </a:rPr>
                <a:t>FG: </a:t>
              </a:r>
              <a:r>
                <a:rPr lang="en-US" sz="1200" dirty="0">
                  <a:solidFill>
                    <a:srgbClr val="000000"/>
                  </a:solidFill>
                  <a:latin typeface="Calibri" panose="020F0502020204030204" pitchFamily="34" charset="0"/>
                  <a:cs typeface="Calibri" panose="020F0502020204030204" pitchFamily="34" charset="0"/>
                </a:rPr>
                <a:t>Consider the same as going on in last months Jun/July because target need to be decided – we expect here to land between 10-12M.</a:t>
              </a:r>
              <a:endParaRPr kumimoji="0" lang="en-US" sz="120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a:p>
              <a:pPr marL="0" marR="0" lvl="1" indent="0" algn="l" defTabSz="914400" rtl="0" eaLnBrk="1" fontAlgn="auto" latinLnBrk="0" hangingPunct="1">
                <a:lnSpc>
                  <a:spcPct val="100000"/>
                </a:lnSpc>
                <a:spcBef>
                  <a:spcPts val="600"/>
                </a:spcBef>
                <a:spcAft>
                  <a:spcPts val="0"/>
                </a:spcAft>
                <a:buClr>
                  <a:srgbClr val="333F50"/>
                </a:buClr>
                <a:buSz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grpSp>
      <p:graphicFrame>
        <p:nvGraphicFramePr>
          <p:cNvPr id="40" name="Chart 39">
            <a:extLst>
              <a:ext uri="{FF2B5EF4-FFF2-40B4-BE49-F238E27FC236}">
                <a16:creationId xmlns:a16="http://schemas.microsoft.com/office/drawing/2014/main" id="{D3D1541C-E59A-1B73-D679-A55FFA45F36A}"/>
              </a:ext>
            </a:extLst>
          </p:cNvPr>
          <p:cNvGraphicFramePr/>
          <p:nvPr>
            <p:custDataLst>
              <p:tags r:id="rId2"/>
            </p:custDataLst>
            <p:extLst>
              <p:ext uri="{D42A27DB-BD31-4B8C-83A1-F6EECF244321}">
                <p14:modId xmlns:p14="http://schemas.microsoft.com/office/powerpoint/2010/main" val="3121232771"/>
              </p:ext>
            </p:extLst>
          </p:nvPr>
        </p:nvGraphicFramePr>
        <p:xfrm>
          <a:off x="333375" y="1905000"/>
          <a:ext cx="8150225" cy="3259138"/>
        </p:xfrm>
        <a:graphic>
          <a:graphicData uri="http://schemas.openxmlformats.org/drawingml/2006/chart">
            <c:chart xmlns:c="http://schemas.openxmlformats.org/drawingml/2006/chart" xmlns:r="http://schemas.openxmlformats.org/officeDocument/2006/relationships" r:id="rId16"/>
          </a:graphicData>
        </a:graphic>
      </p:graphicFrame>
      <p:sp>
        <p:nvSpPr>
          <p:cNvPr id="44" name="Text Placeholder 2">
            <a:extLst>
              <a:ext uri="{FF2B5EF4-FFF2-40B4-BE49-F238E27FC236}">
                <a16:creationId xmlns:a16="http://schemas.microsoft.com/office/drawing/2014/main" id="{4E3EDC94-58D9-1D7D-5334-16C2BB2C4CF9}"/>
              </a:ext>
            </a:extLst>
          </p:cNvPr>
          <p:cNvSpPr>
            <a:spLocks noGrp="1"/>
          </p:cNvSpPr>
          <p:nvPr>
            <p:custDataLst>
              <p:tags r:id="rId3"/>
            </p:custDataLst>
          </p:nvPr>
        </p:nvSpPr>
        <p:spPr bwMode="gray">
          <a:xfrm>
            <a:off x="1630363" y="1749425"/>
            <a:ext cx="23177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numCol="1" spcCol="0" rtlCol="0" anchor="b" anchorCtr="0">
            <a:noAutofit/>
          </a:bodyPr>
          <a:lstStyle>
            <a:lvl1pPr marL="0" indent="0" algn="l" defTabSz="914126" rtl="0" eaLnBrk="1" latinLnBrk="0" hangingPunct="1">
              <a:lnSpc>
                <a:spcPct val="100000"/>
              </a:lnSpc>
              <a:spcBef>
                <a:spcPts val="600"/>
              </a:spcBef>
              <a:buFont typeface="Arial" panose="020B0604020202020204" pitchFamily="34" charset="0"/>
              <a:buNone/>
              <a:defRPr sz="1400" kern="1200">
                <a:solidFill>
                  <a:schemeClr val="tx1"/>
                </a:solidFill>
                <a:latin typeface="Calibri" panose="020F0502020204030204" pitchFamily="34" charset="0"/>
                <a:ea typeface="+mn-ea"/>
                <a:cs typeface="Calibri" panose="020F0502020204030204" pitchFamily="34" charset="0"/>
              </a:defRPr>
            </a:lvl1pPr>
            <a:lvl2pPr marL="216000" indent="-216000" algn="l" defTabSz="914126"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Calibri" panose="020F0502020204030204" pitchFamily="34" charset="0"/>
                <a:ea typeface="+mn-ea"/>
                <a:cs typeface="Calibri" panose="020F0502020204030204" pitchFamily="34" charset="0"/>
              </a:defRPr>
            </a:lvl2pPr>
            <a:lvl3pPr marL="432000" indent="-216000" algn="l" defTabSz="914126" rtl="0" eaLnBrk="1" latinLnBrk="0" hangingPunct="1">
              <a:lnSpc>
                <a:spcPct val="100000"/>
              </a:lnSpc>
              <a:spcBef>
                <a:spcPts val="600"/>
              </a:spcBef>
              <a:buClr>
                <a:schemeClr val="tx1"/>
              </a:buClr>
              <a:buFont typeface="Wingdings" panose="05000000000000000000" pitchFamily="2" charset="2"/>
              <a:buChar char="§"/>
              <a:defRPr sz="1200" kern="1200">
                <a:solidFill>
                  <a:schemeClr val="tx1"/>
                </a:solidFill>
                <a:latin typeface="Calibri" panose="020F0502020204030204" pitchFamily="34" charset="0"/>
                <a:ea typeface="+mn-ea"/>
                <a:cs typeface="Calibri" panose="020F0502020204030204" pitchFamily="34" charset="0"/>
              </a:defRPr>
            </a:lvl3pPr>
            <a:lvl4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4pPr>
            <a:lvl5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5pPr>
            <a:lvl6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6pPr>
            <a:lvl7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7pPr>
            <a:lvl8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8pPr>
            <a:lvl9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9pPr>
          </a:lstStyle>
          <a:p>
            <a:pPr marL="0" marR="0" lvl="0" indent="0" algn="ctr" defTabSz="914126" rtl="0" eaLnBrk="1" fontAlgn="auto" latinLnBrk="0" hangingPunct="1">
              <a:lnSpc>
                <a:spcPct val="100000"/>
              </a:lnSpc>
              <a:spcBef>
                <a:spcPct val="0"/>
              </a:spcBef>
              <a:spcAft>
                <a:spcPct val="0"/>
              </a:spcAft>
              <a:buClrTx/>
              <a:buSzTx/>
              <a:buFont typeface="Arial" panose="020B0604020202020204" pitchFamily="34" charset="0"/>
              <a:buNone/>
              <a:tabLst/>
              <a:defRPr/>
            </a:pPr>
            <a:fld id="{DB34853D-4F1B-49F1-ADC5-F37A8B36186D}" type="datetime'''''''''''''''''''''''''''''''''''''6''''''''2'''''''''''''''">
              <a:rPr kumimoji="0" lang="en-US" altLang="en-US" sz="1400" b="0" i="0" u="none" strike="noStrike" kern="1200" cap="none" spc="0" normalizeH="0" baseline="0" noProof="0" smtClean="0">
                <a:ln>
                  <a:noFill/>
                </a:ln>
                <a:solidFill>
                  <a:srgbClr val="262F3C"/>
                </a:solidFill>
                <a:effectLst/>
                <a:uLnTx/>
                <a:uFillTx/>
                <a:latin typeface="Calibri" panose="020F0502020204030204" pitchFamily="34" charset="0"/>
                <a:ea typeface="+mn-ea"/>
                <a:cs typeface="Calibri" panose="020F0502020204030204" pitchFamily="34" charset="0"/>
              </a:rPr>
              <a:pPr marL="0" marR="0" lvl="0" indent="0" algn="ctr" defTabSz="914126" rtl="0" eaLnBrk="1" fontAlgn="auto" latinLnBrk="0" hangingPunct="1">
                <a:lnSpc>
                  <a:spcPct val="100000"/>
                </a:lnSpc>
                <a:spcBef>
                  <a:spcPct val="0"/>
                </a:spcBef>
                <a:spcAft>
                  <a:spcPct val="0"/>
                </a:spcAft>
                <a:buClrTx/>
                <a:buSzTx/>
                <a:buFont typeface="Arial" panose="020B0604020202020204" pitchFamily="34" charset="0"/>
                <a:buNone/>
                <a:tabLst/>
                <a:defRPr/>
              </a:pPr>
              <a:t>62</a:t>
            </a:fld>
            <a:endParaRPr kumimoji="0" lang="en-US" sz="1400" b="0" i="0" u="none" strike="noStrike" kern="1200" cap="none" spc="0" normalizeH="0" baseline="0" noProof="0" dirty="0">
              <a:ln>
                <a:noFill/>
              </a:ln>
              <a:solidFill>
                <a:srgbClr val="262F3C"/>
              </a:solidFill>
              <a:effectLst/>
              <a:uLnTx/>
              <a:uFillTx/>
              <a:latin typeface="Calibri" panose="020F0502020204030204" pitchFamily="34" charset="0"/>
              <a:ea typeface="+mn-ea"/>
              <a:cs typeface="Calibri" panose="020F0502020204030204" pitchFamily="34" charset="0"/>
            </a:endParaRPr>
          </a:p>
        </p:txBody>
      </p:sp>
      <p:sp>
        <p:nvSpPr>
          <p:cNvPr id="37" name="Text Placeholder 2">
            <a:extLst>
              <a:ext uri="{FF2B5EF4-FFF2-40B4-BE49-F238E27FC236}">
                <a16:creationId xmlns:a16="http://schemas.microsoft.com/office/drawing/2014/main" id="{9B50D952-5B3E-5365-D399-C1B5EA7205D5}"/>
              </a:ext>
            </a:extLst>
          </p:cNvPr>
          <p:cNvSpPr>
            <a:spLocks noGrp="1"/>
          </p:cNvSpPr>
          <p:nvPr>
            <p:custDataLst>
              <p:tags r:id="rId4"/>
            </p:custDataLst>
          </p:nvPr>
        </p:nvSpPr>
        <p:spPr bwMode="auto">
          <a:xfrm>
            <a:off x="1600200" y="5140325"/>
            <a:ext cx="293688"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numCol="1" spcCol="0" rtlCol="0" anchor="t" anchorCtr="0">
            <a:noAutofit/>
          </a:bodyPr>
          <a:lstStyle>
            <a:lvl1pPr marL="0" indent="0" algn="l" defTabSz="914126" rtl="0" eaLnBrk="1" latinLnBrk="0" hangingPunct="1">
              <a:lnSpc>
                <a:spcPct val="100000"/>
              </a:lnSpc>
              <a:spcBef>
                <a:spcPts val="600"/>
              </a:spcBef>
              <a:buFont typeface="Arial" panose="020B0604020202020204" pitchFamily="34" charset="0"/>
              <a:buNone/>
              <a:defRPr sz="1400" kern="1200">
                <a:solidFill>
                  <a:schemeClr val="tx1"/>
                </a:solidFill>
                <a:latin typeface="Calibri" panose="020F0502020204030204" pitchFamily="34" charset="0"/>
                <a:ea typeface="+mn-ea"/>
                <a:cs typeface="Calibri" panose="020F0502020204030204" pitchFamily="34" charset="0"/>
              </a:defRPr>
            </a:lvl1pPr>
            <a:lvl2pPr marL="216000" indent="-216000" algn="l" defTabSz="914126"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Calibri" panose="020F0502020204030204" pitchFamily="34" charset="0"/>
                <a:ea typeface="+mn-ea"/>
                <a:cs typeface="Calibri" panose="020F0502020204030204" pitchFamily="34" charset="0"/>
              </a:defRPr>
            </a:lvl2pPr>
            <a:lvl3pPr marL="432000" indent="-216000" algn="l" defTabSz="914126" rtl="0" eaLnBrk="1" latinLnBrk="0" hangingPunct="1">
              <a:lnSpc>
                <a:spcPct val="100000"/>
              </a:lnSpc>
              <a:spcBef>
                <a:spcPts val="600"/>
              </a:spcBef>
              <a:buClr>
                <a:schemeClr val="tx1"/>
              </a:buClr>
              <a:buFont typeface="Wingdings" panose="05000000000000000000" pitchFamily="2" charset="2"/>
              <a:buChar char="§"/>
              <a:defRPr sz="1200" kern="1200">
                <a:solidFill>
                  <a:schemeClr val="tx1"/>
                </a:solidFill>
                <a:latin typeface="Calibri" panose="020F0502020204030204" pitchFamily="34" charset="0"/>
                <a:ea typeface="+mn-ea"/>
                <a:cs typeface="Calibri" panose="020F0502020204030204" pitchFamily="34" charset="0"/>
              </a:defRPr>
            </a:lvl3pPr>
            <a:lvl4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4pPr>
            <a:lvl5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5pPr>
            <a:lvl6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6pPr>
            <a:lvl7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7pPr>
            <a:lvl8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8pPr>
            <a:lvl9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9pPr>
          </a:lstStyle>
          <a:p>
            <a:pPr marL="0" marR="0" lvl="0" indent="0" algn="ctr" defTabSz="914126" rtl="0" eaLnBrk="1" fontAlgn="auto" latinLnBrk="0" hangingPunct="1">
              <a:lnSpc>
                <a:spcPct val="100000"/>
              </a:lnSpc>
              <a:spcBef>
                <a:spcPct val="0"/>
              </a:spcBef>
              <a:spcAft>
                <a:spcPct val="0"/>
              </a:spcAft>
              <a:buClrTx/>
              <a:buSzTx/>
              <a:buFont typeface="Arial" panose="020B0604020202020204" pitchFamily="34" charset="0"/>
              <a:buNone/>
              <a:tabLst/>
              <a:defRPr/>
            </a:pPr>
            <a:fld id="{4C7C47B9-7AED-4680-ABAC-BCB3737B7BBD}" type="datetime'''A''u''''''''''''''g'''''''''''''''''''''''''''''''''''">
              <a:rPr kumimoji="0" lang="en-US" altLang="en-US" sz="1400" b="0" i="0" u="none" strike="noStrike" kern="1200" cap="none" spc="0" normalizeH="0" baseline="0" noProof="0" smtClean="0">
                <a:ln>
                  <a:noFill/>
                </a:ln>
                <a:solidFill>
                  <a:srgbClr val="262F3C"/>
                </a:solidFill>
                <a:effectLst/>
                <a:uLnTx/>
                <a:uFillTx/>
                <a:latin typeface="Calibri" panose="020F0502020204030204" pitchFamily="34" charset="0"/>
                <a:ea typeface="+mn-ea"/>
                <a:cs typeface="Calibri" panose="020F0502020204030204" pitchFamily="34" charset="0"/>
              </a:rPr>
              <a:pPr marL="0" marR="0" lvl="0" indent="0" algn="ctr" defTabSz="914126" rtl="0" eaLnBrk="1" fontAlgn="auto" latinLnBrk="0" hangingPunct="1">
                <a:lnSpc>
                  <a:spcPct val="100000"/>
                </a:lnSpc>
                <a:spcBef>
                  <a:spcPct val="0"/>
                </a:spcBef>
                <a:spcAft>
                  <a:spcPct val="0"/>
                </a:spcAft>
                <a:buClrTx/>
                <a:buSzTx/>
                <a:buFont typeface="Arial" panose="020B0604020202020204" pitchFamily="34" charset="0"/>
                <a:buNone/>
                <a:tabLst/>
                <a:defRPr/>
              </a:pPr>
              <a:t>Aug</a:t>
            </a:fld>
            <a:endParaRPr kumimoji="0" lang="en-US" sz="1400" b="0" i="0" u="none" strike="noStrike" kern="1200" cap="none" spc="0" normalizeH="0" baseline="0" noProof="0" dirty="0">
              <a:ln>
                <a:noFill/>
              </a:ln>
              <a:solidFill>
                <a:srgbClr val="262F3C"/>
              </a:solidFill>
              <a:effectLst/>
              <a:uLnTx/>
              <a:uFillTx/>
              <a:latin typeface="Calibri" panose="020F0502020204030204" pitchFamily="34" charset="0"/>
              <a:ea typeface="+mn-ea"/>
              <a:cs typeface="Calibri" panose="020F0502020204030204" pitchFamily="34" charset="0"/>
            </a:endParaRPr>
          </a:p>
        </p:txBody>
      </p:sp>
      <p:sp>
        <p:nvSpPr>
          <p:cNvPr id="50" name="Text Placeholder 2">
            <a:extLst>
              <a:ext uri="{FF2B5EF4-FFF2-40B4-BE49-F238E27FC236}">
                <a16:creationId xmlns:a16="http://schemas.microsoft.com/office/drawing/2014/main" id="{2FCBE417-FF70-7E99-C95E-F28182E3B714}"/>
              </a:ext>
            </a:extLst>
          </p:cNvPr>
          <p:cNvSpPr>
            <a:spLocks noGrp="1"/>
          </p:cNvSpPr>
          <p:nvPr>
            <p:custDataLst>
              <p:tags r:id="rId5"/>
            </p:custDataLst>
          </p:nvPr>
        </p:nvSpPr>
        <p:spPr bwMode="auto">
          <a:xfrm>
            <a:off x="4240213" y="5140325"/>
            <a:ext cx="3365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numCol="1" spcCol="0" rtlCol="0" anchor="t" anchorCtr="0">
            <a:noAutofit/>
          </a:bodyPr>
          <a:lstStyle>
            <a:lvl1pPr marL="0" indent="0" algn="l" defTabSz="914126" rtl="0" eaLnBrk="1" latinLnBrk="0" hangingPunct="1">
              <a:lnSpc>
                <a:spcPct val="100000"/>
              </a:lnSpc>
              <a:spcBef>
                <a:spcPts val="600"/>
              </a:spcBef>
              <a:buFont typeface="Arial" panose="020B0604020202020204" pitchFamily="34" charset="0"/>
              <a:buNone/>
              <a:defRPr sz="1400" kern="1200">
                <a:solidFill>
                  <a:schemeClr val="tx1"/>
                </a:solidFill>
                <a:latin typeface="Calibri" panose="020F0502020204030204" pitchFamily="34" charset="0"/>
                <a:ea typeface="+mn-ea"/>
                <a:cs typeface="Calibri" panose="020F0502020204030204" pitchFamily="34" charset="0"/>
              </a:defRPr>
            </a:lvl1pPr>
            <a:lvl2pPr marL="216000" indent="-216000" algn="l" defTabSz="914126"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Calibri" panose="020F0502020204030204" pitchFamily="34" charset="0"/>
                <a:ea typeface="+mn-ea"/>
                <a:cs typeface="Calibri" panose="020F0502020204030204" pitchFamily="34" charset="0"/>
              </a:defRPr>
            </a:lvl2pPr>
            <a:lvl3pPr marL="432000" indent="-216000" algn="l" defTabSz="914126" rtl="0" eaLnBrk="1" latinLnBrk="0" hangingPunct="1">
              <a:lnSpc>
                <a:spcPct val="100000"/>
              </a:lnSpc>
              <a:spcBef>
                <a:spcPts val="600"/>
              </a:spcBef>
              <a:buClr>
                <a:schemeClr val="tx1"/>
              </a:buClr>
              <a:buFont typeface="Wingdings" panose="05000000000000000000" pitchFamily="2" charset="2"/>
              <a:buChar char="§"/>
              <a:defRPr sz="1200" kern="1200">
                <a:solidFill>
                  <a:schemeClr val="tx1"/>
                </a:solidFill>
                <a:latin typeface="Calibri" panose="020F0502020204030204" pitchFamily="34" charset="0"/>
                <a:ea typeface="+mn-ea"/>
                <a:cs typeface="Calibri" panose="020F0502020204030204" pitchFamily="34" charset="0"/>
              </a:defRPr>
            </a:lvl3pPr>
            <a:lvl4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4pPr>
            <a:lvl5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5pPr>
            <a:lvl6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6pPr>
            <a:lvl7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7pPr>
            <a:lvl8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8pPr>
            <a:lvl9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9pPr>
          </a:lstStyle>
          <a:p>
            <a:pPr marL="0" marR="0" lvl="0" indent="0" algn="ctr" defTabSz="914126" rtl="0" eaLnBrk="1" fontAlgn="auto" latinLnBrk="0" hangingPunct="1">
              <a:lnSpc>
                <a:spcPct val="100000"/>
              </a:lnSpc>
              <a:spcBef>
                <a:spcPct val="0"/>
              </a:spcBef>
              <a:spcAft>
                <a:spcPct val="0"/>
              </a:spcAft>
              <a:buClrTx/>
              <a:buSzTx/>
              <a:buFont typeface="Arial" panose="020B0604020202020204" pitchFamily="34" charset="0"/>
              <a:buNone/>
              <a:tabLst/>
              <a:defRPr/>
            </a:pPr>
            <a:fld id="{8D48BB0E-95F3-4CB6-BEA1-ACFCC0514EA7}" type="datetime'''''''''''''''''''''''''''S''''''''''''''''''''''''''ept'''''">
              <a:rPr kumimoji="0" lang="en-US" altLang="en-US" sz="1400" b="0" i="0" u="none" strike="noStrike" kern="1200" cap="none" spc="0" normalizeH="0" baseline="0" noProof="0" smtClean="0">
                <a:ln>
                  <a:noFill/>
                </a:ln>
                <a:solidFill>
                  <a:srgbClr val="262F3C"/>
                </a:solidFill>
                <a:effectLst/>
                <a:uLnTx/>
                <a:uFillTx/>
                <a:latin typeface="Calibri" panose="020F0502020204030204" pitchFamily="34" charset="0"/>
                <a:ea typeface="+mn-ea"/>
                <a:cs typeface="Calibri" panose="020F0502020204030204" pitchFamily="34" charset="0"/>
              </a:rPr>
              <a:pPr marL="0" marR="0" lvl="0" indent="0" algn="ctr" defTabSz="914126" rtl="0" eaLnBrk="1" fontAlgn="auto" latinLnBrk="0" hangingPunct="1">
                <a:lnSpc>
                  <a:spcPct val="100000"/>
                </a:lnSpc>
                <a:spcBef>
                  <a:spcPct val="0"/>
                </a:spcBef>
                <a:spcAft>
                  <a:spcPct val="0"/>
                </a:spcAft>
                <a:buClrTx/>
                <a:buSzTx/>
                <a:buFont typeface="Arial" panose="020B0604020202020204" pitchFamily="34" charset="0"/>
                <a:buNone/>
                <a:tabLst/>
                <a:defRPr/>
              </a:pPr>
              <a:t>Sept</a:t>
            </a:fld>
            <a:endParaRPr kumimoji="0" lang="en-US" sz="1400" b="0" i="0" u="none" strike="noStrike" kern="1200" cap="none" spc="0" normalizeH="0" baseline="0" noProof="0" dirty="0">
              <a:ln>
                <a:noFill/>
              </a:ln>
              <a:solidFill>
                <a:srgbClr val="262F3C"/>
              </a:solidFill>
              <a:effectLst/>
              <a:uLnTx/>
              <a:uFillTx/>
              <a:latin typeface="Calibri" panose="020F0502020204030204" pitchFamily="34" charset="0"/>
              <a:ea typeface="+mn-ea"/>
              <a:cs typeface="Calibri" panose="020F0502020204030204" pitchFamily="34" charset="0"/>
            </a:endParaRPr>
          </a:p>
        </p:txBody>
      </p:sp>
      <p:sp>
        <p:nvSpPr>
          <p:cNvPr id="86" name="Text Placeholder 2">
            <a:extLst>
              <a:ext uri="{FF2B5EF4-FFF2-40B4-BE49-F238E27FC236}">
                <a16:creationId xmlns:a16="http://schemas.microsoft.com/office/drawing/2014/main" id="{6229925E-196C-7731-BF5A-9D5BC5F091AF}"/>
              </a:ext>
            </a:extLst>
          </p:cNvPr>
          <p:cNvSpPr>
            <a:spLocks noGrp="1"/>
          </p:cNvSpPr>
          <p:nvPr>
            <p:custDataLst>
              <p:tags r:id="rId6"/>
            </p:custDataLst>
          </p:nvPr>
        </p:nvSpPr>
        <p:spPr bwMode="gray">
          <a:xfrm>
            <a:off x="4292600" y="2162175"/>
            <a:ext cx="23177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numCol="1" spcCol="0" rtlCol="0" anchor="b" anchorCtr="0">
            <a:noAutofit/>
          </a:bodyPr>
          <a:lstStyle>
            <a:lvl1pPr marL="0" indent="0" algn="l" defTabSz="914126" rtl="0" eaLnBrk="1" latinLnBrk="0" hangingPunct="1">
              <a:lnSpc>
                <a:spcPct val="100000"/>
              </a:lnSpc>
              <a:spcBef>
                <a:spcPts val="600"/>
              </a:spcBef>
              <a:buFont typeface="Arial" panose="020B0604020202020204" pitchFamily="34" charset="0"/>
              <a:buNone/>
              <a:defRPr sz="1400" kern="1200">
                <a:solidFill>
                  <a:schemeClr val="tx1"/>
                </a:solidFill>
                <a:latin typeface="Calibri" panose="020F0502020204030204" pitchFamily="34" charset="0"/>
                <a:ea typeface="+mn-ea"/>
                <a:cs typeface="Calibri" panose="020F0502020204030204" pitchFamily="34" charset="0"/>
              </a:defRPr>
            </a:lvl1pPr>
            <a:lvl2pPr marL="216000" indent="-216000" algn="l" defTabSz="914126"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Calibri" panose="020F0502020204030204" pitchFamily="34" charset="0"/>
                <a:ea typeface="+mn-ea"/>
                <a:cs typeface="Calibri" panose="020F0502020204030204" pitchFamily="34" charset="0"/>
              </a:defRPr>
            </a:lvl2pPr>
            <a:lvl3pPr marL="432000" indent="-216000" algn="l" defTabSz="914126" rtl="0" eaLnBrk="1" latinLnBrk="0" hangingPunct="1">
              <a:lnSpc>
                <a:spcPct val="100000"/>
              </a:lnSpc>
              <a:spcBef>
                <a:spcPts val="600"/>
              </a:spcBef>
              <a:buClr>
                <a:schemeClr val="tx1"/>
              </a:buClr>
              <a:buFont typeface="Wingdings" panose="05000000000000000000" pitchFamily="2" charset="2"/>
              <a:buChar char="§"/>
              <a:defRPr sz="1200" kern="1200">
                <a:solidFill>
                  <a:schemeClr val="tx1"/>
                </a:solidFill>
                <a:latin typeface="Calibri" panose="020F0502020204030204" pitchFamily="34" charset="0"/>
                <a:ea typeface="+mn-ea"/>
                <a:cs typeface="Calibri" panose="020F0502020204030204" pitchFamily="34" charset="0"/>
              </a:defRPr>
            </a:lvl3pPr>
            <a:lvl4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4pPr>
            <a:lvl5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5pPr>
            <a:lvl6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6pPr>
            <a:lvl7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7pPr>
            <a:lvl8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8pPr>
            <a:lvl9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9pPr>
          </a:lstStyle>
          <a:p>
            <a:pPr marL="0" marR="0" lvl="0" indent="0" algn="ctr" defTabSz="914126" rtl="0" eaLnBrk="1" fontAlgn="auto" latinLnBrk="0" hangingPunct="1">
              <a:lnSpc>
                <a:spcPct val="100000"/>
              </a:lnSpc>
              <a:spcBef>
                <a:spcPct val="0"/>
              </a:spcBef>
              <a:spcAft>
                <a:spcPct val="0"/>
              </a:spcAft>
              <a:buClrTx/>
              <a:buSzTx/>
              <a:buFont typeface="Arial" panose="020B0604020202020204" pitchFamily="34" charset="0"/>
              <a:buNone/>
              <a:tabLst/>
              <a:defRPr/>
            </a:pPr>
            <a:fld id="{CAA0FC57-7625-423F-AEFF-E90512BDAE0D}" type="datetime'''''''''''''''''''5''''''''''''''''''''''''''''''4'''''">
              <a:rPr kumimoji="0" lang="en-US" altLang="en-US" sz="1400" b="0" i="0" u="none" strike="noStrike" kern="1200" cap="none" spc="0" normalizeH="0" baseline="0" noProof="0" smtClean="0">
                <a:ln>
                  <a:noFill/>
                </a:ln>
                <a:solidFill>
                  <a:srgbClr val="262F3C"/>
                </a:solidFill>
                <a:effectLst/>
                <a:uLnTx/>
                <a:uFillTx/>
                <a:latin typeface="Calibri" panose="020F0502020204030204" pitchFamily="34" charset="0"/>
                <a:ea typeface="+mn-ea"/>
                <a:cs typeface="Calibri" panose="020F0502020204030204" pitchFamily="34" charset="0"/>
              </a:rPr>
              <a:pPr marL="0" marR="0" lvl="0" indent="0" algn="ctr" defTabSz="914126" rtl="0" eaLnBrk="1" fontAlgn="auto" latinLnBrk="0" hangingPunct="1">
                <a:lnSpc>
                  <a:spcPct val="100000"/>
                </a:lnSpc>
                <a:spcBef>
                  <a:spcPct val="0"/>
                </a:spcBef>
                <a:spcAft>
                  <a:spcPct val="0"/>
                </a:spcAft>
                <a:buClrTx/>
                <a:buSzTx/>
                <a:buFont typeface="Arial" panose="020B0604020202020204" pitchFamily="34" charset="0"/>
                <a:buNone/>
                <a:tabLst/>
                <a:defRPr/>
              </a:pPr>
              <a:t>54</a:t>
            </a:fld>
            <a:endParaRPr kumimoji="0" lang="en-US" sz="1400" b="0" i="0" u="none" strike="noStrike" kern="1200" cap="none" spc="0" normalizeH="0" baseline="0" noProof="0" dirty="0">
              <a:ln>
                <a:noFill/>
              </a:ln>
              <a:solidFill>
                <a:srgbClr val="262F3C"/>
              </a:solidFill>
              <a:effectLst/>
              <a:uLnTx/>
              <a:uFillTx/>
              <a:latin typeface="Calibri" panose="020F0502020204030204" pitchFamily="34" charset="0"/>
              <a:ea typeface="+mn-ea"/>
              <a:cs typeface="Calibri" panose="020F0502020204030204" pitchFamily="34" charset="0"/>
            </a:endParaRPr>
          </a:p>
        </p:txBody>
      </p:sp>
      <p:sp>
        <p:nvSpPr>
          <p:cNvPr id="53" name="Text Placeholder 2">
            <a:extLst>
              <a:ext uri="{FF2B5EF4-FFF2-40B4-BE49-F238E27FC236}">
                <a16:creationId xmlns:a16="http://schemas.microsoft.com/office/drawing/2014/main" id="{5AD66275-86AC-D1F0-742D-BB06DC0C5551}"/>
              </a:ext>
            </a:extLst>
          </p:cNvPr>
          <p:cNvSpPr>
            <a:spLocks noGrp="1"/>
          </p:cNvSpPr>
          <p:nvPr>
            <p:custDataLst>
              <p:tags r:id="rId7"/>
            </p:custDataLst>
          </p:nvPr>
        </p:nvSpPr>
        <p:spPr bwMode="auto">
          <a:xfrm>
            <a:off x="6937375" y="5140325"/>
            <a:ext cx="2651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numCol="1" spcCol="0" rtlCol="0" anchor="t" anchorCtr="0">
            <a:noAutofit/>
          </a:bodyPr>
          <a:lstStyle>
            <a:lvl1pPr marL="0" indent="0" algn="l" defTabSz="914126" rtl="0" eaLnBrk="1" latinLnBrk="0" hangingPunct="1">
              <a:lnSpc>
                <a:spcPct val="100000"/>
              </a:lnSpc>
              <a:spcBef>
                <a:spcPts val="600"/>
              </a:spcBef>
              <a:buFont typeface="Arial" panose="020B0604020202020204" pitchFamily="34" charset="0"/>
              <a:buNone/>
              <a:defRPr sz="1400" kern="1200">
                <a:solidFill>
                  <a:schemeClr val="tx1"/>
                </a:solidFill>
                <a:latin typeface="Calibri" panose="020F0502020204030204" pitchFamily="34" charset="0"/>
                <a:ea typeface="+mn-ea"/>
                <a:cs typeface="Calibri" panose="020F0502020204030204" pitchFamily="34" charset="0"/>
              </a:defRPr>
            </a:lvl1pPr>
            <a:lvl2pPr marL="216000" indent="-216000" algn="l" defTabSz="914126"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Calibri" panose="020F0502020204030204" pitchFamily="34" charset="0"/>
                <a:ea typeface="+mn-ea"/>
                <a:cs typeface="Calibri" panose="020F0502020204030204" pitchFamily="34" charset="0"/>
              </a:defRPr>
            </a:lvl2pPr>
            <a:lvl3pPr marL="432000" indent="-216000" algn="l" defTabSz="914126" rtl="0" eaLnBrk="1" latinLnBrk="0" hangingPunct="1">
              <a:lnSpc>
                <a:spcPct val="100000"/>
              </a:lnSpc>
              <a:spcBef>
                <a:spcPts val="600"/>
              </a:spcBef>
              <a:buClr>
                <a:schemeClr val="tx1"/>
              </a:buClr>
              <a:buFont typeface="Wingdings" panose="05000000000000000000" pitchFamily="2" charset="2"/>
              <a:buChar char="§"/>
              <a:defRPr sz="1200" kern="1200">
                <a:solidFill>
                  <a:schemeClr val="tx1"/>
                </a:solidFill>
                <a:latin typeface="Calibri" panose="020F0502020204030204" pitchFamily="34" charset="0"/>
                <a:ea typeface="+mn-ea"/>
                <a:cs typeface="Calibri" panose="020F0502020204030204" pitchFamily="34" charset="0"/>
              </a:defRPr>
            </a:lvl3pPr>
            <a:lvl4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4pPr>
            <a:lvl5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5pPr>
            <a:lvl6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6pPr>
            <a:lvl7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7pPr>
            <a:lvl8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8pPr>
            <a:lvl9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9pPr>
          </a:lstStyle>
          <a:p>
            <a:pPr marL="0" marR="0" lvl="0" indent="0" algn="ctr" defTabSz="914126" rtl="0" eaLnBrk="1" fontAlgn="auto" latinLnBrk="0" hangingPunct="1">
              <a:lnSpc>
                <a:spcPct val="100000"/>
              </a:lnSpc>
              <a:spcBef>
                <a:spcPct val="0"/>
              </a:spcBef>
              <a:spcAft>
                <a:spcPct val="0"/>
              </a:spcAft>
              <a:buClrTx/>
              <a:buSzTx/>
              <a:buFont typeface="Arial" panose="020B0604020202020204" pitchFamily="34" charset="0"/>
              <a:buNone/>
              <a:tabLst/>
              <a:defRPr/>
            </a:pPr>
            <a:fld id="{FF520770-B252-4213-AC5E-E787E368988E}" type="datetime'''''''''''''''''''''''Oc''''''''''''''''''t'''''''''''''''''">
              <a:rPr kumimoji="0" lang="en-US" altLang="en-US" sz="1400" b="0" i="0" u="none" strike="noStrike" kern="1200" cap="none" spc="0" normalizeH="0" baseline="0" noProof="0" smtClean="0">
                <a:ln>
                  <a:noFill/>
                </a:ln>
                <a:solidFill>
                  <a:srgbClr val="262F3C"/>
                </a:solidFill>
                <a:effectLst/>
                <a:uLnTx/>
                <a:uFillTx/>
                <a:latin typeface="Calibri" panose="020F0502020204030204" pitchFamily="34" charset="0"/>
                <a:ea typeface="+mn-ea"/>
                <a:cs typeface="Calibri" panose="020F0502020204030204" pitchFamily="34" charset="0"/>
              </a:rPr>
              <a:pPr marL="0" marR="0" lvl="0" indent="0" algn="ctr" defTabSz="914126" rtl="0" eaLnBrk="1" fontAlgn="auto" latinLnBrk="0" hangingPunct="1">
                <a:lnSpc>
                  <a:spcPct val="100000"/>
                </a:lnSpc>
                <a:spcBef>
                  <a:spcPct val="0"/>
                </a:spcBef>
                <a:spcAft>
                  <a:spcPct val="0"/>
                </a:spcAft>
                <a:buClrTx/>
                <a:buSzTx/>
                <a:buFont typeface="Arial" panose="020B0604020202020204" pitchFamily="34" charset="0"/>
                <a:buNone/>
                <a:tabLst/>
                <a:defRPr/>
              </a:pPr>
              <a:t>Oct</a:t>
            </a:fld>
            <a:endParaRPr kumimoji="0" lang="en-US" sz="1400" b="0" i="0" u="none" strike="noStrike" kern="1200" cap="none" spc="0" normalizeH="0" baseline="0" noProof="0" dirty="0">
              <a:ln>
                <a:noFill/>
              </a:ln>
              <a:solidFill>
                <a:srgbClr val="262F3C"/>
              </a:solidFill>
              <a:effectLst/>
              <a:uLnTx/>
              <a:uFillTx/>
              <a:latin typeface="Calibri" panose="020F0502020204030204" pitchFamily="34" charset="0"/>
              <a:ea typeface="+mn-ea"/>
              <a:cs typeface="Calibri" panose="020F0502020204030204" pitchFamily="34" charset="0"/>
            </a:endParaRPr>
          </a:p>
        </p:txBody>
      </p:sp>
      <p:sp>
        <p:nvSpPr>
          <p:cNvPr id="41" name="Text Placeholder 2">
            <a:extLst>
              <a:ext uri="{FF2B5EF4-FFF2-40B4-BE49-F238E27FC236}">
                <a16:creationId xmlns:a16="http://schemas.microsoft.com/office/drawing/2014/main" id="{49DBCB02-44A8-ADA2-DB9A-65CDA7E38213}"/>
              </a:ext>
            </a:extLst>
          </p:cNvPr>
          <p:cNvSpPr>
            <a:spLocks noGrp="1"/>
          </p:cNvSpPr>
          <p:nvPr>
            <p:custDataLst>
              <p:tags r:id="rId8"/>
            </p:custDataLst>
          </p:nvPr>
        </p:nvSpPr>
        <p:spPr bwMode="auto">
          <a:xfrm>
            <a:off x="614363" y="2754313"/>
            <a:ext cx="249238"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numCol="1" spcCol="0" rtlCol="0" anchor="ctr" anchorCtr="0">
            <a:noAutofit/>
          </a:bodyPr>
          <a:lstStyle>
            <a:lvl1pPr marL="0" indent="0" algn="l" defTabSz="914126" rtl="0" eaLnBrk="1" latinLnBrk="0" hangingPunct="1">
              <a:lnSpc>
                <a:spcPct val="100000"/>
              </a:lnSpc>
              <a:spcBef>
                <a:spcPts val="600"/>
              </a:spcBef>
              <a:buFont typeface="Arial" panose="020B0604020202020204" pitchFamily="34" charset="0"/>
              <a:buNone/>
              <a:defRPr sz="1400" kern="1200">
                <a:solidFill>
                  <a:schemeClr val="tx1"/>
                </a:solidFill>
                <a:latin typeface="Calibri" panose="020F0502020204030204" pitchFamily="34" charset="0"/>
                <a:ea typeface="+mn-ea"/>
                <a:cs typeface="Calibri" panose="020F0502020204030204" pitchFamily="34" charset="0"/>
              </a:defRPr>
            </a:lvl1pPr>
            <a:lvl2pPr marL="216000" indent="-216000" algn="l" defTabSz="914126"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Calibri" panose="020F0502020204030204" pitchFamily="34" charset="0"/>
                <a:ea typeface="+mn-ea"/>
                <a:cs typeface="Calibri" panose="020F0502020204030204" pitchFamily="34" charset="0"/>
              </a:defRPr>
            </a:lvl2pPr>
            <a:lvl3pPr marL="432000" indent="-216000" algn="l" defTabSz="914126" rtl="0" eaLnBrk="1" latinLnBrk="0" hangingPunct="1">
              <a:lnSpc>
                <a:spcPct val="100000"/>
              </a:lnSpc>
              <a:spcBef>
                <a:spcPts val="600"/>
              </a:spcBef>
              <a:buClr>
                <a:schemeClr val="tx1"/>
              </a:buClr>
              <a:buFont typeface="Wingdings" panose="05000000000000000000" pitchFamily="2" charset="2"/>
              <a:buChar char="§"/>
              <a:defRPr sz="1200" kern="1200">
                <a:solidFill>
                  <a:schemeClr val="tx1"/>
                </a:solidFill>
                <a:latin typeface="Calibri" panose="020F0502020204030204" pitchFamily="34" charset="0"/>
                <a:ea typeface="+mn-ea"/>
                <a:cs typeface="Calibri" panose="020F0502020204030204" pitchFamily="34" charset="0"/>
              </a:defRPr>
            </a:lvl3pPr>
            <a:lvl4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4pPr>
            <a:lvl5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5pPr>
            <a:lvl6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6pPr>
            <a:lvl7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7pPr>
            <a:lvl8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8pPr>
            <a:lvl9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9pPr>
          </a:lstStyle>
          <a:p>
            <a:pPr marL="0" marR="0" lvl="0" indent="0" algn="r" defTabSz="914126" rtl="0" eaLnBrk="1" fontAlgn="auto" latinLnBrk="0" hangingPunct="1">
              <a:lnSpc>
                <a:spcPct val="100000"/>
              </a:lnSpc>
              <a:spcBef>
                <a:spcPct val="0"/>
              </a:spcBef>
              <a:spcAft>
                <a:spcPct val="0"/>
              </a:spcAft>
              <a:buClrTx/>
              <a:buSzTx/>
              <a:buFont typeface="Arial" panose="020B0604020202020204" pitchFamily="34" charset="0"/>
              <a:buNone/>
              <a:tabLst/>
              <a:defRPr/>
            </a:pPr>
            <a:fld id="{CFE3932D-BCEC-4F05-B013-4E7968523563}" type="datetime'R''''''''''''''''''''''''''''''''''M'''''''''''''''''">
              <a:rPr kumimoji="0" lang="en-US" altLang="en-US" sz="1400" b="0" i="0" u="none" strike="noStrike" kern="1200" cap="none" spc="0" normalizeH="0" baseline="0" noProof="0" smtClean="0">
                <a:ln>
                  <a:noFill/>
                </a:ln>
                <a:solidFill>
                  <a:srgbClr val="262F3C"/>
                </a:solidFill>
                <a:effectLst/>
                <a:uLnTx/>
                <a:uFillTx/>
                <a:latin typeface="Calibri" panose="020F0502020204030204" pitchFamily="34" charset="0"/>
                <a:ea typeface="+mn-ea"/>
                <a:cs typeface="Calibri" panose="020F0502020204030204" pitchFamily="34" charset="0"/>
              </a:rPr>
              <a:pPr marL="0" marR="0" lvl="0" indent="0" algn="r" defTabSz="914126" rtl="0" eaLnBrk="1" fontAlgn="auto" latinLnBrk="0" hangingPunct="1">
                <a:lnSpc>
                  <a:spcPct val="100000"/>
                </a:lnSpc>
                <a:spcBef>
                  <a:spcPct val="0"/>
                </a:spcBef>
                <a:spcAft>
                  <a:spcPct val="0"/>
                </a:spcAft>
                <a:buClrTx/>
                <a:buSzTx/>
                <a:buFont typeface="Arial" panose="020B0604020202020204" pitchFamily="34" charset="0"/>
                <a:buNone/>
                <a:tabLst/>
                <a:defRPr/>
              </a:pPr>
              <a:t>RM</a:t>
            </a:fld>
            <a:endParaRPr kumimoji="0" lang="en-US" sz="1400" b="0" i="0" u="none" strike="noStrike" kern="1200" cap="none" spc="0" normalizeH="0" baseline="0" noProof="0" dirty="0">
              <a:ln>
                <a:noFill/>
              </a:ln>
              <a:solidFill>
                <a:srgbClr val="262F3C"/>
              </a:solidFill>
              <a:effectLst/>
              <a:uLnTx/>
              <a:uFillTx/>
              <a:latin typeface="Calibri" panose="020F0502020204030204" pitchFamily="34" charset="0"/>
              <a:ea typeface="+mn-ea"/>
              <a:cs typeface="Calibri" panose="020F0502020204030204" pitchFamily="34" charset="0"/>
            </a:endParaRPr>
          </a:p>
        </p:txBody>
      </p:sp>
      <p:sp>
        <p:nvSpPr>
          <p:cNvPr id="43" name="Text Placeholder 2">
            <a:extLst>
              <a:ext uri="{FF2B5EF4-FFF2-40B4-BE49-F238E27FC236}">
                <a16:creationId xmlns:a16="http://schemas.microsoft.com/office/drawing/2014/main" id="{EE80544C-E56A-DA7A-292D-BF71CBE807AF}"/>
              </a:ext>
            </a:extLst>
          </p:cNvPr>
          <p:cNvSpPr>
            <a:spLocks noGrp="1"/>
          </p:cNvSpPr>
          <p:nvPr>
            <p:custDataLst>
              <p:tags r:id="rId9"/>
            </p:custDataLst>
          </p:nvPr>
        </p:nvSpPr>
        <p:spPr bwMode="auto">
          <a:xfrm>
            <a:off x="671513" y="4675188"/>
            <a:ext cx="192088"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numCol="1" spcCol="0" rtlCol="0" anchor="ctr" anchorCtr="0">
            <a:noAutofit/>
          </a:bodyPr>
          <a:lstStyle>
            <a:lvl1pPr marL="0" indent="0" algn="l" defTabSz="914126" rtl="0" eaLnBrk="1" latinLnBrk="0" hangingPunct="1">
              <a:lnSpc>
                <a:spcPct val="100000"/>
              </a:lnSpc>
              <a:spcBef>
                <a:spcPts val="600"/>
              </a:spcBef>
              <a:buFont typeface="Arial" panose="020B0604020202020204" pitchFamily="34" charset="0"/>
              <a:buNone/>
              <a:defRPr sz="1400" kern="1200">
                <a:solidFill>
                  <a:schemeClr val="tx1"/>
                </a:solidFill>
                <a:latin typeface="Calibri" panose="020F0502020204030204" pitchFamily="34" charset="0"/>
                <a:ea typeface="+mn-ea"/>
                <a:cs typeface="Calibri" panose="020F0502020204030204" pitchFamily="34" charset="0"/>
              </a:defRPr>
            </a:lvl1pPr>
            <a:lvl2pPr marL="216000" indent="-216000" algn="l" defTabSz="914126"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Calibri" panose="020F0502020204030204" pitchFamily="34" charset="0"/>
                <a:ea typeface="+mn-ea"/>
                <a:cs typeface="Calibri" panose="020F0502020204030204" pitchFamily="34" charset="0"/>
              </a:defRPr>
            </a:lvl2pPr>
            <a:lvl3pPr marL="432000" indent="-216000" algn="l" defTabSz="914126" rtl="0" eaLnBrk="1" latinLnBrk="0" hangingPunct="1">
              <a:lnSpc>
                <a:spcPct val="100000"/>
              </a:lnSpc>
              <a:spcBef>
                <a:spcPts val="600"/>
              </a:spcBef>
              <a:buClr>
                <a:schemeClr val="tx1"/>
              </a:buClr>
              <a:buFont typeface="Wingdings" panose="05000000000000000000" pitchFamily="2" charset="2"/>
              <a:buChar char="§"/>
              <a:defRPr sz="1200" kern="1200">
                <a:solidFill>
                  <a:schemeClr val="tx1"/>
                </a:solidFill>
                <a:latin typeface="Calibri" panose="020F0502020204030204" pitchFamily="34" charset="0"/>
                <a:ea typeface="+mn-ea"/>
                <a:cs typeface="Calibri" panose="020F0502020204030204" pitchFamily="34" charset="0"/>
              </a:defRPr>
            </a:lvl3pPr>
            <a:lvl4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4pPr>
            <a:lvl5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5pPr>
            <a:lvl6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6pPr>
            <a:lvl7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7pPr>
            <a:lvl8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8pPr>
            <a:lvl9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9pPr>
          </a:lstStyle>
          <a:p>
            <a:pPr marL="0" marR="0" lvl="0" indent="0" algn="r" defTabSz="914126" rtl="0" eaLnBrk="1" fontAlgn="auto" latinLnBrk="0" hangingPunct="1">
              <a:lnSpc>
                <a:spcPct val="100000"/>
              </a:lnSpc>
              <a:spcBef>
                <a:spcPct val="0"/>
              </a:spcBef>
              <a:spcAft>
                <a:spcPct val="0"/>
              </a:spcAft>
              <a:buClrTx/>
              <a:buSzTx/>
              <a:buFont typeface="Arial" panose="020B0604020202020204" pitchFamily="34" charset="0"/>
              <a:buNone/>
              <a:tabLst/>
              <a:defRPr/>
            </a:pPr>
            <a:fld id="{71ED898E-EC28-4E72-AC3A-EBA228B9C4C7}" type="datetime'''''''''''''''''''''F''''''''''''G'''''''''''''''''''''''''''">
              <a:rPr kumimoji="0" lang="en-US" altLang="en-US" sz="1400" b="0" i="0" u="none" strike="noStrike" kern="1200" cap="none" spc="0" normalizeH="0" baseline="0" noProof="0" smtClean="0">
                <a:ln>
                  <a:noFill/>
                </a:ln>
                <a:solidFill>
                  <a:srgbClr val="262F3C"/>
                </a:solidFill>
                <a:effectLst/>
                <a:uLnTx/>
                <a:uFillTx/>
                <a:latin typeface="Calibri" panose="020F0502020204030204" pitchFamily="34" charset="0"/>
                <a:ea typeface="+mn-ea"/>
                <a:cs typeface="Calibri" panose="020F0502020204030204" pitchFamily="34" charset="0"/>
              </a:rPr>
              <a:pPr marL="0" marR="0" lvl="0" indent="0" algn="r" defTabSz="914126" rtl="0" eaLnBrk="1" fontAlgn="auto" latinLnBrk="0" hangingPunct="1">
                <a:lnSpc>
                  <a:spcPct val="100000"/>
                </a:lnSpc>
                <a:spcBef>
                  <a:spcPct val="0"/>
                </a:spcBef>
                <a:spcAft>
                  <a:spcPct val="0"/>
                </a:spcAft>
                <a:buClrTx/>
                <a:buSzTx/>
                <a:buFont typeface="Arial" panose="020B0604020202020204" pitchFamily="34" charset="0"/>
                <a:buNone/>
                <a:tabLst/>
                <a:defRPr/>
              </a:pPr>
              <a:t>FG</a:t>
            </a:fld>
            <a:endParaRPr kumimoji="0" lang="en-US" sz="1400" b="0" i="0" u="none" strike="noStrike" kern="1200" cap="none" spc="0" normalizeH="0" baseline="0" noProof="0" dirty="0">
              <a:ln>
                <a:noFill/>
              </a:ln>
              <a:solidFill>
                <a:srgbClr val="262F3C"/>
              </a:solidFill>
              <a:effectLst/>
              <a:uLnTx/>
              <a:uFillTx/>
              <a:latin typeface="Calibri" panose="020F0502020204030204" pitchFamily="34" charset="0"/>
              <a:ea typeface="+mn-ea"/>
              <a:cs typeface="Calibri" panose="020F0502020204030204" pitchFamily="34" charset="0"/>
            </a:endParaRPr>
          </a:p>
        </p:txBody>
      </p:sp>
      <p:sp>
        <p:nvSpPr>
          <p:cNvPr id="42" name="Text Placeholder 2">
            <a:extLst>
              <a:ext uri="{FF2B5EF4-FFF2-40B4-BE49-F238E27FC236}">
                <a16:creationId xmlns:a16="http://schemas.microsoft.com/office/drawing/2014/main" id="{824E7DCC-3083-5FA0-D028-A91571C043A7}"/>
              </a:ext>
            </a:extLst>
          </p:cNvPr>
          <p:cNvSpPr>
            <a:spLocks noGrp="1"/>
          </p:cNvSpPr>
          <p:nvPr>
            <p:custDataLst>
              <p:tags r:id="rId10"/>
            </p:custDataLst>
          </p:nvPr>
        </p:nvSpPr>
        <p:spPr bwMode="auto">
          <a:xfrm>
            <a:off x="568325" y="4002088"/>
            <a:ext cx="29527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numCol="1" spcCol="0" rtlCol="0" anchor="ctr" anchorCtr="0">
            <a:noAutofit/>
          </a:bodyPr>
          <a:lstStyle>
            <a:lvl1pPr marL="0" indent="0" algn="l" defTabSz="914126" rtl="0" eaLnBrk="1" latinLnBrk="0" hangingPunct="1">
              <a:lnSpc>
                <a:spcPct val="100000"/>
              </a:lnSpc>
              <a:spcBef>
                <a:spcPts val="600"/>
              </a:spcBef>
              <a:buFont typeface="Arial" panose="020B0604020202020204" pitchFamily="34" charset="0"/>
              <a:buNone/>
              <a:defRPr sz="1400" kern="1200">
                <a:solidFill>
                  <a:schemeClr val="tx1"/>
                </a:solidFill>
                <a:latin typeface="Calibri" panose="020F0502020204030204" pitchFamily="34" charset="0"/>
                <a:ea typeface="+mn-ea"/>
                <a:cs typeface="Calibri" panose="020F0502020204030204" pitchFamily="34" charset="0"/>
              </a:defRPr>
            </a:lvl1pPr>
            <a:lvl2pPr marL="216000" indent="-216000" algn="l" defTabSz="914126"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Calibri" panose="020F0502020204030204" pitchFamily="34" charset="0"/>
                <a:ea typeface="+mn-ea"/>
                <a:cs typeface="Calibri" panose="020F0502020204030204" pitchFamily="34" charset="0"/>
              </a:defRPr>
            </a:lvl2pPr>
            <a:lvl3pPr marL="432000" indent="-216000" algn="l" defTabSz="914126" rtl="0" eaLnBrk="1" latinLnBrk="0" hangingPunct="1">
              <a:lnSpc>
                <a:spcPct val="100000"/>
              </a:lnSpc>
              <a:spcBef>
                <a:spcPts val="600"/>
              </a:spcBef>
              <a:buClr>
                <a:schemeClr val="tx1"/>
              </a:buClr>
              <a:buFont typeface="Wingdings" panose="05000000000000000000" pitchFamily="2" charset="2"/>
              <a:buChar char="§"/>
              <a:defRPr sz="1200" kern="1200">
                <a:solidFill>
                  <a:schemeClr val="tx1"/>
                </a:solidFill>
                <a:latin typeface="Calibri" panose="020F0502020204030204" pitchFamily="34" charset="0"/>
                <a:ea typeface="+mn-ea"/>
                <a:cs typeface="Calibri" panose="020F0502020204030204" pitchFamily="34" charset="0"/>
              </a:defRPr>
            </a:lvl3pPr>
            <a:lvl4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4pPr>
            <a:lvl5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5pPr>
            <a:lvl6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6pPr>
            <a:lvl7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7pPr>
            <a:lvl8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8pPr>
            <a:lvl9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9pPr>
          </a:lstStyle>
          <a:p>
            <a:pPr marL="0" marR="0" lvl="0" indent="0" algn="r" defTabSz="914126" rtl="0" eaLnBrk="1" fontAlgn="auto" latinLnBrk="0" hangingPunct="1">
              <a:lnSpc>
                <a:spcPct val="100000"/>
              </a:lnSpc>
              <a:spcBef>
                <a:spcPct val="0"/>
              </a:spcBef>
              <a:spcAft>
                <a:spcPct val="0"/>
              </a:spcAft>
              <a:buClrTx/>
              <a:buSzTx/>
              <a:buFont typeface="Arial" panose="020B0604020202020204" pitchFamily="34" charset="0"/>
              <a:buNone/>
              <a:tabLst/>
              <a:defRPr/>
            </a:pPr>
            <a:fld id="{CDDC287B-8243-41E5-94C5-D96C432459B6}" type="datetime'''''W''IP'''''''''''''''''''''''''">
              <a:rPr kumimoji="0" lang="en-US" altLang="en-US" sz="1400" b="0" i="0" u="none" strike="noStrike" kern="1200" cap="none" spc="0" normalizeH="0" baseline="0" noProof="0" smtClean="0">
                <a:ln>
                  <a:noFill/>
                </a:ln>
                <a:solidFill>
                  <a:srgbClr val="262F3C"/>
                </a:solidFill>
                <a:effectLst/>
                <a:uLnTx/>
                <a:uFillTx/>
                <a:latin typeface="Calibri" panose="020F0502020204030204" pitchFamily="34" charset="0"/>
                <a:ea typeface="+mn-ea"/>
                <a:cs typeface="Calibri" panose="020F0502020204030204" pitchFamily="34" charset="0"/>
              </a:rPr>
              <a:pPr marL="0" marR="0" lvl="0" indent="0" algn="r" defTabSz="914126" rtl="0" eaLnBrk="1" fontAlgn="auto" latinLnBrk="0" hangingPunct="1">
                <a:lnSpc>
                  <a:spcPct val="100000"/>
                </a:lnSpc>
                <a:spcBef>
                  <a:spcPct val="0"/>
                </a:spcBef>
                <a:spcAft>
                  <a:spcPct val="0"/>
                </a:spcAft>
                <a:buClrTx/>
                <a:buSzTx/>
                <a:buFont typeface="Arial" panose="020B0604020202020204" pitchFamily="34" charset="0"/>
                <a:buNone/>
                <a:tabLst/>
                <a:defRPr/>
              </a:pPr>
              <a:t>WIP</a:t>
            </a:fld>
            <a:endParaRPr kumimoji="0" lang="en-US" sz="1400" b="0" i="0" u="none" strike="noStrike" kern="1200" cap="none" spc="0" normalizeH="0" baseline="0" noProof="0" dirty="0">
              <a:ln>
                <a:noFill/>
              </a:ln>
              <a:solidFill>
                <a:srgbClr val="262F3C"/>
              </a:solidFill>
              <a:effectLst/>
              <a:uLnTx/>
              <a:uFillTx/>
              <a:latin typeface="Calibri" panose="020F0502020204030204" pitchFamily="34" charset="0"/>
              <a:ea typeface="+mn-ea"/>
              <a:cs typeface="Calibri" panose="020F0502020204030204" pitchFamily="34" charset="0"/>
            </a:endParaRPr>
          </a:p>
        </p:txBody>
      </p:sp>
      <p:sp>
        <p:nvSpPr>
          <p:cNvPr id="94" name="Text Placeholder 2">
            <a:extLst>
              <a:ext uri="{FF2B5EF4-FFF2-40B4-BE49-F238E27FC236}">
                <a16:creationId xmlns:a16="http://schemas.microsoft.com/office/drawing/2014/main" id="{600892B0-1E58-806D-9F60-B33060904F6B}"/>
              </a:ext>
            </a:extLst>
          </p:cNvPr>
          <p:cNvSpPr>
            <a:spLocks noGrp="1"/>
          </p:cNvSpPr>
          <p:nvPr>
            <p:custDataLst>
              <p:tags r:id="rId11"/>
            </p:custDataLst>
          </p:nvPr>
        </p:nvSpPr>
        <p:spPr bwMode="gray">
          <a:xfrm>
            <a:off x="6953250" y="2544763"/>
            <a:ext cx="23177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numCol="1" spcCol="0" rtlCol="0" anchor="b" anchorCtr="0">
            <a:noAutofit/>
          </a:bodyPr>
          <a:lstStyle>
            <a:lvl1pPr marL="0" indent="0" algn="l" defTabSz="914126" rtl="0" eaLnBrk="1" latinLnBrk="0" hangingPunct="1">
              <a:lnSpc>
                <a:spcPct val="100000"/>
              </a:lnSpc>
              <a:spcBef>
                <a:spcPts val="600"/>
              </a:spcBef>
              <a:buFont typeface="Arial" panose="020B0604020202020204" pitchFamily="34" charset="0"/>
              <a:buNone/>
              <a:defRPr sz="1400" kern="1200">
                <a:solidFill>
                  <a:schemeClr val="tx1"/>
                </a:solidFill>
                <a:latin typeface="Calibri" panose="020F0502020204030204" pitchFamily="34" charset="0"/>
                <a:ea typeface="+mn-ea"/>
                <a:cs typeface="Calibri" panose="020F0502020204030204" pitchFamily="34" charset="0"/>
              </a:defRPr>
            </a:lvl1pPr>
            <a:lvl2pPr marL="216000" indent="-216000" algn="l" defTabSz="914126"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Calibri" panose="020F0502020204030204" pitchFamily="34" charset="0"/>
                <a:ea typeface="+mn-ea"/>
                <a:cs typeface="Calibri" panose="020F0502020204030204" pitchFamily="34" charset="0"/>
              </a:defRPr>
            </a:lvl2pPr>
            <a:lvl3pPr marL="432000" indent="-216000" algn="l" defTabSz="914126" rtl="0" eaLnBrk="1" latinLnBrk="0" hangingPunct="1">
              <a:lnSpc>
                <a:spcPct val="100000"/>
              </a:lnSpc>
              <a:spcBef>
                <a:spcPts val="600"/>
              </a:spcBef>
              <a:buClr>
                <a:schemeClr val="tx1"/>
              </a:buClr>
              <a:buFont typeface="Wingdings" panose="05000000000000000000" pitchFamily="2" charset="2"/>
              <a:buChar char="§"/>
              <a:defRPr sz="1200" kern="1200">
                <a:solidFill>
                  <a:schemeClr val="tx1"/>
                </a:solidFill>
                <a:latin typeface="Calibri" panose="020F0502020204030204" pitchFamily="34" charset="0"/>
                <a:ea typeface="+mn-ea"/>
                <a:cs typeface="Calibri" panose="020F0502020204030204" pitchFamily="34" charset="0"/>
              </a:defRPr>
            </a:lvl3pPr>
            <a:lvl4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4pPr>
            <a:lvl5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5pPr>
            <a:lvl6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6pPr>
            <a:lvl7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7pPr>
            <a:lvl8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8pPr>
            <a:lvl9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9pPr>
          </a:lstStyle>
          <a:p>
            <a:pPr marL="0" marR="0" lvl="0" indent="0" algn="ctr" defTabSz="914126" rtl="0" eaLnBrk="1" fontAlgn="auto" latinLnBrk="0" hangingPunct="1">
              <a:lnSpc>
                <a:spcPct val="100000"/>
              </a:lnSpc>
              <a:spcBef>
                <a:spcPct val="0"/>
              </a:spcBef>
              <a:spcAft>
                <a:spcPct val="0"/>
              </a:spcAft>
              <a:buClrTx/>
              <a:buSzTx/>
              <a:buFont typeface="Arial" panose="020B0604020202020204" pitchFamily="34" charset="0"/>
              <a:buNone/>
              <a:tabLst/>
              <a:defRPr/>
            </a:pPr>
            <a:fld id="{67BD2862-F487-4476-BCD1-B1C356BAE2B7}" type="datetime'''''''''''''''''''''''4''''''''''''''''6'''''">
              <a:rPr kumimoji="0" lang="en-US" altLang="en-US" sz="1400" b="0" i="0" u="none" strike="noStrike" kern="1200" cap="none" spc="0" normalizeH="0" baseline="0" noProof="0" smtClean="0">
                <a:ln>
                  <a:noFill/>
                </a:ln>
                <a:solidFill>
                  <a:srgbClr val="262F3C"/>
                </a:solidFill>
                <a:effectLst/>
                <a:uLnTx/>
                <a:uFillTx/>
                <a:latin typeface="Calibri" panose="020F0502020204030204" pitchFamily="34" charset="0"/>
                <a:ea typeface="+mn-ea"/>
                <a:cs typeface="Calibri" panose="020F0502020204030204" pitchFamily="34" charset="0"/>
              </a:rPr>
              <a:pPr marL="0" marR="0" lvl="0" indent="0" algn="ctr" defTabSz="914126" rtl="0" eaLnBrk="1" fontAlgn="auto" latinLnBrk="0" hangingPunct="1">
                <a:lnSpc>
                  <a:spcPct val="100000"/>
                </a:lnSpc>
                <a:spcBef>
                  <a:spcPct val="0"/>
                </a:spcBef>
                <a:spcAft>
                  <a:spcPct val="0"/>
                </a:spcAft>
                <a:buClrTx/>
                <a:buSzTx/>
                <a:buFont typeface="Arial" panose="020B0604020202020204" pitchFamily="34" charset="0"/>
                <a:buNone/>
                <a:tabLst/>
                <a:defRPr/>
              </a:pPr>
              <a:t>46</a:t>
            </a:fld>
            <a:endParaRPr kumimoji="0" lang="en-US" sz="1400" b="0" i="0" u="none" strike="noStrike" kern="1200" cap="none" spc="0" normalizeH="0" baseline="0" noProof="0" dirty="0">
              <a:ln>
                <a:noFill/>
              </a:ln>
              <a:solidFill>
                <a:srgbClr val="262F3C"/>
              </a:solidFill>
              <a:effectLst/>
              <a:uLnTx/>
              <a:uFillTx/>
              <a:latin typeface="Calibri" panose="020F0502020204030204" pitchFamily="34" charset="0"/>
              <a:ea typeface="+mn-ea"/>
              <a:cs typeface="Calibri" panose="020F0502020204030204" pitchFamily="34" charset="0"/>
            </a:endParaRPr>
          </a:p>
        </p:txBody>
      </p:sp>
    </p:spTree>
    <p:extLst>
      <p:ext uri="{BB962C8B-B14F-4D97-AF65-F5344CB8AC3E}">
        <p14:creationId xmlns:p14="http://schemas.microsoft.com/office/powerpoint/2010/main" val="2348565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24EE23-893D-4C03-978D-DBCE55ADB1B6}"/>
              </a:ext>
            </a:extLst>
          </p:cNvPr>
          <p:cNvSpPr>
            <a:spLocks noGrp="1"/>
          </p:cNvSpPr>
          <p:nvPr>
            <p:ph type="body" sz="quarter" idx="14"/>
          </p:nvPr>
        </p:nvSpPr>
        <p:spPr/>
        <p:txBody>
          <a:bodyPr/>
          <a:lstStyle/>
          <a:p>
            <a:endParaRPr lang="LID4096"/>
          </a:p>
        </p:txBody>
      </p:sp>
      <p:sp>
        <p:nvSpPr>
          <p:cNvPr id="3" name="Text Placeholder 2">
            <a:extLst>
              <a:ext uri="{FF2B5EF4-FFF2-40B4-BE49-F238E27FC236}">
                <a16:creationId xmlns:a16="http://schemas.microsoft.com/office/drawing/2014/main" id="{5F9E035D-7004-0748-6D51-A227C3493190}"/>
              </a:ext>
            </a:extLst>
          </p:cNvPr>
          <p:cNvSpPr>
            <a:spLocks noGrp="1"/>
          </p:cNvSpPr>
          <p:nvPr>
            <p:ph type="body" sz="quarter" idx="15"/>
          </p:nvPr>
        </p:nvSpPr>
        <p:spPr/>
        <p:txBody>
          <a:bodyPr/>
          <a:lstStyle/>
          <a:p>
            <a:endParaRPr lang="LID4096"/>
          </a:p>
        </p:txBody>
      </p:sp>
      <p:sp>
        <p:nvSpPr>
          <p:cNvPr id="4" name="Title 3">
            <a:extLst>
              <a:ext uri="{FF2B5EF4-FFF2-40B4-BE49-F238E27FC236}">
                <a16:creationId xmlns:a16="http://schemas.microsoft.com/office/drawing/2014/main" id="{D8FC9060-0E67-5525-757F-A4293A49A210}"/>
              </a:ext>
            </a:extLst>
          </p:cNvPr>
          <p:cNvSpPr>
            <a:spLocks noGrp="1"/>
          </p:cNvSpPr>
          <p:nvPr>
            <p:ph type="title"/>
          </p:nvPr>
        </p:nvSpPr>
        <p:spPr/>
        <p:txBody>
          <a:bodyPr/>
          <a:lstStyle/>
          <a:p>
            <a:r>
              <a:rPr lang="en-GB" dirty="0"/>
              <a:t>Key actions for inventory reduction</a:t>
            </a:r>
            <a:endParaRPr lang="LID4096" dirty="0"/>
          </a:p>
        </p:txBody>
      </p:sp>
      <p:sp>
        <p:nvSpPr>
          <p:cNvPr id="5" name="Slide Number Placeholder 4">
            <a:extLst>
              <a:ext uri="{FF2B5EF4-FFF2-40B4-BE49-F238E27FC236}">
                <a16:creationId xmlns:a16="http://schemas.microsoft.com/office/drawing/2014/main" id="{B23070EE-A6B2-4B97-F8C0-D7BBB26EADF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6AA3846-8976-4D24-8224-CEE1235CE9F4}" type="slidenum">
              <a:rPr kumimoji="0" lang="en-US" sz="800" b="0" i="0" u="none" strike="noStrike" kern="1200" cap="none" spc="0" normalizeH="0" baseline="0" noProof="0" smtClean="0">
                <a:ln>
                  <a:noFill/>
                </a:ln>
                <a:solidFill>
                  <a:srgbClr val="262F3C"/>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800" b="0" i="0" u="none" strike="noStrike" kern="1200" cap="none" spc="0" normalizeH="0" baseline="0" noProof="0" dirty="0">
              <a:ln>
                <a:noFill/>
              </a:ln>
              <a:solidFill>
                <a:srgbClr val="262F3C"/>
              </a:solidFill>
              <a:effectLst/>
              <a:uLnTx/>
              <a:uFillTx/>
              <a:latin typeface="Arial"/>
              <a:ea typeface="+mn-ea"/>
              <a:cs typeface="+mn-cs"/>
            </a:endParaRPr>
          </a:p>
        </p:txBody>
      </p:sp>
      <p:sp>
        <p:nvSpPr>
          <p:cNvPr id="7" name="Subtitle 6">
            <a:extLst>
              <a:ext uri="{FF2B5EF4-FFF2-40B4-BE49-F238E27FC236}">
                <a16:creationId xmlns:a16="http://schemas.microsoft.com/office/drawing/2014/main" id="{12F87E07-6824-2571-B42A-BDB17EE9DD11}"/>
              </a:ext>
            </a:extLst>
          </p:cNvPr>
          <p:cNvSpPr>
            <a:spLocks noGrp="1"/>
          </p:cNvSpPr>
          <p:nvPr>
            <p:ph type="subTitle" idx="1"/>
          </p:nvPr>
        </p:nvSpPr>
        <p:spPr/>
        <p:txBody>
          <a:bodyPr/>
          <a:lstStyle/>
          <a:p>
            <a:endParaRPr lang="LID4096"/>
          </a:p>
        </p:txBody>
      </p:sp>
      <p:graphicFrame>
        <p:nvGraphicFramePr>
          <p:cNvPr id="8" name="Table 8">
            <a:extLst>
              <a:ext uri="{FF2B5EF4-FFF2-40B4-BE49-F238E27FC236}">
                <a16:creationId xmlns:a16="http://schemas.microsoft.com/office/drawing/2014/main" id="{A1EC5E84-AE3D-ED59-6DB3-9D9FA1378D98}"/>
              </a:ext>
            </a:extLst>
          </p:cNvPr>
          <p:cNvGraphicFramePr>
            <a:graphicFrameLocks noGrp="1"/>
          </p:cNvGraphicFramePr>
          <p:nvPr>
            <p:extLst>
              <p:ext uri="{D42A27DB-BD31-4B8C-83A1-F6EECF244321}">
                <p14:modId xmlns:p14="http://schemas.microsoft.com/office/powerpoint/2010/main" val="3371111662"/>
              </p:ext>
            </p:extLst>
          </p:nvPr>
        </p:nvGraphicFramePr>
        <p:xfrm>
          <a:off x="489527" y="1734095"/>
          <a:ext cx="10718405" cy="3801932"/>
        </p:xfrm>
        <a:graphic>
          <a:graphicData uri="http://schemas.openxmlformats.org/drawingml/2006/table">
            <a:tbl>
              <a:tblPr firstRow="1" bandRow="1">
                <a:tableStyleId>{00A15C55-8517-42AA-B614-E9B94910E393}</a:tableStyleId>
              </a:tblPr>
              <a:tblGrid>
                <a:gridCol w="2229101">
                  <a:extLst>
                    <a:ext uri="{9D8B030D-6E8A-4147-A177-3AD203B41FA5}">
                      <a16:colId xmlns:a16="http://schemas.microsoft.com/office/drawing/2014/main" val="4045281053"/>
                    </a:ext>
                  </a:extLst>
                </a:gridCol>
                <a:gridCol w="1752788">
                  <a:extLst>
                    <a:ext uri="{9D8B030D-6E8A-4147-A177-3AD203B41FA5}">
                      <a16:colId xmlns:a16="http://schemas.microsoft.com/office/drawing/2014/main" val="1088509941"/>
                    </a:ext>
                  </a:extLst>
                </a:gridCol>
                <a:gridCol w="1545336">
                  <a:extLst>
                    <a:ext uri="{9D8B030D-6E8A-4147-A177-3AD203B41FA5}">
                      <a16:colId xmlns:a16="http://schemas.microsoft.com/office/drawing/2014/main" val="705836912"/>
                    </a:ext>
                  </a:extLst>
                </a:gridCol>
                <a:gridCol w="1993910">
                  <a:extLst>
                    <a:ext uri="{9D8B030D-6E8A-4147-A177-3AD203B41FA5}">
                      <a16:colId xmlns:a16="http://schemas.microsoft.com/office/drawing/2014/main" val="360174085"/>
                    </a:ext>
                  </a:extLst>
                </a:gridCol>
                <a:gridCol w="697939">
                  <a:extLst>
                    <a:ext uri="{9D8B030D-6E8A-4147-A177-3AD203B41FA5}">
                      <a16:colId xmlns:a16="http://schemas.microsoft.com/office/drawing/2014/main" val="2796476809"/>
                    </a:ext>
                  </a:extLst>
                </a:gridCol>
                <a:gridCol w="859303">
                  <a:extLst>
                    <a:ext uri="{9D8B030D-6E8A-4147-A177-3AD203B41FA5}">
                      <a16:colId xmlns:a16="http://schemas.microsoft.com/office/drawing/2014/main" val="4176804253"/>
                    </a:ext>
                  </a:extLst>
                </a:gridCol>
                <a:gridCol w="684900">
                  <a:extLst>
                    <a:ext uri="{9D8B030D-6E8A-4147-A177-3AD203B41FA5}">
                      <a16:colId xmlns:a16="http://schemas.microsoft.com/office/drawing/2014/main" val="2301759645"/>
                    </a:ext>
                  </a:extLst>
                </a:gridCol>
                <a:gridCol w="955128">
                  <a:extLst>
                    <a:ext uri="{9D8B030D-6E8A-4147-A177-3AD203B41FA5}">
                      <a16:colId xmlns:a16="http://schemas.microsoft.com/office/drawing/2014/main" val="2168312218"/>
                    </a:ext>
                  </a:extLst>
                </a:gridCol>
              </a:tblGrid>
              <a:tr h="373316">
                <a:tc>
                  <a:txBody>
                    <a:bodyPr/>
                    <a:lstStyle/>
                    <a:p>
                      <a:pPr algn="ctr"/>
                      <a:r>
                        <a:rPr lang="en-GB" dirty="0"/>
                        <a:t>Workstream</a:t>
                      </a:r>
                      <a:endParaRPr lang="LID4096" dirty="0"/>
                    </a:p>
                  </a:txBody>
                  <a:tcPr anchor="ctr"/>
                </a:tc>
                <a:tc>
                  <a:txBody>
                    <a:bodyPr/>
                    <a:lstStyle/>
                    <a:p>
                      <a:pPr algn="ctr"/>
                      <a:r>
                        <a:rPr lang="en-GB" dirty="0"/>
                        <a:t>Lead</a:t>
                      </a:r>
                      <a:endParaRPr lang="LID4096" dirty="0"/>
                    </a:p>
                  </a:txBody>
                  <a:tcPr anchor="ctr"/>
                </a:tc>
                <a:tc>
                  <a:txBody>
                    <a:bodyPr/>
                    <a:lstStyle/>
                    <a:p>
                      <a:pPr algn="ctr"/>
                      <a:r>
                        <a:rPr lang="en-GB" dirty="0"/>
                        <a:t>Status</a:t>
                      </a:r>
                      <a:endParaRPr lang="LID4096" dirty="0"/>
                    </a:p>
                  </a:txBody>
                  <a:tcPr anchor="ctr"/>
                </a:tc>
                <a:tc gridSpan="5">
                  <a:txBody>
                    <a:bodyPr/>
                    <a:lstStyle/>
                    <a:p>
                      <a:pPr algn="ctr"/>
                      <a:r>
                        <a:rPr lang="en-GB" dirty="0"/>
                        <a:t>Scope</a:t>
                      </a:r>
                      <a:endParaRPr lang="LID4096" dirty="0"/>
                    </a:p>
                  </a:txBody>
                  <a:tcPr anchor="ctr"/>
                </a:tc>
                <a:tc hMerge="1">
                  <a:txBody>
                    <a:bodyPr/>
                    <a:lstStyle/>
                    <a:p>
                      <a:endParaRPr lang="LID4096"/>
                    </a:p>
                  </a:txBody>
                  <a:tcPr/>
                </a:tc>
                <a:tc hMerge="1">
                  <a:txBody>
                    <a:bodyPr/>
                    <a:lstStyle/>
                    <a:p>
                      <a:endParaRPr lang="LID4096"/>
                    </a:p>
                  </a:txBody>
                  <a:tcPr/>
                </a:tc>
                <a:tc hMerge="1">
                  <a:txBody>
                    <a:bodyPr/>
                    <a:lstStyle/>
                    <a:p>
                      <a:endParaRPr lang="LID4096"/>
                    </a:p>
                  </a:txBody>
                  <a:tcPr/>
                </a:tc>
                <a:tc hMerge="1">
                  <a:txBody>
                    <a:bodyPr/>
                    <a:lstStyle/>
                    <a:p>
                      <a:endParaRPr lang="LID4096"/>
                    </a:p>
                  </a:txBody>
                  <a:tcPr/>
                </a:tc>
                <a:extLst>
                  <a:ext uri="{0D108BD9-81ED-4DB2-BD59-A6C34878D82A}">
                    <a16:rowId xmlns:a16="http://schemas.microsoft.com/office/drawing/2014/main" val="1487365482"/>
                  </a:ext>
                </a:extLst>
              </a:tr>
              <a:tr h="651414">
                <a:tc>
                  <a:txBody>
                    <a:bodyPr/>
                    <a:lstStyle/>
                    <a:p>
                      <a:r>
                        <a:rPr lang="en-GB" sz="1600" b="1" dirty="0"/>
                        <a:t>Min / MAX (Safety stock) </a:t>
                      </a:r>
                      <a:endParaRPr lang="LID4096" sz="1600" b="1" dirty="0"/>
                    </a:p>
                  </a:txBody>
                  <a:tcPr anchor="ctr"/>
                </a:tc>
                <a:tc>
                  <a:txBody>
                    <a:bodyPr/>
                    <a:lstStyle/>
                    <a:p>
                      <a:pPr algn="l"/>
                      <a:r>
                        <a:rPr lang="en-GB" sz="1600" b="0" dirty="0"/>
                        <a:t>Avishek</a:t>
                      </a:r>
                      <a:endParaRPr lang="LID4096" sz="1600" b="0" dirty="0"/>
                    </a:p>
                  </a:txBody>
                  <a:tcPr anchor="ctr"/>
                </a:tc>
                <a:tc>
                  <a:txBody>
                    <a:bodyPr/>
                    <a:lstStyle/>
                    <a:p>
                      <a:pPr marL="171450" indent="-171450" algn="l">
                        <a:buFont typeface="Arial" panose="020B0604020202020204" pitchFamily="34" charset="0"/>
                        <a:buChar char="•"/>
                      </a:pPr>
                      <a:r>
                        <a:rPr lang="en-GB" sz="1200" b="0" i="1" dirty="0"/>
                        <a:t>To be fully integrated at site level</a:t>
                      </a:r>
                      <a:endParaRPr lang="LID4096" sz="1200" b="0" i="1" dirty="0"/>
                    </a:p>
                  </a:txBody>
                  <a:tcPr anchor="ctr"/>
                </a:tc>
                <a:tc>
                  <a:txBody>
                    <a:bodyPr/>
                    <a:lstStyle/>
                    <a:p>
                      <a:pPr algn="ctr"/>
                      <a:r>
                        <a:rPr lang="en-GB" sz="1600" i="1" dirty="0"/>
                        <a:t>CNS</a:t>
                      </a:r>
                      <a:endParaRPr lang="LID4096" sz="1600" i="1" dirty="0"/>
                    </a:p>
                  </a:txBody>
                  <a:tcPr anchor="ctr">
                    <a:solidFill>
                      <a:srgbClr val="92D050"/>
                    </a:solidFill>
                  </a:tcPr>
                </a:tc>
                <a:tc>
                  <a:txBody>
                    <a:bodyPr/>
                    <a:lstStyle/>
                    <a:p>
                      <a:pPr algn="ctr"/>
                      <a:r>
                        <a:rPr lang="en-GB" sz="1600" i="1" dirty="0"/>
                        <a:t>BWL</a:t>
                      </a:r>
                      <a:endParaRPr lang="LID4096" sz="1600" i="1" dirty="0"/>
                    </a:p>
                  </a:txBody>
                  <a:tcPr anchor="ctr">
                    <a:solidFill>
                      <a:srgbClr val="92D050"/>
                    </a:solidFill>
                  </a:tcPr>
                </a:tc>
                <a:tc>
                  <a:txBody>
                    <a:bodyPr/>
                    <a:lstStyle/>
                    <a:p>
                      <a:pPr algn="ctr"/>
                      <a:r>
                        <a:rPr lang="en-GB" sz="1600" i="1" dirty="0"/>
                        <a:t>MNSR</a:t>
                      </a:r>
                      <a:endParaRPr lang="LID4096" sz="1600" i="1" dirty="0"/>
                    </a:p>
                  </a:txBody>
                  <a:tcPr anchor="ctr">
                    <a:solidFill>
                      <a:srgbClr val="92D050"/>
                    </a:solidFill>
                  </a:tcPr>
                </a:tc>
                <a:tc>
                  <a:txBody>
                    <a:bodyPr/>
                    <a:lstStyle/>
                    <a:p>
                      <a:pPr algn="ctr"/>
                      <a:r>
                        <a:rPr lang="en-GB" sz="1600" i="1" dirty="0"/>
                        <a:t>SND</a:t>
                      </a:r>
                      <a:endParaRPr lang="LID4096" sz="1600" i="1" dirty="0"/>
                    </a:p>
                  </a:txBody>
                  <a:tcPr anchor="ctr">
                    <a:solidFill>
                      <a:srgbClr val="92D050"/>
                    </a:solidFill>
                  </a:tcPr>
                </a:tc>
                <a:tc>
                  <a:txBody>
                    <a:bodyPr/>
                    <a:lstStyle/>
                    <a:p>
                      <a:pPr algn="ctr"/>
                      <a:r>
                        <a:rPr lang="en-GB" sz="1600" i="1" dirty="0"/>
                        <a:t>SSGs</a:t>
                      </a:r>
                      <a:endParaRPr lang="LID4096" sz="1600" i="1" dirty="0"/>
                    </a:p>
                  </a:txBody>
                  <a:tcPr anchor="ctr">
                    <a:solidFill>
                      <a:srgbClr val="92D050"/>
                    </a:solidFill>
                  </a:tcPr>
                </a:tc>
                <a:extLst>
                  <a:ext uri="{0D108BD9-81ED-4DB2-BD59-A6C34878D82A}">
                    <a16:rowId xmlns:a16="http://schemas.microsoft.com/office/drawing/2014/main" val="2320624891"/>
                  </a:ext>
                </a:extLst>
              </a:tr>
              <a:tr h="651414">
                <a:tc>
                  <a:txBody>
                    <a:bodyPr/>
                    <a:lstStyle/>
                    <a:p>
                      <a:r>
                        <a:rPr lang="en-GB" sz="1600" b="1" dirty="0"/>
                        <a:t>RCCP</a:t>
                      </a:r>
                      <a:endParaRPr lang="LID4096" sz="1600" b="1" dirty="0"/>
                    </a:p>
                  </a:txBody>
                  <a:tcPr anchor="ctr"/>
                </a:tc>
                <a:tc>
                  <a:txBody>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lang="en-GB" sz="1600" b="0" dirty="0"/>
                        <a:t>Avishek</a:t>
                      </a:r>
                      <a:endParaRPr lang="LID4096" sz="1600" b="0" dirty="0"/>
                    </a:p>
                  </a:txBody>
                  <a:tcPr anchor="ctr"/>
                </a:tc>
                <a:tc>
                  <a:txBody>
                    <a:bodyPr/>
                    <a:lstStyle/>
                    <a:p>
                      <a:pPr marL="171450" indent="-171450" algn="l" defTabSz="914126" rtl="0" eaLnBrk="1" latinLnBrk="0" hangingPunct="1">
                        <a:buFont typeface="Arial" panose="020B0604020202020204" pitchFamily="34" charset="0"/>
                        <a:buChar char="•"/>
                      </a:pPr>
                      <a:r>
                        <a:rPr lang="en-GB" sz="1200" b="0" i="1" kern="1200" dirty="0">
                          <a:solidFill>
                            <a:schemeClr val="dk1"/>
                          </a:solidFill>
                          <a:latin typeface="+mn-lt"/>
                          <a:ea typeface="+mn-ea"/>
                          <a:cs typeface="+mn-cs"/>
                        </a:rPr>
                        <a:t>To be fully integrated at site level</a:t>
                      </a:r>
                      <a:endParaRPr lang="LID4096" sz="1200" b="0" i="1" kern="1200" dirty="0">
                        <a:solidFill>
                          <a:schemeClr val="dk1"/>
                        </a:solidFill>
                        <a:latin typeface="+mn-lt"/>
                        <a:ea typeface="+mn-ea"/>
                        <a:cs typeface="+mn-cs"/>
                      </a:endParaRPr>
                    </a:p>
                  </a:txBody>
                  <a:tcPr anchor="ctr"/>
                </a:tc>
                <a:tc>
                  <a:txBody>
                    <a:bodyPr/>
                    <a:lstStyle/>
                    <a:p>
                      <a:pPr algn="ctr"/>
                      <a:r>
                        <a:rPr lang="en-GB" sz="1600" i="1" dirty="0"/>
                        <a:t>CNS</a:t>
                      </a:r>
                      <a:endParaRPr lang="LID4096" sz="1600" i="1" dirty="0"/>
                    </a:p>
                  </a:txBody>
                  <a:tcPr anchor="ctr">
                    <a:solidFill>
                      <a:srgbClr val="92D050"/>
                    </a:solidFill>
                  </a:tcPr>
                </a:tc>
                <a:tc>
                  <a:txBody>
                    <a:bodyPr/>
                    <a:lstStyle/>
                    <a:p>
                      <a:pPr algn="ctr"/>
                      <a:r>
                        <a:rPr lang="en-GB" sz="1600" i="1" dirty="0"/>
                        <a:t>BWL</a:t>
                      </a:r>
                      <a:endParaRPr lang="LID4096" sz="1600" i="1" dirty="0"/>
                    </a:p>
                  </a:txBody>
                  <a:tcPr anchor="ctr">
                    <a:solidFill>
                      <a:srgbClr val="92D050"/>
                    </a:solidFill>
                  </a:tcPr>
                </a:tc>
                <a:tc>
                  <a:txBody>
                    <a:bodyPr/>
                    <a:lstStyle/>
                    <a:p>
                      <a:pPr algn="ctr"/>
                      <a:r>
                        <a:rPr lang="en-GB" sz="1600" i="1" dirty="0"/>
                        <a:t>MNSR</a:t>
                      </a:r>
                      <a:endParaRPr lang="LID4096" sz="1600" i="1" dirty="0"/>
                    </a:p>
                  </a:txBody>
                  <a:tcPr anchor="ctr">
                    <a:solidFill>
                      <a:srgbClr val="92D050"/>
                    </a:solidFill>
                  </a:tcPr>
                </a:tc>
                <a:tc>
                  <a:txBody>
                    <a:bodyPr/>
                    <a:lstStyle/>
                    <a:p>
                      <a:pPr algn="ctr"/>
                      <a:r>
                        <a:rPr lang="en-GB" sz="1600" i="1" dirty="0"/>
                        <a:t>SND</a:t>
                      </a:r>
                      <a:endParaRPr lang="LID4096" sz="1600" i="1" dirty="0"/>
                    </a:p>
                  </a:txBody>
                  <a:tcPr anchor="ctr">
                    <a:solidFill>
                      <a:srgbClr val="92D050"/>
                    </a:solidFill>
                  </a:tcPr>
                </a:tc>
                <a:tc>
                  <a:txBody>
                    <a:bodyPr/>
                    <a:lstStyle/>
                    <a:p>
                      <a:pPr algn="ctr"/>
                      <a:r>
                        <a:rPr lang="en-GB" sz="1600" i="1" dirty="0"/>
                        <a:t>SSGs</a:t>
                      </a:r>
                      <a:endParaRPr lang="LID4096" sz="1600" i="1" dirty="0"/>
                    </a:p>
                  </a:txBody>
                  <a:tcPr anchor="ctr">
                    <a:solidFill>
                      <a:srgbClr val="92D050"/>
                    </a:solidFill>
                  </a:tcPr>
                </a:tc>
                <a:extLst>
                  <a:ext uri="{0D108BD9-81ED-4DB2-BD59-A6C34878D82A}">
                    <a16:rowId xmlns:a16="http://schemas.microsoft.com/office/drawing/2014/main" val="2321197955"/>
                  </a:ext>
                </a:extLst>
              </a:tr>
              <a:tr h="651414">
                <a:tc>
                  <a:txBody>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lang="en-GB" sz="1600" b="1" dirty="0"/>
                        <a:t>Inventory aging</a:t>
                      </a:r>
                      <a:endParaRPr lang="LID4096" sz="1600" b="1" dirty="0"/>
                    </a:p>
                  </a:txBody>
                  <a:tcPr anchor="ctr"/>
                </a:tc>
                <a:tc>
                  <a:txBody>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lang="en-GB" sz="1600" b="0" dirty="0"/>
                        <a:t>Varun / Daniele</a:t>
                      </a:r>
                      <a:endParaRPr lang="LID4096" sz="1600" b="0" dirty="0"/>
                    </a:p>
                  </a:txBody>
                  <a:tcPr anchor="ctr"/>
                </a:tc>
                <a:tc>
                  <a:txBody>
                    <a:bodyPr/>
                    <a:lstStyle/>
                    <a:p>
                      <a:pPr marL="171450" marR="0" lvl="0" indent="-171450"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b="0" i="1" kern="1200" dirty="0">
                          <a:solidFill>
                            <a:schemeClr val="dk1"/>
                          </a:solidFill>
                          <a:latin typeface="+mn-lt"/>
                          <a:ea typeface="+mn-ea"/>
                          <a:cs typeface="+mn-cs"/>
                        </a:rPr>
                        <a:t>To be fully integrated at site level</a:t>
                      </a:r>
                      <a:endParaRPr lang="LID4096" sz="1200" b="0" i="1" kern="1200" dirty="0">
                        <a:solidFill>
                          <a:schemeClr val="dk1"/>
                        </a:solidFill>
                        <a:latin typeface="+mn-lt"/>
                        <a:ea typeface="+mn-ea"/>
                        <a:cs typeface="+mn-cs"/>
                      </a:endParaRPr>
                    </a:p>
                    <a:p>
                      <a:pPr marL="171450" marR="0" lvl="0" indent="-171450"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LID4096" sz="1200" b="0" i="1" kern="1200" dirty="0">
                        <a:solidFill>
                          <a:schemeClr val="dk1"/>
                        </a:solidFill>
                        <a:latin typeface="+mn-lt"/>
                        <a:ea typeface="+mn-ea"/>
                        <a:cs typeface="+mn-cs"/>
                      </a:endParaRPr>
                    </a:p>
                  </a:txBody>
                  <a:tcPr anchor="ctr"/>
                </a:tc>
                <a:tc>
                  <a:txBody>
                    <a:bodyPr/>
                    <a:lstStyle/>
                    <a:p>
                      <a:pPr algn="ctr"/>
                      <a:r>
                        <a:rPr lang="en-GB" sz="1600" i="1" dirty="0"/>
                        <a:t>CNS</a:t>
                      </a:r>
                      <a:endParaRPr lang="LID4096" sz="1600" i="1" dirty="0"/>
                    </a:p>
                  </a:txBody>
                  <a:tcPr anchor="ctr">
                    <a:solidFill>
                      <a:srgbClr val="92D050"/>
                    </a:solidFill>
                  </a:tcPr>
                </a:tc>
                <a:tc>
                  <a:txBody>
                    <a:bodyPr/>
                    <a:lstStyle/>
                    <a:p>
                      <a:pPr algn="ctr"/>
                      <a:r>
                        <a:rPr lang="en-GB" sz="1600" i="1" dirty="0"/>
                        <a:t>BWL</a:t>
                      </a:r>
                      <a:endParaRPr lang="LID4096" sz="1600" i="1" dirty="0"/>
                    </a:p>
                  </a:txBody>
                  <a:tcPr anchor="ctr">
                    <a:solidFill>
                      <a:srgbClr val="FFC000"/>
                    </a:solidFill>
                  </a:tcPr>
                </a:tc>
                <a:tc>
                  <a:txBody>
                    <a:bodyPr/>
                    <a:lstStyle/>
                    <a:p>
                      <a:pPr algn="ctr"/>
                      <a:r>
                        <a:rPr lang="en-GB" sz="1600" i="1" dirty="0"/>
                        <a:t>MNSR</a:t>
                      </a:r>
                      <a:endParaRPr lang="LID4096" sz="1600" i="1" dirty="0"/>
                    </a:p>
                  </a:txBody>
                  <a:tcPr anchor="ctr">
                    <a:solidFill>
                      <a:srgbClr val="FFC000"/>
                    </a:solidFill>
                  </a:tcPr>
                </a:tc>
                <a:tc>
                  <a:txBody>
                    <a:bodyPr/>
                    <a:lstStyle/>
                    <a:p>
                      <a:pPr algn="ctr"/>
                      <a:r>
                        <a:rPr lang="en-GB" sz="1600" i="1" dirty="0"/>
                        <a:t>SND</a:t>
                      </a:r>
                      <a:endParaRPr lang="LID4096" sz="1600" i="1" dirty="0"/>
                    </a:p>
                  </a:txBody>
                  <a:tcPr anchor="ctr">
                    <a:solidFill>
                      <a:srgbClr val="FFC000"/>
                    </a:solidFill>
                  </a:tcPr>
                </a:tc>
                <a:tc>
                  <a:txBody>
                    <a:bodyPr/>
                    <a:lstStyle/>
                    <a:p>
                      <a:pPr algn="ctr"/>
                      <a:r>
                        <a:rPr lang="en-GB" sz="1600" i="1" dirty="0"/>
                        <a:t>SSGs</a:t>
                      </a:r>
                      <a:endParaRPr lang="LID4096" sz="1600" i="1" dirty="0"/>
                    </a:p>
                  </a:txBody>
                  <a:tcPr anchor="ctr">
                    <a:solidFill>
                      <a:srgbClr val="FFC000"/>
                    </a:solidFill>
                  </a:tcPr>
                </a:tc>
                <a:extLst>
                  <a:ext uri="{0D108BD9-81ED-4DB2-BD59-A6C34878D82A}">
                    <a16:rowId xmlns:a16="http://schemas.microsoft.com/office/drawing/2014/main" val="662934406"/>
                  </a:ext>
                </a:extLst>
              </a:tr>
              <a:tr h="651414">
                <a:tc>
                  <a:txBody>
                    <a:bodyPr/>
                    <a:lstStyle/>
                    <a:p>
                      <a:r>
                        <a:rPr lang="en-GB" sz="1600" b="1" dirty="0"/>
                        <a:t>S&amp;OP – ICP alignment </a:t>
                      </a:r>
                      <a:endParaRPr lang="LID4096" sz="1600" b="1" dirty="0"/>
                    </a:p>
                  </a:txBody>
                  <a:tcPr anchor="ctr"/>
                </a:tc>
                <a:tc>
                  <a:txBody>
                    <a:bodyPr/>
                    <a:lstStyle/>
                    <a:p>
                      <a:pPr algn="l"/>
                      <a:r>
                        <a:rPr lang="en-GB" sz="1600" b="0" dirty="0"/>
                        <a:t>Rajiv/Jason</a:t>
                      </a:r>
                      <a:endParaRPr lang="LID4096" sz="1600" b="0" dirty="0"/>
                    </a:p>
                  </a:txBody>
                  <a:tcPr anchor="ctr"/>
                </a:tc>
                <a:tc>
                  <a:txBody>
                    <a:bodyPr/>
                    <a:lstStyle/>
                    <a:p>
                      <a:pPr marL="171450" indent="-171450" algn="l" defTabSz="914126" rtl="0" eaLnBrk="1" latinLnBrk="0" hangingPunct="1">
                        <a:buFont typeface="Arial" panose="020B0604020202020204" pitchFamily="34" charset="0"/>
                        <a:buChar char="•"/>
                      </a:pPr>
                      <a:r>
                        <a:rPr lang="en-GB" sz="1200" b="0" i="1" kern="1200" dirty="0">
                          <a:solidFill>
                            <a:schemeClr val="dk1"/>
                          </a:solidFill>
                          <a:latin typeface="+mn-lt"/>
                          <a:ea typeface="+mn-ea"/>
                          <a:cs typeface="+mn-cs"/>
                        </a:rPr>
                        <a:t>Well integrated</a:t>
                      </a:r>
                      <a:endParaRPr lang="LID4096" sz="1200" b="0" i="1" kern="1200" dirty="0">
                        <a:solidFill>
                          <a:schemeClr val="dk1"/>
                        </a:solidFill>
                        <a:latin typeface="+mn-lt"/>
                        <a:ea typeface="+mn-ea"/>
                        <a:cs typeface="+mn-cs"/>
                      </a:endParaRPr>
                    </a:p>
                  </a:txBody>
                  <a:tcPr anchor="ctr"/>
                </a:tc>
                <a:tc gridSpan="2">
                  <a:txBody>
                    <a:bodyPr/>
                    <a:lstStyle/>
                    <a:p>
                      <a:pPr algn="ctr"/>
                      <a:r>
                        <a:rPr lang="en-GB" sz="1600" i="1" dirty="0"/>
                        <a:t>Sealings</a:t>
                      </a:r>
                      <a:endParaRPr lang="LID4096" sz="1600" i="1" dirty="0"/>
                    </a:p>
                  </a:txBody>
                  <a:tcPr anchor="ctr">
                    <a:solidFill>
                      <a:srgbClr val="92D050"/>
                    </a:solidFill>
                  </a:tcPr>
                </a:tc>
                <a:tc hMerge="1">
                  <a:txBody>
                    <a:bodyPr/>
                    <a:lstStyle/>
                    <a:p>
                      <a:endParaRPr lang="LID4096"/>
                    </a:p>
                  </a:txBody>
                  <a:tcPr/>
                </a:tc>
                <a:tc gridSpan="3">
                  <a:txBody>
                    <a:bodyPr/>
                    <a:lstStyle/>
                    <a:p>
                      <a:pPr algn="ctr"/>
                      <a:r>
                        <a:rPr lang="en-GB" sz="1600" i="1" dirty="0"/>
                        <a:t>Fluids</a:t>
                      </a:r>
                      <a:endParaRPr lang="LID4096" sz="1600" i="1" dirty="0"/>
                    </a:p>
                  </a:txBody>
                  <a:tcPr anchor="ctr"/>
                </a:tc>
                <a:tc hMerge="1">
                  <a:txBody>
                    <a:bodyPr/>
                    <a:lstStyle/>
                    <a:p>
                      <a:endParaRPr lang="LID4096"/>
                    </a:p>
                  </a:txBody>
                  <a:tcPr/>
                </a:tc>
                <a:tc hMerge="1">
                  <a:txBody>
                    <a:bodyPr/>
                    <a:lstStyle/>
                    <a:p>
                      <a:endParaRPr lang="LID4096"/>
                    </a:p>
                  </a:txBody>
                  <a:tcPr/>
                </a:tc>
                <a:extLst>
                  <a:ext uri="{0D108BD9-81ED-4DB2-BD59-A6C34878D82A}">
                    <a16:rowId xmlns:a16="http://schemas.microsoft.com/office/drawing/2014/main" val="2246007634"/>
                  </a:ext>
                </a:extLst>
              </a:tr>
              <a:tr h="651414">
                <a:tc>
                  <a:txBody>
                    <a:bodyPr/>
                    <a:lstStyle/>
                    <a:p>
                      <a:r>
                        <a:rPr lang="en-GB" sz="1600" b="1" dirty="0"/>
                        <a:t>Raw material localization</a:t>
                      </a:r>
                      <a:endParaRPr lang="LID4096" sz="1600" b="1" dirty="0"/>
                    </a:p>
                  </a:txBody>
                  <a:tcPr anchor="ctr"/>
                </a:tc>
                <a:tc>
                  <a:txBody>
                    <a:bodyPr/>
                    <a:lstStyle/>
                    <a:p>
                      <a:pPr algn="l"/>
                      <a:r>
                        <a:rPr lang="en-GB" sz="1600" b="0" dirty="0"/>
                        <a:t>Purchasing</a:t>
                      </a:r>
                      <a:endParaRPr lang="LID4096" sz="1600" b="0" dirty="0"/>
                    </a:p>
                  </a:txBody>
                  <a:tcPr anchor="ctr"/>
                </a:tc>
                <a:tc>
                  <a:txBody>
                    <a:bodyPr/>
                    <a:lstStyle/>
                    <a:p>
                      <a:pPr marL="0" algn="l" defTabSz="914126" rtl="0" eaLnBrk="1" latinLnBrk="0" hangingPunct="1"/>
                      <a:endParaRPr lang="LID4096" sz="1200" b="0" kern="1200" dirty="0">
                        <a:solidFill>
                          <a:schemeClr val="dk1"/>
                        </a:solidFill>
                        <a:latin typeface="+mn-lt"/>
                        <a:ea typeface="+mn-ea"/>
                        <a:cs typeface="+mn-cs"/>
                      </a:endParaRPr>
                    </a:p>
                  </a:txBody>
                  <a:tcPr anchor="ctr"/>
                </a:tc>
                <a:tc gridSpan="5">
                  <a:txBody>
                    <a:bodyPr/>
                    <a:lstStyle/>
                    <a:p>
                      <a:pPr algn="ctr"/>
                      <a:r>
                        <a:rPr lang="en-GB" sz="1600" i="1" dirty="0"/>
                        <a:t>TBC</a:t>
                      </a:r>
                      <a:endParaRPr lang="LID4096" sz="1600" i="1" dirty="0"/>
                    </a:p>
                  </a:txBody>
                  <a:tcPr anchor="ctr">
                    <a:solidFill>
                      <a:srgbClr val="92D050"/>
                    </a:solidFill>
                  </a:tcPr>
                </a:tc>
                <a:tc hMerge="1">
                  <a:txBody>
                    <a:bodyPr/>
                    <a:lstStyle/>
                    <a:p>
                      <a:endParaRPr lang="LID4096"/>
                    </a:p>
                  </a:txBody>
                  <a:tcPr/>
                </a:tc>
                <a:tc hMerge="1">
                  <a:txBody>
                    <a:bodyPr/>
                    <a:lstStyle/>
                    <a:p>
                      <a:pPr marL="0" marR="0" lvl="0" indent="0" algn="ctr" defTabSz="914126" rtl="0" eaLnBrk="1" fontAlgn="auto" latinLnBrk="0" hangingPunct="1">
                        <a:lnSpc>
                          <a:spcPct val="100000"/>
                        </a:lnSpc>
                        <a:spcBef>
                          <a:spcPts val="0"/>
                        </a:spcBef>
                        <a:spcAft>
                          <a:spcPts val="0"/>
                        </a:spcAft>
                        <a:buClrTx/>
                        <a:buSzTx/>
                        <a:buFontTx/>
                        <a:buNone/>
                        <a:tabLst/>
                        <a:defRPr/>
                      </a:pPr>
                      <a:endParaRPr lang="LID4096" sz="1600" i="1" dirty="0"/>
                    </a:p>
                  </a:txBody>
                  <a:tcPr anchor="ctr"/>
                </a:tc>
                <a:tc hMerge="1">
                  <a:txBody>
                    <a:bodyPr/>
                    <a:lstStyle/>
                    <a:p>
                      <a:endParaRPr lang="LID4096"/>
                    </a:p>
                  </a:txBody>
                  <a:tcPr/>
                </a:tc>
                <a:tc hMerge="1">
                  <a:txBody>
                    <a:bodyPr/>
                    <a:lstStyle/>
                    <a:p>
                      <a:endParaRPr lang="LID4096"/>
                    </a:p>
                  </a:txBody>
                  <a:tcPr/>
                </a:tc>
                <a:extLst>
                  <a:ext uri="{0D108BD9-81ED-4DB2-BD59-A6C34878D82A}">
                    <a16:rowId xmlns:a16="http://schemas.microsoft.com/office/drawing/2014/main" val="2859463506"/>
                  </a:ext>
                </a:extLst>
              </a:tr>
            </a:tbl>
          </a:graphicData>
        </a:graphic>
      </p:graphicFrame>
    </p:spTree>
    <p:extLst>
      <p:ext uri="{BB962C8B-B14F-4D97-AF65-F5344CB8AC3E}">
        <p14:creationId xmlns:p14="http://schemas.microsoft.com/office/powerpoint/2010/main" val="2997485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BBD820D0-4F42-8D9E-24A2-B99D87434C74}"/>
              </a:ext>
            </a:extLst>
          </p:cNvPr>
          <p:cNvSpPr>
            <a:spLocks noGrp="1"/>
          </p:cNvSpPr>
          <p:nvPr>
            <p:ph type="body" sz="quarter" idx="14"/>
          </p:nvPr>
        </p:nvSpPr>
        <p:spPr/>
        <p:txBody>
          <a:bodyPr/>
          <a:lstStyle/>
          <a:p>
            <a:endParaRPr lang="LID4096"/>
          </a:p>
        </p:txBody>
      </p:sp>
      <p:sp>
        <p:nvSpPr>
          <p:cNvPr id="19" name="Text Placeholder 18">
            <a:extLst>
              <a:ext uri="{FF2B5EF4-FFF2-40B4-BE49-F238E27FC236}">
                <a16:creationId xmlns:a16="http://schemas.microsoft.com/office/drawing/2014/main" id="{AB792570-7CC7-99D6-BA33-7F7B4BAA98BE}"/>
              </a:ext>
            </a:extLst>
          </p:cNvPr>
          <p:cNvSpPr>
            <a:spLocks noGrp="1"/>
          </p:cNvSpPr>
          <p:nvPr>
            <p:ph type="body" sz="quarter" idx="15"/>
          </p:nvPr>
        </p:nvSpPr>
        <p:spPr/>
        <p:txBody>
          <a:bodyPr/>
          <a:lstStyle/>
          <a:p>
            <a:endParaRPr lang="LID4096"/>
          </a:p>
        </p:txBody>
      </p:sp>
      <p:sp>
        <p:nvSpPr>
          <p:cNvPr id="15" name="Title 14">
            <a:extLst>
              <a:ext uri="{FF2B5EF4-FFF2-40B4-BE49-F238E27FC236}">
                <a16:creationId xmlns:a16="http://schemas.microsoft.com/office/drawing/2014/main" id="{AD8A67B3-FF76-660E-AE33-90EEF2803E28}"/>
              </a:ext>
            </a:extLst>
          </p:cNvPr>
          <p:cNvSpPr>
            <a:spLocks noGrp="1"/>
          </p:cNvSpPr>
          <p:nvPr>
            <p:ph type="title"/>
          </p:nvPr>
        </p:nvSpPr>
        <p:spPr/>
        <p:txBody>
          <a:bodyPr/>
          <a:lstStyle/>
          <a:p>
            <a:r>
              <a:rPr lang="en-GB" dirty="0"/>
              <a:t>Demand Consolidation process</a:t>
            </a:r>
            <a:endParaRPr lang="LID4096" dirty="0"/>
          </a:p>
        </p:txBody>
      </p:sp>
      <p:sp>
        <p:nvSpPr>
          <p:cNvPr id="9" name="Slide Number Placeholder 8">
            <a:extLst>
              <a:ext uri="{FF2B5EF4-FFF2-40B4-BE49-F238E27FC236}">
                <a16:creationId xmlns:a16="http://schemas.microsoft.com/office/drawing/2014/main" id="{0D0B608C-784A-F1D5-9DD0-6927A9CACDBF}"/>
              </a:ext>
            </a:extLst>
          </p:cNvPr>
          <p:cNvSpPr>
            <a:spLocks noGrp="1"/>
          </p:cNvSpPr>
          <p:nvPr>
            <p:ph type="sldNum" sz="quarter" idx="12"/>
          </p:nvPr>
        </p:nvSpPr>
        <p:spPr/>
        <p:txBody>
          <a:bodyPr/>
          <a:lstStyle/>
          <a:p>
            <a:fld id="{66AA3846-8976-4D24-8224-CEE1235CE9F4}" type="slidenum">
              <a:rPr lang="en-US" smtClean="0"/>
              <a:t>13</a:t>
            </a:fld>
            <a:endParaRPr lang="en-US" dirty="0"/>
          </a:p>
        </p:txBody>
      </p:sp>
      <p:graphicFrame>
        <p:nvGraphicFramePr>
          <p:cNvPr id="21" name="Diagram 20">
            <a:extLst>
              <a:ext uri="{FF2B5EF4-FFF2-40B4-BE49-F238E27FC236}">
                <a16:creationId xmlns:a16="http://schemas.microsoft.com/office/drawing/2014/main" id="{4841E305-2C12-A61D-A13B-221F5FDDC51D}"/>
              </a:ext>
            </a:extLst>
          </p:cNvPr>
          <p:cNvGraphicFramePr/>
          <p:nvPr>
            <p:extLst>
              <p:ext uri="{D42A27DB-BD31-4B8C-83A1-F6EECF244321}">
                <p14:modId xmlns:p14="http://schemas.microsoft.com/office/powerpoint/2010/main" val="2358262982"/>
              </p:ext>
            </p:extLst>
          </p:nvPr>
        </p:nvGraphicFramePr>
        <p:xfrm>
          <a:off x="420002" y="1701005"/>
          <a:ext cx="11337704" cy="461962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6" name="Subtitle 15">
            <a:extLst>
              <a:ext uri="{FF2B5EF4-FFF2-40B4-BE49-F238E27FC236}">
                <a16:creationId xmlns:a16="http://schemas.microsoft.com/office/drawing/2014/main" id="{C1A0963E-55EA-9F4B-11AE-89563F34590D}"/>
              </a:ext>
            </a:extLst>
          </p:cNvPr>
          <p:cNvSpPr>
            <a:spLocks noGrp="1"/>
          </p:cNvSpPr>
          <p:nvPr>
            <p:ph type="subTitle" idx="1"/>
          </p:nvPr>
        </p:nvSpPr>
        <p:spPr/>
        <p:txBody>
          <a:bodyPr/>
          <a:lstStyle/>
          <a:p>
            <a:endParaRPr lang="LID4096" dirty="0"/>
          </a:p>
        </p:txBody>
      </p:sp>
      <p:sp>
        <p:nvSpPr>
          <p:cNvPr id="22" name="Arrow: Right 21">
            <a:extLst>
              <a:ext uri="{FF2B5EF4-FFF2-40B4-BE49-F238E27FC236}">
                <a16:creationId xmlns:a16="http://schemas.microsoft.com/office/drawing/2014/main" id="{6C02DB17-6066-EE7A-BD4A-97AFFB4459C0}"/>
              </a:ext>
            </a:extLst>
          </p:cNvPr>
          <p:cNvSpPr/>
          <p:nvPr/>
        </p:nvSpPr>
        <p:spPr bwMode="gray">
          <a:xfrm rot="5400000">
            <a:off x="6731780" y="2208293"/>
            <a:ext cx="452740" cy="667726"/>
          </a:xfrm>
          <a:prstGeom prst="rightArrow">
            <a:avLst/>
          </a:prstGeom>
          <a:solidFill>
            <a:srgbClr val="002060"/>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LID4096" sz="1400" dirty="0" err="1">
              <a:solidFill>
                <a:schemeClr val="bg1"/>
              </a:solidFill>
            </a:endParaRPr>
          </a:p>
        </p:txBody>
      </p:sp>
      <p:sp>
        <p:nvSpPr>
          <p:cNvPr id="23" name="TextBox 22">
            <a:extLst>
              <a:ext uri="{FF2B5EF4-FFF2-40B4-BE49-F238E27FC236}">
                <a16:creationId xmlns:a16="http://schemas.microsoft.com/office/drawing/2014/main" id="{88A2FB61-8446-D557-49CF-FB083617F038}"/>
              </a:ext>
            </a:extLst>
          </p:cNvPr>
          <p:cNvSpPr txBox="1"/>
          <p:nvPr/>
        </p:nvSpPr>
        <p:spPr bwMode="gray">
          <a:xfrm>
            <a:off x="7428410" y="2205302"/>
            <a:ext cx="1236617" cy="563224"/>
          </a:xfrm>
          <a:prstGeom prst="rect">
            <a:avLst/>
          </a:prstGeom>
          <a:noFill/>
        </p:spPr>
        <p:txBody>
          <a:bodyPr wrap="square" lIns="0" tIns="0" rIns="0" bIns="0" rtlCol="0" anchor="ctr">
            <a:noAutofit/>
          </a:bodyPr>
          <a:lstStyle/>
          <a:p>
            <a:pPr algn="ctr"/>
            <a:r>
              <a:rPr lang="en-GB" sz="1400" b="1" dirty="0">
                <a:solidFill>
                  <a:srgbClr val="002060"/>
                </a:solidFill>
              </a:rPr>
              <a:t>S&amp;OP meeting</a:t>
            </a:r>
            <a:endParaRPr lang="LID4096" sz="1400" b="1" dirty="0" err="1">
              <a:solidFill>
                <a:srgbClr val="002060"/>
              </a:solidFill>
            </a:endParaRPr>
          </a:p>
        </p:txBody>
      </p:sp>
      <p:pic>
        <p:nvPicPr>
          <p:cNvPr id="27" name="Graphic 26" descr="Checkmark with solid fill">
            <a:extLst>
              <a:ext uri="{FF2B5EF4-FFF2-40B4-BE49-F238E27FC236}">
                <a16:creationId xmlns:a16="http://schemas.microsoft.com/office/drawing/2014/main" id="{5F8D7507-8CC7-2313-6471-A672103A21E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68828" y="2480054"/>
            <a:ext cx="576943" cy="576943"/>
          </a:xfrm>
          <a:prstGeom prst="rect">
            <a:avLst/>
          </a:prstGeom>
        </p:spPr>
      </p:pic>
      <p:pic>
        <p:nvPicPr>
          <p:cNvPr id="28" name="Graphic 27" descr="Checkmark with solid fill">
            <a:extLst>
              <a:ext uri="{FF2B5EF4-FFF2-40B4-BE49-F238E27FC236}">
                <a16:creationId xmlns:a16="http://schemas.microsoft.com/office/drawing/2014/main" id="{37FFB630-2D70-4011-B818-3266D746DCD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270759" y="5253734"/>
            <a:ext cx="576943" cy="576943"/>
          </a:xfrm>
          <a:prstGeom prst="rect">
            <a:avLst/>
          </a:prstGeom>
        </p:spPr>
      </p:pic>
      <p:pic>
        <p:nvPicPr>
          <p:cNvPr id="29" name="Graphic 28" descr="Checkmark with solid fill">
            <a:extLst>
              <a:ext uri="{FF2B5EF4-FFF2-40B4-BE49-F238E27FC236}">
                <a16:creationId xmlns:a16="http://schemas.microsoft.com/office/drawing/2014/main" id="{5CBAD51E-2AD6-C343-7779-CFF46851C76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910147" y="2480053"/>
            <a:ext cx="576943" cy="576943"/>
          </a:xfrm>
          <a:prstGeom prst="rect">
            <a:avLst/>
          </a:prstGeom>
        </p:spPr>
      </p:pic>
      <p:pic>
        <p:nvPicPr>
          <p:cNvPr id="30" name="Graphic 29" descr="Checkmark with solid fill">
            <a:extLst>
              <a:ext uri="{FF2B5EF4-FFF2-40B4-BE49-F238E27FC236}">
                <a16:creationId xmlns:a16="http://schemas.microsoft.com/office/drawing/2014/main" id="{048FDF12-BF98-3CDD-E19B-BE5957E5B07C}"/>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229495" y="5253734"/>
            <a:ext cx="576943" cy="576943"/>
          </a:xfrm>
          <a:prstGeom prst="rect">
            <a:avLst/>
          </a:prstGeom>
        </p:spPr>
      </p:pic>
      <p:pic>
        <p:nvPicPr>
          <p:cNvPr id="32" name="Graphic 31" descr="Checkmark with solid fill">
            <a:extLst>
              <a:ext uri="{FF2B5EF4-FFF2-40B4-BE49-F238E27FC236}">
                <a16:creationId xmlns:a16="http://schemas.microsoft.com/office/drawing/2014/main" id="{460EF94E-9781-7CFD-8B56-932EACAA023F}"/>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707356" y="2328048"/>
            <a:ext cx="576943" cy="576943"/>
          </a:xfrm>
          <a:prstGeom prst="rect">
            <a:avLst/>
          </a:prstGeom>
        </p:spPr>
      </p:pic>
      <p:pic>
        <p:nvPicPr>
          <p:cNvPr id="17" name="Graphic 16" descr="Checkmark with solid fill">
            <a:extLst>
              <a:ext uri="{FF2B5EF4-FFF2-40B4-BE49-F238E27FC236}">
                <a16:creationId xmlns:a16="http://schemas.microsoft.com/office/drawing/2014/main" id="{1AA91419-0BB7-41B6-A9E3-9558917BFE4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125101" y="5023360"/>
            <a:ext cx="576943" cy="576943"/>
          </a:xfrm>
          <a:prstGeom prst="rect">
            <a:avLst/>
          </a:prstGeom>
        </p:spPr>
      </p:pic>
    </p:spTree>
    <p:extLst>
      <p:ext uri="{BB962C8B-B14F-4D97-AF65-F5344CB8AC3E}">
        <p14:creationId xmlns:p14="http://schemas.microsoft.com/office/powerpoint/2010/main" val="4090309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9BF9EF23-FE4B-CE42-75F4-02D9FB381CF1}"/>
              </a:ext>
            </a:extLst>
          </p:cNvPr>
          <p:cNvSpPr>
            <a:spLocks noGrp="1"/>
          </p:cNvSpPr>
          <p:nvPr>
            <p:ph type="body" sz="quarter" idx="14"/>
          </p:nvPr>
        </p:nvSpPr>
        <p:spPr/>
        <p:txBody>
          <a:bodyPr/>
          <a:lstStyle/>
          <a:p>
            <a:endParaRPr lang="LID4096"/>
          </a:p>
        </p:txBody>
      </p:sp>
      <p:sp>
        <p:nvSpPr>
          <p:cNvPr id="19" name="Text Placeholder 18">
            <a:extLst>
              <a:ext uri="{FF2B5EF4-FFF2-40B4-BE49-F238E27FC236}">
                <a16:creationId xmlns:a16="http://schemas.microsoft.com/office/drawing/2014/main" id="{887CE56F-5B24-337F-241C-D809E2656A94}"/>
              </a:ext>
            </a:extLst>
          </p:cNvPr>
          <p:cNvSpPr>
            <a:spLocks noGrp="1"/>
          </p:cNvSpPr>
          <p:nvPr>
            <p:ph type="body" sz="quarter" idx="15"/>
          </p:nvPr>
        </p:nvSpPr>
        <p:spPr/>
        <p:txBody>
          <a:bodyPr/>
          <a:lstStyle/>
          <a:p>
            <a:endParaRPr lang="LID4096"/>
          </a:p>
        </p:txBody>
      </p:sp>
      <p:sp>
        <p:nvSpPr>
          <p:cNvPr id="15" name="Title 14">
            <a:extLst>
              <a:ext uri="{FF2B5EF4-FFF2-40B4-BE49-F238E27FC236}">
                <a16:creationId xmlns:a16="http://schemas.microsoft.com/office/drawing/2014/main" id="{527FB33B-1029-76DB-D365-A18E56EEFB89}"/>
              </a:ext>
            </a:extLst>
          </p:cNvPr>
          <p:cNvSpPr>
            <a:spLocks noGrp="1"/>
          </p:cNvSpPr>
          <p:nvPr>
            <p:ph type="title"/>
          </p:nvPr>
        </p:nvSpPr>
        <p:spPr/>
        <p:txBody>
          <a:bodyPr/>
          <a:lstStyle/>
          <a:p>
            <a:r>
              <a:rPr lang="en-GB" dirty="0"/>
              <a:t>Demand and Revenue Outlook</a:t>
            </a:r>
            <a:endParaRPr lang="LID4096" dirty="0"/>
          </a:p>
        </p:txBody>
      </p:sp>
      <p:sp>
        <p:nvSpPr>
          <p:cNvPr id="9" name="Slide Number Placeholder 8">
            <a:extLst>
              <a:ext uri="{FF2B5EF4-FFF2-40B4-BE49-F238E27FC236}">
                <a16:creationId xmlns:a16="http://schemas.microsoft.com/office/drawing/2014/main" id="{52E0E2EC-9B7C-2138-E648-0FB6718A1131}"/>
              </a:ext>
            </a:extLst>
          </p:cNvPr>
          <p:cNvSpPr>
            <a:spLocks noGrp="1"/>
          </p:cNvSpPr>
          <p:nvPr>
            <p:ph type="sldNum" sz="quarter" idx="12"/>
          </p:nvPr>
        </p:nvSpPr>
        <p:spPr/>
        <p:txBody>
          <a:bodyPr/>
          <a:lstStyle/>
          <a:p>
            <a:fld id="{66AA3846-8976-4D24-8224-CEE1235CE9F4}" type="slidenum">
              <a:rPr lang="en-US" smtClean="0"/>
              <a:t>14</a:t>
            </a:fld>
            <a:endParaRPr lang="en-US" dirty="0"/>
          </a:p>
        </p:txBody>
      </p:sp>
      <p:sp>
        <p:nvSpPr>
          <p:cNvPr id="16" name="Subtitle 15">
            <a:extLst>
              <a:ext uri="{FF2B5EF4-FFF2-40B4-BE49-F238E27FC236}">
                <a16:creationId xmlns:a16="http://schemas.microsoft.com/office/drawing/2014/main" id="{634AB415-A939-C3A6-86DD-72EC09168A98}"/>
              </a:ext>
            </a:extLst>
          </p:cNvPr>
          <p:cNvSpPr>
            <a:spLocks noGrp="1"/>
          </p:cNvSpPr>
          <p:nvPr>
            <p:ph type="subTitle" idx="1"/>
          </p:nvPr>
        </p:nvSpPr>
        <p:spPr/>
        <p:txBody>
          <a:bodyPr/>
          <a:lstStyle/>
          <a:p>
            <a:r>
              <a:rPr lang="en-GB" dirty="0"/>
              <a:t>Overall for sealings</a:t>
            </a:r>
            <a:endParaRPr lang="LID4096" dirty="0"/>
          </a:p>
        </p:txBody>
      </p:sp>
      <p:sp>
        <p:nvSpPr>
          <p:cNvPr id="20" name="Text Placeholder 19">
            <a:extLst>
              <a:ext uri="{FF2B5EF4-FFF2-40B4-BE49-F238E27FC236}">
                <a16:creationId xmlns:a16="http://schemas.microsoft.com/office/drawing/2014/main" id="{34E1455A-048A-FE98-2595-2E190D1DD7B7}"/>
              </a:ext>
            </a:extLst>
          </p:cNvPr>
          <p:cNvSpPr>
            <a:spLocks noGrp="1"/>
          </p:cNvSpPr>
          <p:nvPr>
            <p:ph type="body" sz="quarter" idx="16"/>
          </p:nvPr>
        </p:nvSpPr>
        <p:spPr>
          <a:xfrm>
            <a:off x="6669954" y="1527123"/>
            <a:ext cx="5317925" cy="4619627"/>
          </a:xfrm>
        </p:spPr>
        <p:txBody>
          <a:bodyPr/>
          <a:lstStyle/>
          <a:p>
            <a:r>
              <a:rPr lang="en-GB" b="1" u="sng" dirty="0">
                <a:solidFill>
                  <a:srgbClr val="002060"/>
                </a:solidFill>
                <a:latin typeface="+mj-lt"/>
              </a:rPr>
              <a:t>Key take-aways:</a:t>
            </a:r>
          </a:p>
          <a:p>
            <a:pPr marL="285750" indent="-285750">
              <a:buFont typeface="Arial" panose="020B0604020202020204" pitchFamily="34" charset="0"/>
              <a:buChar char="•"/>
            </a:pPr>
            <a:r>
              <a:rPr lang="en-GB" sz="1400" dirty="0">
                <a:solidFill>
                  <a:srgbClr val="002060"/>
                </a:solidFill>
                <a:latin typeface="+mj-lt"/>
              </a:rPr>
              <a:t>Volume and value is based on agreed internal consensus plan.</a:t>
            </a:r>
          </a:p>
          <a:p>
            <a:pPr marL="285750" indent="-285750">
              <a:buFont typeface="Arial" panose="020B0604020202020204" pitchFamily="34" charset="0"/>
              <a:buChar char="•"/>
            </a:pPr>
            <a:r>
              <a:rPr lang="en-GB" sz="1400" dirty="0">
                <a:solidFill>
                  <a:srgbClr val="002060"/>
                </a:solidFill>
                <a:latin typeface="+mj-lt"/>
              </a:rPr>
              <a:t>Set prices aligned based on input from Sales and finance (Few changes to be reflected after feedback from finance received)</a:t>
            </a:r>
          </a:p>
          <a:p>
            <a:pPr marL="285750" indent="-285750">
              <a:buFont typeface="Arial" panose="020B0604020202020204" pitchFamily="34" charset="0"/>
              <a:buChar char="•"/>
            </a:pPr>
            <a:r>
              <a:rPr lang="en-GB" sz="1400" dirty="0">
                <a:solidFill>
                  <a:srgbClr val="002060"/>
                </a:solidFill>
                <a:latin typeface="+mj-lt"/>
              </a:rPr>
              <a:t>Aug expected revenue to be 45 CR – Need to check and verify again VW volume drop (</a:t>
            </a:r>
            <a:r>
              <a:rPr lang="en-GB" sz="1400" dirty="0" err="1">
                <a:solidFill>
                  <a:srgbClr val="002060"/>
                </a:solidFill>
                <a:latin typeface="+mj-lt"/>
              </a:rPr>
              <a:t>incl</a:t>
            </a:r>
            <a:r>
              <a:rPr lang="en-GB" sz="1400" dirty="0">
                <a:solidFill>
                  <a:srgbClr val="002060"/>
                </a:solidFill>
                <a:latin typeface="+mj-lt"/>
              </a:rPr>
              <a:t> volume) due to force majeure.</a:t>
            </a:r>
          </a:p>
          <a:p>
            <a:pPr marL="285750" indent="-285750">
              <a:buFont typeface="Arial" panose="020B0604020202020204" pitchFamily="34" charset="0"/>
              <a:buChar char="•"/>
            </a:pPr>
            <a:r>
              <a:rPr lang="en-GB" sz="1400" dirty="0">
                <a:solidFill>
                  <a:srgbClr val="002060"/>
                </a:solidFill>
                <a:latin typeface="+mj-lt"/>
              </a:rPr>
              <a:t>Volume increase foreseen in September vs Aug and drop in Oct’22 again.</a:t>
            </a:r>
          </a:p>
          <a:p>
            <a:pPr marL="285750" indent="-285750">
              <a:buFont typeface="Arial" panose="020B0604020202020204" pitchFamily="34" charset="0"/>
              <a:buChar char="•"/>
            </a:pPr>
            <a:endParaRPr lang="en-GB" sz="1400" dirty="0">
              <a:solidFill>
                <a:srgbClr val="002060"/>
              </a:solidFill>
              <a:latin typeface="+mj-lt"/>
            </a:endParaRPr>
          </a:p>
          <a:p>
            <a:pPr marL="285750" indent="-285750">
              <a:buFont typeface="Arial" panose="020B0604020202020204" pitchFamily="34" charset="0"/>
              <a:buChar char="•"/>
            </a:pPr>
            <a:endParaRPr lang="en-GB" sz="1400" dirty="0">
              <a:solidFill>
                <a:srgbClr val="002060"/>
              </a:solidFill>
              <a:latin typeface="+mj-lt"/>
            </a:endParaRPr>
          </a:p>
          <a:p>
            <a:endParaRPr lang="LID4096" dirty="0"/>
          </a:p>
        </p:txBody>
      </p:sp>
      <p:graphicFrame>
        <p:nvGraphicFramePr>
          <p:cNvPr id="13" name="Chart 12">
            <a:extLst>
              <a:ext uri="{FF2B5EF4-FFF2-40B4-BE49-F238E27FC236}">
                <a16:creationId xmlns:a16="http://schemas.microsoft.com/office/drawing/2014/main" id="{05F881C1-DFE8-4D39-90D3-5B74A9CA53CD}"/>
              </a:ext>
            </a:extLst>
          </p:cNvPr>
          <p:cNvGraphicFramePr>
            <a:graphicFrameLocks/>
          </p:cNvGraphicFramePr>
          <p:nvPr>
            <p:extLst>
              <p:ext uri="{D42A27DB-BD31-4B8C-83A1-F6EECF244321}">
                <p14:modId xmlns:p14="http://schemas.microsoft.com/office/powerpoint/2010/main" val="2568611788"/>
              </p:ext>
            </p:extLst>
          </p:nvPr>
        </p:nvGraphicFramePr>
        <p:xfrm>
          <a:off x="228855" y="4224724"/>
          <a:ext cx="5346700" cy="253489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Chart 11">
            <a:extLst>
              <a:ext uri="{FF2B5EF4-FFF2-40B4-BE49-F238E27FC236}">
                <a16:creationId xmlns:a16="http://schemas.microsoft.com/office/drawing/2014/main" id="{D3D2A4BB-538A-4231-8CB2-E9D0229E1640}"/>
              </a:ext>
            </a:extLst>
          </p:cNvPr>
          <p:cNvGraphicFramePr>
            <a:graphicFrameLocks/>
          </p:cNvGraphicFramePr>
          <p:nvPr>
            <p:extLst>
              <p:ext uri="{D42A27DB-BD31-4B8C-83A1-F6EECF244321}">
                <p14:modId xmlns:p14="http://schemas.microsoft.com/office/powerpoint/2010/main" val="1739634006"/>
              </p:ext>
            </p:extLst>
          </p:nvPr>
        </p:nvGraphicFramePr>
        <p:xfrm>
          <a:off x="273305" y="1417831"/>
          <a:ext cx="5302250" cy="275113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784877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9BF9EF23-FE4B-CE42-75F4-02D9FB381CF1}"/>
              </a:ext>
            </a:extLst>
          </p:cNvPr>
          <p:cNvSpPr>
            <a:spLocks noGrp="1"/>
          </p:cNvSpPr>
          <p:nvPr>
            <p:ph type="body" sz="quarter" idx="14"/>
          </p:nvPr>
        </p:nvSpPr>
        <p:spPr/>
        <p:txBody>
          <a:bodyPr/>
          <a:lstStyle/>
          <a:p>
            <a:endParaRPr lang="LID4096"/>
          </a:p>
        </p:txBody>
      </p:sp>
      <p:sp>
        <p:nvSpPr>
          <p:cNvPr id="19" name="Text Placeholder 18">
            <a:extLst>
              <a:ext uri="{FF2B5EF4-FFF2-40B4-BE49-F238E27FC236}">
                <a16:creationId xmlns:a16="http://schemas.microsoft.com/office/drawing/2014/main" id="{887CE56F-5B24-337F-241C-D809E2656A94}"/>
              </a:ext>
            </a:extLst>
          </p:cNvPr>
          <p:cNvSpPr>
            <a:spLocks noGrp="1"/>
          </p:cNvSpPr>
          <p:nvPr>
            <p:ph type="body" sz="quarter" idx="15"/>
          </p:nvPr>
        </p:nvSpPr>
        <p:spPr/>
        <p:txBody>
          <a:bodyPr/>
          <a:lstStyle/>
          <a:p>
            <a:endParaRPr lang="LID4096"/>
          </a:p>
        </p:txBody>
      </p:sp>
      <p:sp>
        <p:nvSpPr>
          <p:cNvPr id="15" name="Title 14">
            <a:extLst>
              <a:ext uri="{FF2B5EF4-FFF2-40B4-BE49-F238E27FC236}">
                <a16:creationId xmlns:a16="http://schemas.microsoft.com/office/drawing/2014/main" id="{527FB33B-1029-76DB-D365-A18E56EEFB89}"/>
              </a:ext>
            </a:extLst>
          </p:cNvPr>
          <p:cNvSpPr>
            <a:spLocks noGrp="1"/>
          </p:cNvSpPr>
          <p:nvPr>
            <p:ph type="title"/>
          </p:nvPr>
        </p:nvSpPr>
        <p:spPr/>
        <p:txBody>
          <a:bodyPr/>
          <a:lstStyle/>
          <a:p>
            <a:r>
              <a:rPr lang="en-GB" dirty="0"/>
              <a:t>Demand and Revenue Outlook</a:t>
            </a:r>
            <a:endParaRPr lang="LID4096" dirty="0"/>
          </a:p>
        </p:txBody>
      </p:sp>
      <p:sp>
        <p:nvSpPr>
          <p:cNvPr id="9" name="Slide Number Placeholder 8">
            <a:extLst>
              <a:ext uri="{FF2B5EF4-FFF2-40B4-BE49-F238E27FC236}">
                <a16:creationId xmlns:a16="http://schemas.microsoft.com/office/drawing/2014/main" id="{52E0E2EC-9B7C-2138-E648-0FB6718A1131}"/>
              </a:ext>
            </a:extLst>
          </p:cNvPr>
          <p:cNvSpPr>
            <a:spLocks noGrp="1"/>
          </p:cNvSpPr>
          <p:nvPr>
            <p:ph type="sldNum" sz="quarter" idx="12"/>
          </p:nvPr>
        </p:nvSpPr>
        <p:spPr/>
        <p:txBody>
          <a:bodyPr/>
          <a:lstStyle/>
          <a:p>
            <a:fld id="{66AA3846-8976-4D24-8224-CEE1235CE9F4}" type="slidenum">
              <a:rPr lang="en-US" smtClean="0"/>
              <a:t>15</a:t>
            </a:fld>
            <a:endParaRPr lang="en-US" dirty="0"/>
          </a:p>
        </p:txBody>
      </p:sp>
      <p:sp>
        <p:nvSpPr>
          <p:cNvPr id="16" name="Subtitle 15">
            <a:extLst>
              <a:ext uri="{FF2B5EF4-FFF2-40B4-BE49-F238E27FC236}">
                <a16:creationId xmlns:a16="http://schemas.microsoft.com/office/drawing/2014/main" id="{634AB415-A939-C3A6-86DD-72EC09168A98}"/>
              </a:ext>
            </a:extLst>
          </p:cNvPr>
          <p:cNvSpPr>
            <a:spLocks noGrp="1"/>
          </p:cNvSpPr>
          <p:nvPr>
            <p:ph type="subTitle" idx="1"/>
          </p:nvPr>
        </p:nvSpPr>
        <p:spPr/>
        <p:txBody>
          <a:bodyPr/>
          <a:lstStyle/>
          <a:p>
            <a:r>
              <a:rPr lang="en-GB" dirty="0"/>
              <a:t>By manufacturing site</a:t>
            </a:r>
            <a:endParaRPr lang="LID4096" dirty="0"/>
          </a:p>
        </p:txBody>
      </p:sp>
      <p:sp>
        <p:nvSpPr>
          <p:cNvPr id="20" name="Text Placeholder 19">
            <a:extLst>
              <a:ext uri="{FF2B5EF4-FFF2-40B4-BE49-F238E27FC236}">
                <a16:creationId xmlns:a16="http://schemas.microsoft.com/office/drawing/2014/main" id="{34E1455A-048A-FE98-2595-2E190D1DD7B7}"/>
              </a:ext>
            </a:extLst>
          </p:cNvPr>
          <p:cNvSpPr>
            <a:spLocks noGrp="1"/>
          </p:cNvSpPr>
          <p:nvPr>
            <p:ph type="body" sz="quarter" idx="16"/>
          </p:nvPr>
        </p:nvSpPr>
        <p:spPr>
          <a:xfrm>
            <a:off x="6450900" y="1604554"/>
            <a:ext cx="5534506" cy="4619627"/>
          </a:xfrm>
        </p:spPr>
        <p:txBody>
          <a:bodyPr/>
          <a:lstStyle/>
          <a:p>
            <a:r>
              <a:rPr lang="en-GB" b="1" u="sng" dirty="0">
                <a:solidFill>
                  <a:srgbClr val="002060"/>
                </a:solidFill>
                <a:latin typeface="+mj-lt"/>
              </a:rPr>
              <a:t>Key take-aways:</a:t>
            </a:r>
          </a:p>
          <a:p>
            <a:pPr marL="285750" indent="-285750">
              <a:buFont typeface="Arial" panose="020B0604020202020204" pitchFamily="34" charset="0"/>
              <a:buChar char="•"/>
            </a:pPr>
            <a:r>
              <a:rPr lang="en-GB" sz="1400" dirty="0">
                <a:solidFill>
                  <a:srgbClr val="002060"/>
                </a:solidFill>
                <a:latin typeface="+mj-lt"/>
              </a:rPr>
              <a:t>Risk: ICP shows demand increase in Bawal VW for Sep &amp; Oct.</a:t>
            </a:r>
          </a:p>
          <a:p>
            <a:pPr marL="285750" indent="-285750">
              <a:buFont typeface="Arial" panose="020B0604020202020204" pitchFamily="34" charset="0"/>
              <a:buChar char="•"/>
            </a:pPr>
            <a:r>
              <a:rPr lang="en-GB" sz="1400" dirty="0">
                <a:solidFill>
                  <a:srgbClr val="002060"/>
                </a:solidFill>
                <a:latin typeface="+mj-lt"/>
              </a:rPr>
              <a:t>Force majeure impact to be reflected in ICP</a:t>
            </a:r>
          </a:p>
          <a:p>
            <a:r>
              <a:rPr lang="en-GB" sz="1400" b="1" dirty="0">
                <a:solidFill>
                  <a:srgbClr val="002060"/>
                </a:solidFill>
                <a:latin typeface="+mj-lt"/>
              </a:rPr>
              <a:t>Bawal:  </a:t>
            </a:r>
          </a:p>
          <a:p>
            <a:pPr marL="285750" indent="-285750">
              <a:buFont typeface="Arial" panose="020B0604020202020204" pitchFamily="34" charset="0"/>
              <a:buChar char="•"/>
            </a:pPr>
            <a:r>
              <a:rPr lang="en-GB" sz="1400" dirty="0">
                <a:solidFill>
                  <a:srgbClr val="002060"/>
                </a:solidFill>
                <a:latin typeface="+mj-lt"/>
              </a:rPr>
              <a:t>No Backlog recovery Vs previous month</a:t>
            </a:r>
          </a:p>
          <a:p>
            <a:pPr marL="285750" indent="-285750">
              <a:buFont typeface="Arial" panose="020B0604020202020204" pitchFamily="34" charset="0"/>
              <a:buChar char="•"/>
            </a:pPr>
            <a:r>
              <a:rPr lang="en-GB" sz="1400" dirty="0">
                <a:solidFill>
                  <a:srgbClr val="002060"/>
                </a:solidFill>
                <a:latin typeface="+mj-lt"/>
              </a:rPr>
              <a:t>Still Overtime + nightshift is going on to be covered up</a:t>
            </a:r>
          </a:p>
          <a:p>
            <a:pPr marL="285750" indent="-285750">
              <a:buFont typeface="Arial" panose="020B0604020202020204" pitchFamily="34" charset="0"/>
              <a:buChar char="•"/>
            </a:pPr>
            <a:r>
              <a:rPr lang="en-GB" sz="1400" dirty="0">
                <a:solidFill>
                  <a:srgbClr val="002060"/>
                </a:solidFill>
                <a:latin typeface="+mj-lt"/>
              </a:rPr>
              <a:t>Major issue are breakdowns and non availability of contingency machines in such situation. It will take approx. 6 months to improve after getting budget for spare and new machines</a:t>
            </a:r>
          </a:p>
          <a:p>
            <a:r>
              <a:rPr lang="en-GB" sz="1400" b="1" dirty="0">
                <a:solidFill>
                  <a:srgbClr val="002060"/>
                </a:solidFill>
                <a:latin typeface="+mj-lt"/>
              </a:rPr>
              <a:t>Chennai-II and Sanand:</a:t>
            </a:r>
          </a:p>
          <a:p>
            <a:pPr marL="285750" indent="-285750">
              <a:buFont typeface="Arial" panose="020B0604020202020204" pitchFamily="34" charset="0"/>
              <a:buChar char="•"/>
            </a:pPr>
            <a:r>
              <a:rPr lang="en-GB" sz="1400" dirty="0">
                <a:solidFill>
                  <a:srgbClr val="002060"/>
                </a:solidFill>
                <a:latin typeface="+mj-lt"/>
              </a:rPr>
              <a:t>Poor service level from BWL to Chennai / Sanand  - watch list </a:t>
            </a:r>
          </a:p>
          <a:p>
            <a:pPr marL="285750" indent="-285750">
              <a:buFont typeface="Arial" panose="020B0604020202020204" pitchFamily="34" charset="0"/>
              <a:buChar char="•"/>
            </a:pPr>
            <a:endParaRPr lang="en-GB" sz="1400" dirty="0">
              <a:solidFill>
                <a:srgbClr val="002060"/>
              </a:solidFill>
              <a:latin typeface="+mj-lt"/>
            </a:endParaRPr>
          </a:p>
          <a:p>
            <a:pPr marL="285750" indent="-285750">
              <a:buFont typeface="Arial" panose="020B0604020202020204" pitchFamily="34" charset="0"/>
              <a:buChar char="•"/>
            </a:pPr>
            <a:endParaRPr lang="en-GB" sz="1400" dirty="0">
              <a:solidFill>
                <a:srgbClr val="002060"/>
              </a:solidFill>
              <a:latin typeface="+mj-lt"/>
            </a:endParaRPr>
          </a:p>
          <a:p>
            <a:pPr marL="285750" indent="-285750">
              <a:buFont typeface="Arial" panose="020B0604020202020204" pitchFamily="34" charset="0"/>
              <a:buChar char="•"/>
            </a:pPr>
            <a:endParaRPr lang="en-GB" sz="1400" dirty="0">
              <a:solidFill>
                <a:srgbClr val="002060"/>
              </a:solidFill>
              <a:latin typeface="+mj-lt"/>
            </a:endParaRPr>
          </a:p>
          <a:p>
            <a:pPr marL="285750" indent="-285750">
              <a:buFont typeface="Arial" panose="020B0604020202020204" pitchFamily="34" charset="0"/>
              <a:buChar char="•"/>
            </a:pPr>
            <a:endParaRPr lang="en-GB" sz="1400" dirty="0">
              <a:solidFill>
                <a:srgbClr val="002060"/>
              </a:solidFill>
              <a:latin typeface="+mj-lt"/>
            </a:endParaRPr>
          </a:p>
          <a:p>
            <a:endParaRPr lang="LID4096" dirty="0"/>
          </a:p>
        </p:txBody>
      </p:sp>
      <p:graphicFrame>
        <p:nvGraphicFramePr>
          <p:cNvPr id="13" name="Chart 12">
            <a:extLst>
              <a:ext uri="{FF2B5EF4-FFF2-40B4-BE49-F238E27FC236}">
                <a16:creationId xmlns:a16="http://schemas.microsoft.com/office/drawing/2014/main" id="{81A0D2C6-2FF7-4BD4-9BB8-1BBD4B2E9255}"/>
              </a:ext>
            </a:extLst>
          </p:cNvPr>
          <p:cNvGraphicFramePr>
            <a:graphicFrameLocks/>
          </p:cNvGraphicFramePr>
          <p:nvPr>
            <p:extLst>
              <p:ext uri="{D42A27DB-BD31-4B8C-83A1-F6EECF244321}">
                <p14:modId xmlns:p14="http://schemas.microsoft.com/office/powerpoint/2010/main" val="2551862522"/>
              </p:ext>
            </p:extLst>
          </p:nvPr>
        </p:nvGraphicFramePr>
        <p:xfrm>
          <a:off x="729205" y="4049123"/>
          <a:ext cx="5243332" cy="273843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4" name="Chart 13">
            <a:extLst>
              <a:ext uri="{FF2B5EF4-FFF2-40B4-BE49-F238E27FC236}">
                <a16:creationId xmlns:a16="http://schemas.microsoft.com/office/drawing/2014/main" id="{092D5A1E-5F2D-4979-BD9C-BADC65D58253}"/>
              </a:ext>
            </a:extLst>
          </p:cNvPr>
          <p:cNvGraphicFramePr>
            <a:graphicFrameLocks/>
          </p:cNvGraphicFramePr>
          <p:nvPr>
            <p:extLst>
              <p:ext uri="{D42A27DB-BD31-4B8C-83A1-F6EECF244321}">
                <p14:modId xmlns:p14="http://schemas.microsoft.com/office/powerpoint/2010/main" val="1021243273"/>
              </p:ext>
            </p:extLst>
          </p:nvPr>
        </p:nvGraphicFramePr>
        <p:xfrm>
          <a:off x="729204" y="1362076"/>
          <a:ext cx="5243333" cy="264858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164841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E605145-267E-4EDD-7702-4511239C5402}"/>
              </a:ext>
            </a:extLst>
          </p:cNvPr>
          <p:cNvSpPr>
            <a:spLocks noGrp="1"/>
          </p:cNvSpPr>
          <p:nvPr>
            <p:ph type="body" sz="quarter" idx="14"/>
          </p:nvPr>
        </p:nvSpPr>
        <p:spPr/>
        <p:txBody>
          <a:bodyPr/>
          <a:lstStyle/>
          <a:p>
            <a:endParaRPr lang="LID4096"/>
          </a:p>
        </p:txBody>
      </p:sp>
      <p:sp>
        <p:nvSpPr>
          <p:cNvPr id="3" name="Text Placeholder 2">
            <a:extLst>
              <a:ext uri="{FF2B5EF4-FFF2-40B4-BE49-F238E27FC236}">
                <a16:creationId xmlns:a16="http://schemas.microsoft.com/office/drawing/2014/main" id="{1D02A561-9FEE-0A13-9F7D-345A96F94383}"/>
              </a:ext>
            </a:extLst>
          </p:cNvPr>
          <p:cNvSpPr>
            <a:spLocks noGrp="1"/>
          </p:cNvSpPr>
          <p:nvPr>
            <p:ph type="body" sz="quarter" idx="15"/>
          </p:nvPr>
        </p:nvSpPr>
        <p:spPr/>
        <p:txBody>
          <a:bodyPr/>
          <a:lstStyle/>
          <a:p>
            <a:endParaRPr lang="LID4096"/>
          </a:p>
        </p:txBody>
      </p:sp>
      <p:sp>
        <p:nvSpPr>
          <p:cNvPr id="4" name="Title 3">
            <a:extLst>
              <a:ext uri="{FF2B5EF4-FFF2-40B4-BE49-F238E27FC236}">
                <a16:creationId xmlns:a16="http://schemas.microsoft.com/office/drawing/2014/main" id="{CB31069B-BC94-C66A-44EF-DB851572669F}"/>
              </a:ext>
            </a:extLst>
          </p:cNvPr>
          <p:cNvSpPr>
            <a:spLocks noGrp="1"/>
          </p:cNvSpPr>
          <p:nvPr>
            <p:ph type="title"/>
          </p:nvPr>
        </p:nvSpPr>
        <p:spPr/>
        <p:txBody>
          <a:bodyPr/>
          <a:lstStyle/>
          <a:p>
            <a:r>
              <a:rPr lang="de-DE" dirty="0"/>
              <a:t>Volume Projections plant wise (in Set) </a:t>
            </a:r>
            <a:endParaRPr lang="LID4096" dirty="0"/>
          </a:p>
        </p:txBody>
      </p:sp>
      <p:sp>
        <p:nvSpPr>
          <p:cNvPr id="5" name="Slide Number Placeholder 4">
            <a:extLst>
              <a:ext uri="{FF2B5EF4-FFF2-40B4-BE49-F238E27FC236}">
                <a16:creationId xmlns:a16="http://schemas.microsoft.com/office/drawing/2014/main" id="{257E21C7-7D1F-EF1A-66DC-0A6190B2B5B6}"/>
              </a:ext>
            </a:extLst>
          </p:cNvPr>
          <p:cNvSpPr>
            <a:spLocks noGrp="1"/>
          </p:cNvSpPr>
          <p:nvPr>
            <p:ph type="sldNum" sz="quarter" idx="12"/>
          </p:nvPr>
        </p:nvSpPr>
        <p:spPr/>
        <p:txBody>
          <a:bodyPr/>
          <a:lstStyle/>
          <a:p>
            <a:fld id="{66AA3846-8976-4D24-8224-CEE1235CE9F4}" type="slidenum">
              <a:rPr lang="en-US" smtClean="0"/>
              <a:pPr/>
              <a:t>16</a:t>
            </a:fld>
            <a:endParaRPr lang="en-US" dirty="0"/>
          </a:p>
        </p:txBody>
      </p:sp>
      <p:sp>
        <p:nvSpPr>
          <p:cNvPr id="7" name="Subtitle 6">
            <a:extLst>
              <a:ext uri="{FF2B5EF4-FFF2-40B4-BE49-F238E27FC236}">
                <a16:creationId xmlns:a16="http://schemas.microsoft.com/office/drawing/2014/main" id="{6CEE4F14-A96D-2299-5C20-FC7DF51ABDC8}"/>
              </a:ext>
            </a:extLst>
          </p:cNvPr>
          <p:cNvSpPr>
            <a:spLocks noGrp="1"/>
          </p:cNvSpPr>
          <p:nvPr>
            <p:ph type="subTitle" idx="1"/>
          </p:nvPr>
        </p:nvSpPr>
        <p:spPr/>
        <p:txBody>
          <a:bodyPr/>
          <a:lstStyle/>
          <a:p>
            <a:r>
              <a:rPr lang="en-GB" dirty="0"/>
              <a:t>Based on inputs received from ICP</a:t>
            </a:r>
            <a:endParaRPr lang="LID4096" dirty="0"/>
          </a:p>
        </p:txBody>
      </p:sp>
      <p:graphicFrame>
        <p:nvGraphicFramePr>
          <p:cNvPr id="11" name="Chart 10">
            <a:extLst>
              <a:ext uri="{FF2B5EF4-FFF2-40B4-BE49-F238E27FC236}">
                <a16:creationId xmlns:a16="http://schemas.microsoft.com/office/drawing/2014/main" id="{302A5856-F4CF-45FB-9DB6-E6B1542D5E2D}"/>
              </a:ext>
            </a:extLst>
          </p:cNvPr>
          <p:cNvGraphicFramePr>
            <a:graphicFrameLocks/>
          </p:cNvGraphicFramePr>
          <p:nvPr>
            <p:extLst>
              <p:ext uri="{D42A27DB-BD31-4B8C-83A1-F6EECF244321}">
                <p14:modId xmlns:p14="http://schemas.microsoft.com/office/powerpoint/2010/main" val="4194166916"/>
              </p:ext>
            </p:extLst>
          </p:nvPr>
        </p:nvGraphicFramePr>
        <p:xfrm>
          <a:off x="431912" y="1439658"/>
          <a:ext cx="5031339" cy="251888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Chart 12">
            <a:extLst>
              <a:ext uri="{FF2B5EF4-FFF2-40B4-BE49-F238E27FC236}">
                <a16:creationId xmlns:a16="http://schemas.microsoft.com/office/drawing/2014/main" id="{93922D4D-C9A0-4CBC-984D-8E893ED2AF25}"/>
              </a:ext>
            </a:extLst>
          </p:cNvPr>
          <p:cNvGraphicFramePr>
            <a:graphicFrameLocks/>
          </p:cNvGraphicFramePr>
          <p:nvPr>
            <p:extLst>
              <p:ext uri="{D42A27DB-BD31-4B8C-83A1-F6EECF244321}">
                <p14:modId xmlns:p14="http://schemas.microsoft.com/office/powerpoint/2010/main" val="4087183183"/>
              </p:ext>
            </p:extLst>
          </p:nvPr>
        </p:nvGraphicFramePr>
        <p:xfrm>
          <a:off x="5651389" y="1509806"/>
          <a:ext cx="5074920" cy="252374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 name="Chart 13">
            <a:extLst>
              <a:ext uri="{FF2B5EF4-FFF2-40B4-BE49-F238E27FC236}">
                <a16:creationId xmlns:a16="http://schemas.microsoft.com/office/drawing/2014/main" id="{2623E3FF-8C8D-4785-ACC0-E07022F41515}"/>
              </a:ext>
            </a:extLst>
          </p:cNvPr>
          <p:cNvGraphicFramePr>
            <a:graphicFrameLocks/>
          </p:cNvGraphicFramePr>
          <p:nvPr>
            <p:extLst>
              <p:ext uri="{D42A27DB-BD31-4B8C-83A1-F6EECF244321}">
                <p14:modId xmlns:p14="http://schemas.microsoft.com/office/powerpoint/2010/main" val="4183563173"/>
              </p:ext>
            </p:extLst>
          </p:nvPr>
        </p:nvGraphicFramePr>
        <p:xfrm>
          <a:off x="2312082" y="4080873"/>
          <a:ext cx="5074920" cy="2523744"/>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286215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A1C4F7F-877B-DDEE-6F47-A56524751CFF}"/>
              </a:ext>
            </a:extLst>
          </p:cNvPr>
          <p:cNvSpPr>
            <a:spLocks noGrp="1"/>
          </p:cNvSpPr>
          <p:nvPr>
            <p:ph type="body" sz="quarter" idx="14"/>
          </p:nvPr>
        </p:nvSpPr>
        <p:spPr/>
        <p:txBody>
          <a:bodyPr/>
          <a:lstStyle/>
          <a:p>
            <a:endParaRPr lang="LID4096"/>
          </a:p>
        </p:txBody>
      </p:sp>
      <p:sp>
        <p:nvSpPr>
          <p:cNvPr id="3" name="Text Placeholder 2">
            <a:extLst>
              <a:ext uri="{FF2B5EF4-FFF2-40B4-BE49-F238E27FC236}">
                <a16:creationId xmlns:a16="http://schemas.microsoft.com/office/drawing/2014/main" id="{919EB1B0-E29F-9A9F-8E8B-3FB9E300B95D}"/>
              </a:ext>
            </a:extLst>
          </p:cNvPr>
          <p:cNvSpPr>
            <a:spLocks noGrp="1"/>
          </p:cNvSpPr>
          <p:nvPr>
            <p:ph type="body" sz="quarter" idx="15"/>
          </p:nvPr>
        </p:nvSpPr>
        <p:spPr/>
        <p:txBody>
          <a:bodyPr/>
          <a:lstStyle/>
          <a:p>
            <a:endParaRPr lang="LID4096"/>
          </a:p>
        </p:txBody>
      </p:sp>
      <p:sp>
        <p:nvSpPr>
          <p:cNvPr id="4" name="Title 3">
            <a:extLst>
              <a:ext uri="{FF2B5EF4-FFF2-40B4-BE49-F238E27FC236}">
                <a16:creationId xmlns:a16="http://schemas.microsoft.com/office/drawing/2014/main" id="{A30C385C-F312-A809-D21F-3A2C87F3F99A}"/>
              </a:ext>
            </a:extLst>
          </p:cNvPr>
          <p:cNvSpPr>
            <a:spLocks noGrp="1"/>
          </p:cNvSpPr>
          <p:nvPr>
            <p:ph type="title"/>
          </p:nvPr>
        </p:nvSpPr>
        <p:spPr/>
        <p:txBody>
          <a:bodyPr/>
          <a:lstStyle/>
          <a:p>
            <a:r>
              <a:rPr lang="de-DE" dirty="0"/>
              <a:t>Value Trends plant wise (INR) – </a:t>
            </a:r>
            <a:endParaRPr lang="LID4096" dirty="0"/>
          </a:p>
        </p:txBody>
      </p:sp>
      <p:graphicFrame>
        <p:nvGraphicFramePr>
          <p:cNvPr id="9" name="Chart 8">
            <a:extLst>
              <a:ext uri="{FF2B5EF4-FFF2-40B4-BE49-F238E27FC236}">
                <a16:creationId xmlns:a16="http://schemas.microsoft.com/office/drawing/2014/main" id="{A7DD4CBD-9A27-43F4-A914-A1C4E9C5416D}"/>
              </a:ext>
            </a:extLst>
          </p:cNvPr>
          <p:cNvGraphicFramePr>
            <a:graphicFrameLocks/>
          </p:cNvGraphicFramePr>
          <p:nvPr>
            <p:extLst>
              <p:ext uri="{D42A27DB-BD31-4B8C-83A1-F6EECF244321}">
                <p14:modId xmlns:p14="http://schemas.microsoft.com/office/powerpoint/2010/main" val="903270775"/>
              </p:ext>
            </p:extLst>
          </p:nvPr>
        </p:nvGraphicFramePr>
        <p:xfrm>
          <a:off x="415240" y="1439658"/>
          <a:ext cx="5074920" cy="252374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BAD53F95-540A-451A-B62F-C95C382E63E9}"/>
              </a:ext>
            </a:extLst>
          </p:cNvPr>
          <p:cNvGraphicFramePr>
            <a:graphicFrameLocks/>
          </p:cNvGraphicFramePr>
          <p:nvPr>
            <p:extLst>
              <p:ext uri="{D42A27DB-BD31-4B8C-83A1-F6EECF244321}">
                <p14:modId xmlns:p14="http://schemas.microsoft.com/office/powerpoint/2010/main" val="2757352840"/>
              </p:ext>
            </p:extLst>
          </p:nvPr>
        </p:nvGraphicFramePr>
        <p:xfrm>
          <a:off x="5995686" y="1439658"/>
          <a:ext cx="5074920" cy="252374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0">
            <a:extLst>
              <a:ext uri="{FF2B5EF4-FFF2-40B4-BE49-F238E27FC236}">
                <a16:creationId xmlns:a16="http://schemas.microsoft.com/office/drawing/2014/main" id="{DE911663-2C34-4589-A924-71FEEED5DC8F}"/>
              </a:ext>
            </a:extLst>
          </p:cNvPr>
          <p:cNvGraphicFramePr>
            <a:graphicFrameLocks/>
          </p:cNvGraphicFramePr>
          <p:nvPr>
            <p:extLst>
              <p:ext uri="{D42A27DB-BD31-4B8C-83A1-F6EECF244321}">
                <p14:modId xmlns:p14="http://schemas.microsoft.com/office/powerpoint/2010/main" val="3923858799"/>
              </p:ext>
            </p:extLst>
          </p:nvPr>
        </p:nvGraphicFramePr>
        <p:xfrm>
          <a:off x="2615046" y="4190795"/>
          <a:ext cx="5074920" cy="2523744"/>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635636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4CC43A1-98AC-1D6F-7A27-503F40555429}"/>
              </a:ext>
            </a:extLst>
          </p:cNvPr>
          <p:cNvSpPr>
            <a:spLocks noGrp="1"/>
          </p:cNvSpPr>
          <p:nvPr>
            <p:ph type="body" sz="quarter" idx="14"/>
          </p:nvPr>
        </p:nvSpPr>
        <p:spPr/>
        <p:txBody>
          <a:bodyPr/>
          <a:lstStyle/>
          <a:p>
            <a:endParaRPr lang="LID4096"/>
          </a:p>
        </p:txBody>
      </p:sp>
      <p:sp>
        <p:nvSpPr>
          <p:cNvPr id="3" name="Text Placeholder 2">
            <a:extLst>
              <a:ext uri="{FF2B5EF4-FFF2-40B4-BE49-F238E27FC236}">
                <a16:creationId xmlns:a16="http://schemas.microsoft.com/office/drawing/2014/main" id="{56196D95-C0C1-100D-F8FF-7F8D39408259}"/>
              </a:ext>
            </a:extLst>
          </p:cNvPr>
          <p:cNvSpPr>
            <a:spLocks noGrp="1"/>
          </p:cNvSpPr>
          <p:nvPr>
            <p:ph type="body" sz="quarter" idx="15"/>
          </p:nvPr>
        </p:nvSpPr>
        <p:spPr/>
        <p:txBody>
          <a:bodyPr/>
          <a:lstStyle/>
          <a:p>
            <a:endParaRPr lang="LID4096"/>
          </a:p>
        </p:txBody>
      </p:sp>
      <p:sp>
        <p:nvSpPr>
          <p:cNvPr id="4" name="Title 3">
            <a:extLst>
              <a:ext uri="{FF2B5EF4-FFF2-40B4-BE49-F238E27FC236}">
                <a16:creationId xmlns:a16="http://schemas.microsoft.com/office/drawing/2014/main" id="{44EFE096-F061-568A-28C6-49068CA10629}"/>
              </a:ext>
            </a:extLst>
          </p:cNvPr>
          <p:cNvSpPr>
            <a:spLocks noGrp="1"/>
          </p:cNvSpPr>
          <p:nvPr>
            <p:ph type="title"/>
          </p:nvPr>
        </p:nvSpPr>
        <p:spPr/>
        <p:txBody>
          <a:bodyPr/>
          <a:lstStyle/>
          <a:p>
            <a:r>
              <a:rPr lang="en-GB" dirty="0"/>
              <a:t>Forecast accuracy &amp; BIAS</a:t>
            </a:r>
            <a:endParaRPr lang="LID4096" dirty="0"/>
          </a:p>
        </p:txBody>
      </p:sp>
      <p:sp>
        <p:nvSpPr>
          <p:cNvPr id="5" name="Slide Number Placeholder 4">
            <a:extLst>
              <a:ext uri="{FF2B5EF4-FFF2-40B4-BE49-F238E27FC236}">
                <a16:creationId xmlns:a16="http://schemas.microsoft.com/office/drawing/2014/main" id="{9826B08F-98B1-3867-6550-E97E0952A26D}"/>
              </a:ext>
            </a:extLst>
          </p:cNvPr>
          <p:cNvSpPr>
            <a:spLocks noGrp="1"/>
          </p:cNvSpPr>
          <p:nvPr>
            <p:ph type="sldNum" sz="quarter" idx="12"/>
          </p:nvPr>
        </p:nvSpPr>
        <p:spPr/>
        <p:txBody>
          <a:bodyPr/>
          <a:lstStyle/>
          <a:p>
            <a:fld id="{66AA3846-8976-4D24-8224-CEE1235CE9F4}" type="slidenum">
              <a:rPr lang="en-US" smtClean="0"/>
              <a:pPr/>
              <a:t>18</a:t>
            </a:fld>
            <a:endParaRPr lang="en-US" dirty="0"/>
          </a:p>
        </p:txBody>
      </p:sp>
      <p:sp>
        <p:nvSpPr>
          <p:cNvPr id="7" name="Subtitle 6">
            <a:extLst>
              <a:ext uri="{FF2B5EF4-FFF2-40B4-BE49-F238E27FC236}">
                <a16:creationId xmlns:a16="http://schemas.microsoft.com/office/drawing/2014/main" id="{635CB543-94AC-0747-CE77-AD30E55BD43F}"/>
              </a:ext>
            </a:extLst>
          </p:cNvPr>
          <p:cNvSpPr>
            <a:spLocks noGrp="1"/>
          </p:cNvSpPr>
          <p:nvPr>
            <p:ph type="subTitle" idx="1"/>
          </p:nvPr>
        </p:nvSpPr>
        <p:spPr/>
        <p:txBody>
          <a:bodyPr/>
          <a:lstStyle/>
          <a:p>
            <a:r>
              <a:rPr lang="en-GB" dirty="0"/>
              <a:t>July’2022</a:t>
            </a:r>
            <a:endParaRPr lang="LID4096" dirty="0"/>
          </a:p>
        </p:txBody>
      </p:sp>
      <p:sp>
        <p:nvSpPr>
          <p:cNvPr id="8" name="Text Placeholder 7">
            <a:extLst>
              <a:ext uri="{FF2B5EF4-FFF2-40B4-BE49-F238E27FC236}">
                <a16:creationId xmlns:a16="http://schemas.microsoft.com/office/drawing/2014/main" id="{B134D4BA-B8B7-5F40-AF1C-ABB279216636}"/>
              </a:ext>
            </a:extLst>
          </p:cNvPr>
          <p:cNvSpPr>
            <a:spLocks noGrp="1"/>
          </p:cNvSpPr>
          <p:nvPr>
            <p:ph type="body" sz="quarter" idx="16"/>
          </p:nvPr>
        </p:nvSpPr>
        <p:spPr>
          <a:xfrm>
            <a:off x="6244046" y="1701005"/>
            <a:ext cx="5513659" cy="4619627"/>
          </a:xfrm>
        </p:spPr>
        <p:style>
          <a:lnRef idx="2">
            <a:schemeClr val="dk1"/>
          </a:lnRef>
          <a:fillRef idx="1">
            <a:schemeClr val="lt1"/>
          </a:fillRef>
          <a:effectRef idx="0">
            <a:schemeClr val="dk1"/>
          </a:effectRef>
          <a:fontRef idx="minor">
            <a:schemeClr val="dk1"/>
          </a:fontRef>
        </p:style>
        <p:txBody>
          <a:bodyPr/>
          <a:lstStyle/>
          <a:p>
            <a:r>
              <a:rPr lang="en-GB" dirty="0">
                <a:solidFill>
                  <a:srgbClr val="002060"/>
                </a:solidFill>
              </a:rPr>
              <a:t>Take-aways:</a:t>
            </a:r>
          </a:p>
          <a:p>
            <a:pPr marL="285750" indent="-285750">
              <a:buFont typeface="Arial" panose="020B0604020202020204" pitchFamily="34" charset="0"/>
              <a:buChar char="•"/>
            </a:pPr>
            <a:r>
              <a:rPr lang="en-GB" sz="1400" dirty="0">
                <a:solidFill>
                  <a:srgbClr val="002060"/>
                </a:solidFill>
                <a:latin typeface="+mj-lt"/>
              </a:rPr>
              <a:t>Lag-1 and Lag-2 was based sales forecast and not on ICP – hence the deviation is only an illustration.</a:t>
            </a:r>
          </a:p>
          <a:p>
            <a:pPr marL="285750" indent="-285750">
              <a:buFont typeface="Arial" panose="020B0604020202020204" pitchFamily="34" charset="0"/>
              <a:buChar char="•"/>
            </a:pPr>
            <a:r>
              <a:rPr lang="en-GB" sz="1400" dirty="0">
                <a:solidFill>
                  <a:srgbClr val="002060"/>
                </a:solidFill>
                <a:latin typeface="+mj-lt"/>
              </a:rPr>
              <a:t>Appx 10%-12% deviation MOM – sales forecast vs actuals.</a:t>
            </a:r>
          </a:p>
          <a:p>
            <a:pPr marL="285750" indent="-285750">
              <a:buFont typeface="Arial" panose="020B0604020202020204" pitchFamily="34" charset="0"/>
              <a:buChar char="•"/>
            </a:pPr>
            <a:r>
              <a:rPr lang="en-GB" sz="1400" dirty="0">
                <a:solidFill>
                  <a:srgbClr val="002060"/>
                </a:solidFill>
                <a:latin typeface="+mj-lt"/>
              </a:rPr>
              <a:t>Moving forward the bias will be on ICP vs real sales (value and volume).</a:t>
            </a:r>
          </a:p>
          <a:p>
            <a:pPr marL="285750" indent="-285750">
              <a:buFont typeface="Arial" panose="020B0604020202020204" pitchFamily="34" charset="0"/>
              <a:buChar char="•"/>
            </a:pPr>
            <a:endParaRPr lang="en-GB" sz="1400" dirty="0">
              <a:solidFill>
                <a:srgbClr val="002060"/>
              </a:solidFill>
              <a:latin typeface="+mj-lt"/>
            </a:endParaRPr>
          </a:p>
          <a:p>
            <a:pPr marL="285750" indent="-285750">
              <a:buFont typeface="Arial" panose="020B0604020202020204" pitchFamily="34" charset="0"/>
              <a:buChar char="•"/>
            </a:pPr>
            <a:endParaRPr lang="en-GB" sz="1400" dirty="0">
              <a:solidFill>
                <a:srgbClr val="002060"/>
              </a:solidFill>
              <a:latin typeface="+mj-lt"/>
            </a:endParaRPr>
          </a:p>
          <a:p>
            <a:pPr marL="285750" indent="-285750">
              <a:buFont typeface="Arial" panose="020B0604020202020204" pitchFamily="34" charset="0"/>
              <a:buChar char="•"/>
            </a:pPr>
            <a:endParaRPr lang="en-GB" sz="1400" dirty="0">
              <a:solidFill>
                <a:srgbClr val="002060"/>
              </a:solidFill>
              <a:latin typeface="+mj-lt"/>
            </a:endParaRPr>
          </a:p>
          <a:p>
            <a:pPr lvl="1"/>
            <a:r>
              <a:rPr lang="en-GB" sz="1200" i="1" dirty="0">
                <a:solidFill>
                  <a:srgbClr val="002060"/>
                </a:solidFill>
                <a:latin typeface="+mj-lt"/>
              </a:rPr>
              <a:t>Lag-1: Current month-1 (Jun’22)</a:t>
            </a:r>
          </a:p>
          <a:p>
            <a:pPr lvl="1"/>
            <a:r>
              <a:rPr lang="en-GB" sz="1200" i="1" dirty="0">
                <a:solidFill>
                  <a:srgbClr val="002060"/>
                </a:solidFill>
                <a:latin typeface="+mj-lt"/>
              </a:rPr>
              <a:t>Lag-2: Current month-2 (May’22)</a:t>
            </a:r>
          </a:p>
          <a:p>
            <a:endParaRPr lang="LID4096" sz="1400" dirty="0">
              <a:solidFill>
                <a:srgbClr val="002060"/>
              </a:solidFill>
              <a:latin typeface="+mj-lt"/>
            </a:endParaRPr>
          </a:p>
        </p:txBody>
      </p:sp>
      <p:graphicFrame>
        <p:nvGraphicFramePr>
          <p:cNvPr id="15" name="Chart 14">
            <a:extLst>
              <a:ext uri="{FF2B5EF4-FFF2-40B4-BE49-F238E27FC236}">
                <a16:creationId xmlns:a16="http://schemas.microsoft.com/office/drawing/2014/main" id="{DAF76C31-CF9F-4064-872A-7CE2BA46CE7F}"/>
              </a:ext>
            </a:extLst>
          </p:cNvPr>
          <p:cNvGraphicFramePr>
            <a:graphicFrameLocks/>
          </p:cNvGraphicFramePr>
          <p:nvPr>
            <p:extLst>
              <p:ext uri="{D42A27DB-BD31-4B8C-83A1-F6EECF244321}">
                <p14:modId xmlns:p14="http://schemas.microsoft.com/office/powerpoint/2010/main" val="2376719957"/>
              </p:ext>
            </p:extLst>
          </p:nvPr>
        </p:nvGraphicFramePr>
        <p:xfrm>
          <a:off x="547142" y="1695638"/>
          <a:ext cx="5276850" cy="230187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8" name="Chart 17">
            <a:extLst>
              <a:ext uri="{FF2B5EF4-FFF2-40B4-BE49-F238E27FC236}">
                <a16:creationId xmlns:a16="http://schemas.microsoft.com/office/drawing/2014/main" id="{8542927E-96C2-4572-83E5-995ACDE06D03}"/>
              </a:ext>
            </a:extLst>
          </p:cNvPr>
          <p:cNvGraphicFramePr>
            <a:graphicFrameLocks/>
          </p:cNvGraphicFramePr>
          <p:nvPr>
            <p:extLst>
              <p:ext uri="{D42A27DB-BD31-4B8C-83A1-F6EECF244321}">
                <p14:modId xmlns:p14="http://schemas.microsoft.com/office/powerpoint/2010/main" val="3284960411"/>
              </p:ext>
            </p:extLst>
          </p:nvPr>
        </p:nvGraphicFramePr>
        <p:xfrm>
          <a:off x="553492" y="4099582"/>
          <a:ext cx="5276088" cy="230428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173137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4CC43A1-98AC-1D6F-7A27-503F40555429}"/>
              </a:ext>
            </a:extLst>
          </p:cNvPr>
          <p:cNvSpPr>
            <a:spLocks noGrp="1"/>
          </p:cNvSpPr>
          <p:nvPr>
            <p:ph type="body" sz="quarter" idx="14"/>
          </p:nvPr>
        </p:nvSpPr>
        <p:spPr/>
        <p:txBody>
          <a:bodyPr/>
          <a:lstStyle/>
          <a:p>
            <a:endParaRPr lang="LID4096"/>
          </a:p>
        </p:txBody>
      </p:sp>
      <p:sp>
        <p:nvSpPr>
          <p:cNvPr id="3" name="Text Placeholder 2">
            <a:extLst>
              <a:ext uri="{FF2B5EF4-FFF2-40B4-BE49-F238E27FC236}">
                <a16:creationId xmlns:a16="http://schemas.microsoft.com/office/drawing/2014/main" id="{56196D95-C0C1-100D-F8FF-7F8D39408259}"/>
              </a:ext>
            </a:extLst>
          </p:cNvPr>
          <p:cNvSpPr>
            <a:spLocks noGrp="1"/>
          </p:cNvSpPr>
          <p:nvPr>
            <p:ph type="body" sz="quarter" idx="15"/>
          </p:nvPr>
        </p:nvSpPr>
        <p:spPr/>
        <p:txBody>
          <a:bodyPr/>
          <a:lstStyle/>
          <a:p>
            <a:endParaRPr lang="LID4096"/>
          </a:p>
        </p:txBody>
      </p:sp>
      <p:sp>
        <p:nvSpPr>
          <p:cNvPr id="4" name="Title 3">
            <a:extLst>
              <a:ext uri="{FF2B5EF4-FFF2-40B4-BE49-F238E27FC236}">
                <a16:creationId xmlns:a16="http://schemas.microsoft.com/office/drawing/2014/main" id="{44EFE096-F061-568A-28C6-49068CA10629}"/>
              </a:ext>
            </a:extLst>
          </p:cNvPr>
          <p:cNvSpPr>
            <a:spLocks noGrp="1"/>
          </p:cNvSpPr>
          <p:nvPr>
            <p:ph type="title"/>
          </p:nvPr>
        </p:nvSpPr>
        <p:spPr/>
        <p:txBody>
          <a:bodyPr/>
          <a:lstStyle/>
          <a:p>
            <a:r>
              <a:rPr lang="en-GB" dirty="0"/>
              <a:t>Forecast accuracy &amp; BIAS (Jul-22)</a:t>
            </a:r>
            <a:endParaRPr lang="LID4096" dirty="0"/>
          </a:p>
        </p:txBody>
      </p:sp>
      <p:sp>
        <p:nvSpPr>
          <p:cNvPr id="5" name="Slide Number Placeholder 4">
            <a:extLst>
              <a:ext uri="{FF2B5EF4-FFF2-40B4-BE49-F238E27FC236}">
                <a16:creationId xmlns:a16="http://schemas.microsoft.com/office/drawing/2014/main" id="{9826B08F-98B1-3867-6550-E97E0952A26D}"/>
              </a:ext>
            </a:extLst>
          </p:cNvPr>
          <p:cNvSpPr>
            <a:spLocks noGrp="1"/>
          </p:cNvSpPr>
          <p:nvPr>
            <p:ph type="sldNum" sz="quarter" idx="12"/>
          </p:nvPr>
        </p:nvSpPr>
        <p:spPr/>
        <p:txBody>
          <a:bodyPr/>
          <a:lstStyle/>
          <a:p>
            <a:fld id="{66AA3846-8976-4D24-8224-CEE1235CE9F4}" type="slidenum">
              <a:rPr lang="en-US" smtClean="0"/>
              <a:pPr/>
              <a:t>19</a:t>
            </a:fld>
            <a:endParaRPr lang="en-US" dirty="0"/>
          </a:p>
        </p:txBody>
      </p:sp>
      <p:sp>
        <p:nvSpPr>
          <p:cNvPr id="7" name="Subtitle 6">
            <a:extLst>
              <a:ext uri="{FF2B5EF4-FFF2-40B4-BE49-F238E27FC236}">
                <a16:creationId xmlns:a16="http://schemas.microsoft.com/office/drawing/2014/main" id="{635CB543-94AC-0747-CE77-AD30E55BD43F}"/>
              </a:ext>
            </a:extLst>
          </p:cNvPr>
          <p:cNvSpPr>
            <a:spLocks noGrp="1"/>
          </p:cNvSpPr>
          <p:nvPr>
            <p:ph type="subTitle" idx="1"/>
          </p:nvPr>
        </p:nvSpPr>
        <p:spPr/>
        <p:txBody>
          <a:bodyPr/>
          <a:lstStyle/>
          <a:p>
            <a:r>
              <a:rPr lang="en-GB" dirty="0"/>
              <a:t>Looking forward</a:t>
            </a:r>
            <a:endParaRPr lang="LID4096" dirty="0"/>
          </a:p>
        </p:txBody>
      </p:sp>
      <p:sp>
        <p:nvSpPr>
          <p:cNvPr id="18" name="TextBox 17">
            <a:extLst>
              <a:ext uri="{FF2B5EF4-FFF2-40B4-BE49-F238E27FC236}">
                <a16:creationId xmlns:a16="http://schemas.microsoft.com/office/drawing/2014/main" id="{B6415E80-E08B-E9A6-F3F2-B6500FA18B53}"/>
              </a:ext>
            </a:extLst>
          </p:cNvPr>
          <p:cNvSpPr txBox="1"/>
          <p:nvPr/>
        </p:nvSpPr>
        <p:spPr bwMode="gray">
          <a:xfrm>
            <a:off x="9330701" y="1545986"/>
            <a:ext cx="2833029" cy="1862048"/>
          </a:xfrm>
          <a:prstGeom prst="rect">
            <a:avLst/>
          </a:prstGeom>
          <a:noFill/>
        </p:spPr>
        <p:txBody>
          <a:bodyPr wrap="square">
            <a:spAutoFit/>
          </a:bodyPr>
          <a:lstStyle/>
          <a:p>
            <a:pPr defTabSz="914126">
              <a:spcBef>
                <a:spcPts val="600"/>
              </a:spcBef>
              <a:spcAft>
                <a:spcPts val="600"/>
              </a:spcAft>
            </a:pPr>
            <a:r>
              <a:rPr lang="en-GB" sz="1400" u="sng" dirty="0">
                <a:solidFill>
                  <a:srgbClr val="002060"/>
                </a:solidFill>
                <a:latin typeface="Arial Black" panose="020B0A04020102020204" pitchFamily="34" charset="0"/>
              </a:rPr>
              <a:t>Take-aways:</a:t>
            </a:r>
          </a:p>
          <a:p>
            <a:pPr marL="285750" indent="-285750" defTabSz="914126">
              <a:spcBef>
                <a:spcPts val="600"/>
              </a:spcBef>
              <a:spcAft>
                <a:spcPts val="600"/>
              </a:spcAft>
              <a:buFont typeface="Arial" panose="020B0604020202020204" pitchFamily="34" charset="0"/>
              <a:buChar char="•"/>
            </a:pPr>
            <a:r>
              <a:rPr lang="en-GB" sz="1200" dirty="0">
                <a:solidFill>
                  <a:srgbClr val="002060"/>
                </a:solidFill>
                <a:latin typeface="+mj-lt"/>
              </a:rPr>
              <a:t>The outlook for Aug, Sep and Oct is based on ICP.</a:t>
            </a:r>
          </a:p>
          <a:p>
            <a:pPr marL="285750" indent="-285750" defTabSz="914126">
              <a:spcBef>
                <a:spcPts val="600"/>
              </a:spcBef>
              <a:spcAft>
                <a:spcPts val="600"/>
              </a:spcAft>
              <a:buFont typeface="Arial" panose="020B0604020202020204" pitchFamily="34" charset="0"/>
              <a:buChar char="•"/>
            </a:pPr>
            <a:r>
              <a:rPr lang="en-GB" sz="1200" dirty="0">
                <a:solidFill>
                  <a:srgbClr val="002060"/>
                </a:solidFill>
                <a:latin typeface="+mj-lt"/>
              </a:rPr>
              <a:t>Material planning for imported articles will be based on Lag-3 and for local lag-2&amp;1</a:t>
            </a:r>
          </a:p>
          <a:p>
            <a:pPr marL="285750" indent="-285750">
              <a:buFont typeface="Arial" panose="020B0604020202020204" pitchFamily="34" charset="0"/>
              <a:buChar char="•"/>
            </a:pPr>
            <a:endParaRPr lang="LID4096" sz="1600" dirty="0">
              <a:solidFill>
                <a:srgbClr val="002060"/>
              </a:solidFill>
              <a:latin typeface="+mj-lt"/>
            </a:endParaRPr>
          </a:p>
        </p:txBody>
      </p:sp>
      <p:pic>
        <p:nvPicPr>
          <p:cNvPr id="17" name="Picture 16">
            <a:extLst>
              <a:ext uri="{FF2B5EF4-FFF2-40B4-BE49-F238E27FC236}">
                <a16:creationId xmlns:a16="http://schemas.microsoft.com/office/drawing/2014/main" id="{97F4CBC9-A075-4D7F-B8E2-CBDC701AA67B}"/>
              </a:ext>
            </a:extLst>
          </p:cNvPr>
          <p:cNvPicPr>
            <a:picLocks noChangeAspect="1"/>
          </p:cNvPicPr>
          <p:nvPr/>
        </p:nvPicPr>
        <p:blipFill>
          <a:blip r:embed="rId3"/>
          <a:stretch>
            <a:fillRect/>
          </a:stretch>
        </p:blipFill>
        <p:spPr>
          <a:xfrm>
            <a:off x="272421" y="1541448"/>
            <a:ext cx="9046541" cy="4827742"/>
          </a:xfrm>
          <a:prstGeom prst="rect">
            <a:avLst/>
          </a:prstGeom>
        </p:spPr>
      </p:pic>
    </p:spTree>
    <p:extLst>
      <p:ext uri="{BB962C8B-B14F-4D97-AF65-F5344CB8AC3E}">
        <p14:creationId xmlns:p14="http://schemas.microsoft.com/office/powerpoint/2010/main" val="3785813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AEA4888-11E0-6F07-53E0-FBC0376B49E2}"/>
              </a:ext>
            </a:extLst>
          </p:cNvPr>
          <p:cNvSpPr>
            <a:spLocks noGrp="1"/>
          </p:cNvSpPr>
          <p:nvPr>
            <p:ph type="body" sz="quarter" idx="14"/>
          </p:nvPr>
        </p:nvSpPr>
        <p:spPr/>
        <p:txBody>
          <a:bodyPr/>
          <a:lstStyle/>
          <a:p>
            <a:endParaRPr lang="LID4096"/>
          </a:p>
        </p:txBody>
      </p:sp>
      <p:sp>
        <p:nvSpPr>
          <p:cNvPr id="3" name="Text Placeholder 2">
            <a:extLst>
              <a:ext uri="{FF2B5EF4-FFF2-40B4-BE49-F238E27FC236}">
                <a16:creationId xmlns:a16="http://schemas.microsoft.com/office/drawing/2014/main" id="{FB336098-5F00-E582-DBB4-E5FE479F9D15}"/>
              </a:ext>
            </a:extLst>
          </p:cNvPr>
          <p:cNvSpPr>
            <a:spLocks noGrp="1"/>
          </p:cNvSpPr>
          <p:nvPr>
            <p:ph type="body" sz="quarter" idx="15"/>
          </p:nvPr>
        </p:nvSpPr>
        <p:spPr/>
        <p:txBody>
          <a:bodyPr/>
          <a:lstStyle/>
          <a:p>
            <a:endParaRPr lang="LID4096"/>
          </a:p>
        </p:txBody>
      </p:sp>
      <p:sp>
        <p:nvSpPr>
          <p:cNvPr id="4" name="Title 3">
            <a:extLst>
              <a:ext uri="{FF2B5EF4-FFF2-40B4-BE49-F238E27FC236}">
                <a16:creationId xmlns:a16="http://schemas.microsoft.com/office/drawing/2014/main" id="{B3D139B7-D841-250A-110A-89DE0859769D}"/>
              </a:ext>
            </a:extLst>
          </p:cNvPr>
          <p:cNvSpPr>
            <a:spLocks noGrp="1"/>
          </p:cNvSpPr>
          <p:nvPr>
            <p:ph type="title"/>
          </p:nvPr>
        </p:nvSpPr>
        <p:spPr/>
        <p:txBody>
          <a:bodyPr/>
          <a:lstStyle/>
          <a:p>
            <a:r>
              <a:rPr lang="en-GB" dirty="0"/>
              <a:t>Results of July Actual Vs ICP</a:t>
            </a:r>
            <a:endParaRPr lang="LID4096" dirty="0"/>
          </a:p>
        </p:txBody>
      </p:sp>
      <p:sp>
        <p:nvSpPr>
          <p:cNvPr id="5" name="Slide Number Placeholder 4">
            <a:extLst>
              <a:ext uri="{FF2B5EF4-FFF2-40B4-BE49-F238E27FC236}">
                <a16:creationId xmlns:a16="http://schemas.microsoft.com/office/drawing/2014/main" id="{3E03572A-A0B6-6D91-9C6D-460C4E7348AB}"/>
              </a:ext>
            </a:extLst>
          </p:cNvPr>
          <p:cNvSpPr>
            <a:spLocks noGrp="1"/>
          </p:cNvSpPr>
          <p:nvPr>
            <p:ph type="sldNum" sz="quarter" idx="12"/>
          </p:nvPr>
        </p:nvSpPr>
        <p:spPr/>
        <p:txBody>
          <a:bodyPr/>
          <a:lstStyle/>
          <a:p>
            <a:fld id="{66AA3846-8976-4D24-8224-CEE1235CE9F4}" type="slidenum">
              <a:rPr lang="en-US" smtClean="0"/>
              <a:pPr/>
              <a:t>20</a:t>
            </a:fld>
            <a:endParaRPr lang="en-US" dirty="0"/>
          </a:p>
        </p:txBody>
      </p:sp>
      <p:graphicFrame>
        <p:nvGraphicFramePr>
          <p:cNvPr id="7" name="Table 6">
            <a:extLst>
              <a:ext uri="{FF2B5EF4-FFF2-40B4-BE49-F238E27FC236}">
                <a16:creationId xmlns:a16="http://schemas.microsoft.com/office/drawing/2014/main" id="{BEAC7AB0-D33C-474E-920B-B8A161D26AC3}"/>
              </a:ext>
            </a:extLst>
          </p:cNvPr>
          <p:cNvGraphicFramePr>
            <a:graphicFrameLocks noGrp="1"/>
          </p:cNvGraphicFramePr>
          <p:nvPr>
            <p:extLst>
              <p:ext uri="{D42A27DB-BD31-4B8C-83A1-F6EECF244321}">
                <p14:modId xmlns:p14="http://schemas.microsoft.com/office/powerpoint/2010/main" val="3995356531"/>
              </p:ext>
            </p:extLst>
          </p:nvPr>
        </p:nvGraphicFramePr>
        <p:xfrm>
          <a:off x="415240" y="1180320"/>
          <a:ext cx="3797300" cy="3246120"/>
        </p:xfrm>
        <a:graphic>
          <a:graphicData uri="http://schemas.openxmlformats.org/drawingml/2006/table">
            <a:tbl>
              <a:tblPr/>
              <a:tblGrid>
                <a:gridCol w="609600">
                  <a:extLst>
                    <a:ext uri="{9D8B030D-6E8A-4147-A177-3AD203B41FA5}">
                      <a16:colId xmlns:a16="http://schemas.microsoft.com/office/drawing/2014/main" val="1801961269"/>
                    </a:ext>
                  </a:extLst>
                </a:gridCol>
                <a:gridCol w="609600">
                  <a:extLst>
                    <a:ext uri="{9D8B030D-6E8A-4147-A177-3AD203B41FA5}">
                      <a16:colId xmlns:a16="http://schemas.microsoft.com/office/drawing/2014/main" val="4213756284"/>
                    </a:ext>
                  </a:extLst>
                </a:gridCol>
                <a:gridCol w="609600">
                  <a:extLst>
                    <a:ext uri="{9D8B030D-6E8A-4147-A177-3AD203B41FA5}">
                      <a16:colId xmlns:a16="http://schemas.microsoft.com/office/drawing/2014/main" val="991135694"/>
                    </a:ext>
                  </a:extLst>
                </a:gridCol>
                <a:gridCol w="609600">
                  <a:extLst>
                    <a:ext uri="{9D8B030D-6E8A-4147-A177-3AD203B41FA5}">
                      <a16:colId xmlns:a16="http://schemas.microsoft.com/office/drawing/2014/main" val="2910816299"/>
                    </a:ext>
                  </a:extLst>
                </a:gridCol>
                <a:gridCol w="749300">
                  <a:extLst>
                    <a:ext uri="{9D8B030D-6E8A-4147-A177-3AD203B41FA5}">
                      <a16:colId xmlns:a16="http://schemas.microsoft.com/office/drawing/2014/main" val="1459449426"/>
                    </a:ext>
                  </a:extLst>
                </a:gridCol>
                <a:gridCol w="609600">
                  <a:extLst>
                    <a:ext uri="{9D8B030D-6E8A-4147-A177-3AD203B41FA5}">
                      <a16:colId xmlns:a16="http://schemas.microsoft.com/office/drawing/2014/main" val="4288763416"/>
                    </a:ext>
                  </a:extLst>
                </a:gridCol>
              </a:tblGrid>
              <a:tr h="548640">
                <a:tc>
                  <a:txBody>
                    <a:bodyPr/>
                    <a:lstStyle/>
                    <a:p>
                      <a:pPr algn="l" fontAlgn="ctr"/>
                      <a:r>
                        <a:rPr lang="en-US" sz="1100" b="1" i="0" u="none" strike="noStrike">
                          <a:solidFill>
                            <a:srgbClr val="000000"/>
                          </a:solidFill>
                          <a:effectLst/>
                          <a:latin typeface="Calibri" panose="020F0502020204030204" pitchFamily="34" charset="0"/>
                        </a:rPr>
                        <a:t>Plant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1" i="0" u="none" strike="noStrike">
                          <a:solidFill>
                            <a:srgbClr val="000000"/>
                          </a:solidFill>
                          <a:effectLst/>
                          <a:latin typeface="Calibri" panose="020F0502020204030204" pitchFamily="34" charset="0"/>
                        </a:rPr>
                        <a:t>Customer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1" i="0" u="none" strike="noStrike">
                          <a:solidFill>
                            <a:srgbClr val="000000"/>
                          </a:solidFill>
                          <a:effectLst/>
                          <a:latin typeface="Calibri" panose="020F0502020204030204" pitchFamily="34" charset="0"/>
                        </a:rPr>
                        <a:t>Model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1" i="0" u="none" strike="noStrike">
                          <a:solidFill>
                            <a:srgbClr val="000000"/>
                          </a:solidFill>
                          <a:effectLst/>
                          <a:latin typeface="Calibri" panose="020F0502020204030204" pitchFamily="34" charset="0"/>
                        </a:rPr>
                        <a:t>ICP </a:t>
                      </a:r>
                      <a:br>
                        <a:rPr lang="en-US" sz="1100" b="1" i="0" u="none" strike="noStrike">
                          <a:solidFill>
                            <a:srgbClr val="000000"/>
                          </a:solidFill>
                          <a:effectLst/>
                          <a:latin typeface="Calibri" panose="020F0502020204030204" pitchFamily="34" charset="0"/>
                        </a:rPr>
                      </a:br>
                      <a:r>
                        <a:rPr lang="en-US" sz="1100" b="1" i="0" u="none" strike="noStrike">
                          <a:solidFill>
                            <a:srgbClr val="000000"/>
                          </a:solidFill>
                          <a:effectLst/>
                          <a:latin typeface="Calibri" panose="020F0502020204030204" pitchFamily="34" charset="0"/>
                        </a:rPr>
                        <a:t>Jul</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1" i="0" u="none" strike="noStrike">
                          <a:solidFill>
                            <a:srgbClr val="000000"/>
                          </a:solidFill>
                          <a:effectLst/>
                          <a:latin typeface="Calibri" panose="020F0502020204030204" pitchFamily="34" charset="0"/>
                        </a:rPr>
                        <a:t>Total produced Customer</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1" i="0" u="none" strike="noStrike">
                          <a:solidFill>
                            <a:srgbClr val="000000"/>
                          </a:solidFill>
                          <a:effectLst/>
                          <a:latin typeface="Calibri" panose="020F0502020204030204" pitchFamily="34" charset="0"/>
                        </a:rPr>
                        <a:t>Varience % ICP Vs Act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76612106"/>
                  </a:ext>
                </a:extLst>
              </a:tr>
              <a:tr h="182880">
                <a:tc>
                  <a:txBody>
                    <a:bodyPr/>
                    <a:lstStyle/>
                    <a:p>
                      <a:pPr algn="l" fontAlgn="b"/>
                      <a:r>
                        <a:rPr lang="en-US" sz="1100" b="0" i="0" u="none" strike="noStrike">
                          <a:solidFill>
                            <a:srgbClr val="000000"/>
                          </a:solidFill>
                          <a:effectLst/>
                          <a:latin typeface="Calibri" panose="020F0502020204030204" pitchFamily="34" charset="0"/>
                        </a:rPr>
                        <a:t>BWL</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TATA</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Q-5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1700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1715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effectLst/>
                          <a:latin typeface="Calibri" panose="020F0502020204030204" pitchFamily="34" charset="0"/>
                        </a:rPr>
                        <a:t>101%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40847157"/>
                  </a:ext>
                </a:extLst>
              </a:tr>
              <a:tr h="182880">
                <a:tc>
                  <a:txBody>
                    <a:bodyPr/>
                    <a:lstStyle/>
                    <a:p>
                      <a:pPr algn="l" fontAlgn="b"/>
                      <a:r>
                        <a:rPr lang="en-US" sz="1100" b="0" i="0" u="none" strike="noStrike">
                          <a:solidFill>
                            <a:srgbClr val="000000"/>
                          </a:solidFill>
                          <a:effectLst/>
                          <a:latin typeface="Calibri" panose="020F0502020204030204" pitchFamily="34" charset="0"/>
                        </a:rPr>
                        <a:t>BWL</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TATA</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SAFARI</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3800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3514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92%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1625485"/>
                  </a:ext>
                </a:extLst>
              </a:tr>
              <a:tr h="182880">
                <a:tc>
                  <a:txBody>
                    <a:bodyPr/>
                    <a:lstStyle/>
                    <a:p>
                      <a:pPr algn="l" fontAlgn="b"/>
                      <a:r>
                        <a:rPr lang="en-US" sz="1100" b="0" i="0" u="none" strike="noStrike">
                          <a:solidFill>
                            <a:srgbClr val="000000"/>
                          </a:solidFill>
                          <a:effectLst/>
                          <a:latin typeface="Calibri" panose="020F0502020204030204" pitchFamily="34" charset="0"/>
                        </a:rPr>
                        <a:t>BWL</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TATA</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Y-1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1000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1209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9C5700"/>
                          </a:solidFill>
                          <a:effectLst/>
                          <a:latin typeface="Calibri" panose="020F0502020204030204" pitchFamily="34" charset="0"/>
                        </a:rPr>
                        <a:t>121%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9C"/>
                    </a:solidFill>
                  </a:tcPr>
                </a:tc>
                <a:extLst>
                  <a:ext uri="{0D108BD9-81ED-4DB2-BD59-A6C34878D82A}">
                    <a16:rowId xmlns:a16="http://schemas.microsoft.com/office/drawing/2014/main" val="385488500"/>
                  </a:ext>
                </a:extLst>
              </a:tr>
              <a:tr h="182880">
                <a:tc>
                  <a:txBody>
                    <a:bodyPr/>
                    <a:lstStyle/>
                    <a:p>
                      <a:pPr algn="l" fontAlgn="b"/>
                      <a:r>
                        <a:rPr lang="en-US" sz="1100" b="0" i="0" u="none" strike="noStrike">
                          <a:solidFill>
                            <a:srgbClr val="000000"/>
                          </a:solidFill>
                          <a:effectLst/>
                          <a:latin typeface="Calibri" panose="020F0502020204030204" pitchFamily="34" charset="0"/>
                        </a:rPr>
                        <a:t>BWL</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r>
                        <a:rPr lang="en-US" sz="1100" b="0" i="0" u="none" strike="noStrike">
                          <a:solidFill>
                            <a:srgbClr val="000000"/>
                          </a:solidFill>
                          <a:effectLst/>
                          <a:latin typeface="Calibri" panose="020F0502020204030204" pitchFamily="34" charset="0"/>
                        </a:rPr>
                        <a:t>MSIL</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r>
                        <a:rPr lang="en-US" sz="1100" b="0" i="0" u="none" strike="noStrike">
                          <a:solidFill>
                            <a:srgbClr val="000000"/>
                          </a:solidFill>
                          <a:effectLst/>
                          <a:latin typeface="Calibri" panose="020F0502020204030204" pitchFamily="34" charset="0"/>
                        </a:rPr>
                        <a:t>Y-1K MUL</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US" sz="1100" b="0" i="0" u="none" strike="noStrike">
                          <a:solidFill>
                            <a:srgbClr val="000000"/>
                          </a:solidFill>
                          <a:effectLst/>
                          <a:latin typeface="Calibri" panose="020F0502020204030204" pitchFamily="34" charset="0"/>
                        </a:rPr>
                        <a:t>6325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US" sz="1100" b="0" i="0" u="none" strike="noStrike">
                          <a:solidFill>
                            <a:srgbClr val="000000"/>
                          </a:solidFill>
                          <a:effectLst/>
                          <a:latin typeface="Calibri" panose="020F0502020204030204" pitchFamily="34" charset="0"/>
                        </a:rPr>
                        <a:t>8973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a:solidFill>
                            <a:srgbClr val="9C5700"/>
                          </a:solidFill>
                          <a:effectLst/>
                          <a:latin typeface="Calibri" panose="020F0502020204030204" pitchFamily="34" charset="0"/>
                        </a:rPr>
                        <a:t>142%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9C"/>
                    </a:solidFill>
                  </a:tcPr>
                </a:tc>
                <a:extLst>
                  <a:ext uri="{0D108BD9-81ED-4DB2-BD59-A6C34878D82A}">
                    <a16:rowId xmlns:a16="http://schemas.microsoft.com/office/drawing/2014/main" val="3735137500"/>
                  </a:ext>
                </a:extLst>
              </a:tr>
              <a:tr h="182880">
                <a:tc>
                  <a:txBody>
                    <a:bodyPr/>
                    <a:lstStyle/>
                    <a:p>
                      <a:pPr algn="l" fontAlgn="b"/>
                      <a:r>
                        <a:rPr lang="en-US" sz="1100" b="0" i="0" u="none" strike="noStrike">
                          <a:solidFill>
                            <a:srgbClr val="000000"/>
                          </a:solidFill>
                          <a:effectLst/>
                          <a:latin typeface="Calibri" panose="020F0502020204030204" pitchFamily="34" charset="0"/>
                        </a:rPr>
                        <a:t>BWL</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TATA</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X 451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5500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5687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effectLst/>
                          <a:latin typeface="Calibri" panose="020F0502020204030204" pitchFamily="34" charset="0"/>
                        </a:rPr>
                        <a:t>103%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15871950"/>
                  </a:ext>
                </a:extLst>
              </a:tr>
              <a:tr h="182880">
                <a:tc>
                  <a:txBody>
                    <a:bodyPr/>
                    <a:lstStyle/>
                    <a:p>
                      <a:pPr algn="l" fontAlgn="b"/>
                      <a:r>
                        <a:rPr lang="en-US" sz="1100" b="0" i="0" u="none" strike="noStrike">
                          <a:solidFill>
                            <a:srgbClr val="000000"/>
                          </a:solidFill>
                          <a:effectLst/>
                          <a:latin typeface="Calibri" panose="020F0502020204030204" pitchFamily="34" charset="0"/>
                        </a:rPr>
                        <a:t>BWL</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TATA</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X 445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10500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10738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effectLst/>
                          <a:latin typeface="Calibri" panose="020F0502020204030204" pitchFamily="34" charset="0"/>
                        </a:rPr>
                        <a:t>102%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05331784"/>
                  </a:ext>
                </a:extLst>
              </a:tr>
              <a:tr h="182880">
                <a:tc>
                  <a:txBody>
                    <a:bodyPr/>
                    <a:lstStyle/>
                    <a:p>
                      <a:pPr algn="l" fontAlgn="b"/>
                      <a:r>
                        <a:rPr lang="en-US" sz="1100" b="0" i="0" u="none" strike="noStrike">
                          <a:solidFill>
                            <a:srgbClr val="000000"/>
                          </a:solidFill>
                          <a:effectLst/>
                          <a:latin typeface="Calibri" panose="020F0502020204030204" pitchFamily="34" charset="0"/>
                        </a:rPr>
                        <a:t>BWL</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TATA</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X-104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15000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13290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effectLst/>
                          <a:latin typeface="Calibri" panose="020F0502020204030204" pitchFamily="34" charset="0"/>
                        </a:rPr>
                        <a:t>89%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1332137"/>
                  </a:ext>
                </a:extLst>
              </a:tr>
              <a:tr h="182880">
                <a:tc>
                  <a:txBody>
                    <a:bodyPr/>
                    <a:lstStyle/>
                    <a:p>
                      <a:pPr algn="l" fontAlgn="b"/>
                      <a:r>
                        <a:rPr lang="en-US" sz="1100" b="0" i="0" u="none" strike="noStrike">
                          <a:solidFill>
                            <a:srgbClr val="000000"/>
                          </a:solidFill>
                          <a:effectLst/>
                          <a:latin typeface="Calibri" panose="020F0502020204030204" pitchFamily="34" charset="0"/>
                        </a:rPr>
                        <a:t>BWL</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TATA</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SPRINT</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2520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2441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97%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1741627"/>
                  </a:ext>
                </a:extLst>
              </a:tr>
              <a:tr h="182880">
                <a:tc>
                  <a:txBody>
                    <a:bodyPr/>
                    <a:lstStyle/>
                    <a:p>
                      <a:pPr algn="l" fontAlgn="b"/>
                      <a:r>
                        <a:rPr lang="en-US" sz="1100" b="0" i="0" u="none" strike="noStrike">
                          <a:solidFill>
                            <a:srgbClr val="000000"/>
                          </a:solidFill>
                          <a:effectLst/>
                          <a:latin typeface="Calibri" panose="020F0502020204030204" pitchFamily="34" charset="0"/>
                        </a:rPr>
                        <a:t>BWL</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VW</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SK216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5300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5310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100%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53782371"/>
                  </a:ext>
                </a:extLst>
              </a:tr>
              <a:tr h="182880">
                <a:tc>
                  <a:txBody>
                    <a:bodyPr/>
                    <a:lstStyle/>
                    <a:p>
                      <a:pPr algn="l" fontAlgn="b"/>
                      <a:r>
                        <a:rPr lang="en-US" sz="1100" b="0" i="0" u="none" strike="noStrike">
                          <a:solidFill>
                            <a:srgbClr val="000000"/>
                          </a:solidFill>
                          <a:effectLst/>
                          <a:latin typeface="Calibri" panose="020F0502020204030204" pitchFamily="34" charset="0"/>
                        </a:rPr>
                        <a:t>BWL</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VW</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SK271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4900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5131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105%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37716177"/>
                  </a:ext>
                </a:extLst>
              </a:tr>
              <a:tr h="182880">
                <a:tc>
                  <a:txBody>
                    <a:bodyPr/>
                    <a:lstStyle/>
                    <a:p>
                      <a:pPr algn="l" fontAlgn="b"/>
                      <a:r>
                        <a:rPr lang="en-US" sz="1100" b="0" i="0" u="none" strike="noStrike">
                          <a:solidFill>
                            <a:srgbClr val="000000"/>
                          </a:solidFill>
                          <a:effectLst/>
                          <a:latin typeface="Calibri" panose="020F0502020204030204" pitchFamily="34" charset="0"/>
                        </a:rPr>
                        <a:t>BWL</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TATA</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WORLD TRUCK</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350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363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104%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91579384"/>
                  </a:ext>
                </a:extLst>
              </a:tr>
              <a:tr h="182880">
                <a:tc>
                  <a:txBody>
                    <a:bodyPr/>
                    <a:lstStyle/>
                    <a:p>
                      <a:pPr algn="l" fontAlgn="b"/>
                      <a:r>
                        <a:rPr lang="en-US" sz="1100" b="0" i="0" u="none" strike="noStrike">
                          <a:solidFill>
                            <a:srgbClr val="000000"/>
                          </a:solidFill>
                          <a:effectLst/>
                          <a:latin typeface="Calibri" panose="020F0502020204030204" pitchFamily="34" charset="0"/>
                        </a:rPr>
                        <a:t>BWL</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MSIL</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Y0M</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720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240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9C0006"/>
                          </a:solidFill>
                          <a:effectLst/>
                          <a:latin typeface="Calibri" panose="020F0502020204030204" pitchFamily="34" charset="0"/>
                        </a:rPr>
                        <a:t>33%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extLst>
                  <a:ext uri="{0D108BD9-81ED-4DB2-BD59-A6C34878D82A}">
                    <a16:rowId xmlns:a16="http://schemas.microsoft.com/office/drawing/2014/main" val="2599942668"/>
                  </a:ext>
                </a:extLst>
              </a:tr>
              <a:tr h="182880">
                <a:tc>
                  <a:txBody>
                    <a:bodyPr/>
                    <a:lstStyle/>
                    <a:p>
                      <a:pPr algn="l" fontAlgn="b"/>
                      <a:r>
                        <a:rPr lang="en-US" sz="1100" b="0" i="0" u="none" strike="noStrike">
                          <a:solidFill>
                            <a:srgbClr val="000000"/>
                          </a:solidFill>
                          <a:effectLst/>
                          <a:latin typeface="Calibri" panose="020F0502020204030204" pitchFamily="34" charset="0"/>
                        </a:rPr>
                        <a:t>BWL</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Ford</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B515 export</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2000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9C0006"/>
                          </a:solidFill>
                          <a:effectLst/>
                          <a:latin typeface="Calibri" panose="020F05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extLst>
                  <a:ext uri="{0D108BD9-81ED-4DB2-BD59-A6C34878D82A}">
                    <a16:rowId xmlns:a16="http://schemas.microsoft.com/office/drawing/2014/main" val="63349178"/>
                  </a:ext>
                </a:extLst>
              </a:tr>
            </a:tbl>
          </a:graphicData>
        </a:graphic>
      </p:graphicFrame>
      <p:graphicFrame>
        <p:nvGraphicFramePr>
          <p:cNvPr id="8" name="Table 7">
            <a:extLst>
              <a:ext uri="{FF2B5EF4-FFF2-40B4-BE49-F238E27FC236}">
                <a16:creationId xmlns:a16="http://schemas.microsoft.com/office/drawing/2014/main" id="{3BCE3664-B24C-48FB-B2E2-9C84DC05C6D7}"/>
              </a:ext>
            </a:extLst>
          </p:cNvPr>
          <p:cNvGraphicFramePr>
            <a:graphicFrameLocks noGrp="1"/>
          </p:cNvGraphicFramePr>
          <p:nvPr>
            <p:extLst>
              <p:ext uri="{D42A27DB-BD31-4B8C-83A1-F6EECF244321}">
                <p14:modId xmlns:p14="http://schemas.microsoft.com/office/powerpoint/2010/main" val="1070384709"/>
              </p:ext>
            </p:extLst>
          </p:nvPr>
        </p:nvGraphicFramePr>
        <p:xfrm>
          <a:off x="7840299" y="1191059"/>
          <a:ext cx="3797300" cy="1828800"/>
        </p:xfrm>
        <a:graphic>
          <a:graphicData uri="http://schemas.openxmlformats.org/drawingml/2006/table">
            <a:tbl>
              <a:tblPr/>
              <a:tblGrid>
                <a:gridCol w="609600">
                  <a:extLst>
                    <a:ext uri="{9D8B030D-6E8A-4147-A177-3AD203B41FA5}">
                      <a16:colId xmlns:a16="http://schemas.microsoft.com/office/drawing/2014/main" val="1399565276"/>
                    </a:ext>
                  </a:extLst>
                </a:gridCol>
                <a:gridCol w="609600">
                  <a:extLst>
                    <a:ext uri="{9D8B030D-6E8A-4147-A177-3AD203B41FA5}">
                      <a16:colId xmlns:a16="http://schemas.microsoft.com/office/drawing/2014/main" val="3505837064"/>
                    </a:ext>
                  </a:extLst>
                </a:gridCol>
                <a:gridCol w="609600">
                  <a:extLst>
                    <a:ext uri="{9D8B030D-6E8A-4147-A177-3AD203B41FA5}">
                      <a16:colId xmlns:a16="http://schemas.microsoft.com/office/drawing/2014/main" val="60590285"/>
                    </a:ext>
                  </a:extLst>
                </a:gridCol>
                <a:gridCol w="609600">
                  <a:extLst>
                    <a:ext uri="{9D8B030D-6E8A-4147-A177-3AD203B41FA5}">
                      <a16:colId xmlns:a16="http://schemas.microsoft.com/office/drawing/2014/main" val="3532544133"/>
                    </a:ext>
                  </a:extLst>
                </a:gridCol>
                <a:gridCol w="749300">
                  <a:extLst>
                    <a:ext uri="{9D8B030D-6E8A-4147-A177-3AD203B41FA5}">
                      <a16:colId xmlns:a16="http://schemas.microsoft.com/office/drawing/2014/main" val="1018300208"/>
                    </a:ext>
                  </a:extLst>
                </a:gridCol>
                <a:gridCol w="609600">
                  <a:extLst>
                    <a:ext uri="{9D8B030D-6E8A-4147-A177-3AD203B41FA5}">
                      <a16:colId xmlns:a16="http://schemas.microsoft.com/office/drawing/2014/main" val="1219188306"/>
                    </a:ext>
                  </a:extLst>
                </a:gridCol>
              </a:tblGrid>
              <a:tr h="548640">
                <a:tc>
                  <a:txBody>
                    <a:bodyPr/>
                    <a:lstStyle/>
                    <a:p>
                      <a:pPr algn="l" fontAlgn="ctr"/>
                      <a:r>
                        <a:rPr lang="en-US" sz="1100" b="1" i="0" u="none" strike="noStrike">
                          <a:solidFill>
                            <a:srgbClr val="000000"/>
                          </a:solidFill>
                          <a:effectLst/>
                          <a:latin typeface="Calibri" panose="020F0502020204030204" pitchFamily="34" charset="0"/>
                        </a:rPr>
                        <a:t>Plant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1" i="0" u="none" strike="noStrike" dirty="0">
                          <a:solidFill>
                            <a:srgbClr val="000000"/>
                          </a:solidFill>
                          <a:effectLst/>
                          <a:latin typeface="Calibri" panose="020F0502020204030204" pitchFamily="34" charset="0"/>
                        </a:rPr>
                        <a:t>Customer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1" i="0" u="none" strike="noStrike">
                          <a:solidFill>
                            <a:srgbClr val="000000"/>
                          </a:solidFill>
                          <a:effectLst/>
                          <a:latin typeface="Calibri" panose="020F0502020204030204" pitchFamily="34" charset="0"/>
                        </a:rPr>
                        <a:t>Model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1" i="0" u="none" strike="noStrike">
                          <a:solidFill>
                            <a:srgbClr val="000000"/>
                          </a:solidFill>
                          <a:effectLst/>
                          <a:latin typeface="Calibri" panose="020F0502020204030204" pitchFamily="34" charset="0"/>
                        </a:rPr>
                        <a:t>ICP </a:t>
                      </a:r>
                      <a:br>
                        <a:rPr lang="en-US" sz="1100" b="1" i="0" u="none" strike="noStrike">
                          <a:solidFill>
                            <a:srgbClr val="000000"/>
                          </a:solidFill>
                          <a:effectLst/>
                          <a:latin typeface="Calibri" panose="020F0502020204030204" pitchFamily="34" charset="0"/>
                        </a:rPr>
                      </a:br>
                      <a:r>
                        <a:rPr lang="en-US" sz="1100" b="1" i="0" u="none" strike="noStrike">
                          <a:solidFill>
                            <a:srgbClr val="000000"/>
                          </a:solidFill>
                          <a:effectLst/>
                          <a:latin typeface="Calibri" panose="020F0502020204030204" pitchFamily="34" charset="0"/>
                        </a:rPr>
                        <a:t>Jul</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1" i="0" u="none" strike="noStrike">
                          <a:solidFill>
                            <a:srgbClr val="000000"/>
                          </a:solidFill>
                          <a:effectLst/>
                          <a:latin typeface="Calibri" panose="020F0502020204030204" pitchFamily="34" charset="0"/>
                        </a:rPr>
                        <a:t>Total produced Customer</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1" i="0" u="none" strike="noStrike">
                          <a:solidFill>
                            <a:srgbClr val="000000"/>
                          </a:solidFill>
                          <a:effectLst/>
                          <a:latin typeface="Calibri" panose="020F0502020204030204" pitchFamily="34" charset="0"/>
                        </a:rPr>
                        <a:t>Varience % ICP Vs Act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24640319"/>
                  </a:ext>
                </a:extLst>
              </a:tr>
              <a:tr h="182880">
                <a:tc>
                  <a:txBody>
                    <a:bodyPr/>
                    <a:lstStyle/>
                    <a:p>
                      <a:pPr algn="l" fontAlgn="b"/>
                      <a:r>
                        <a:rPr lang="en-US" sz="1100" b="0" i="0" u="none" strike="noStrike">
                          <a:solidFill>
                            <a:srgbClr val="000000"/>
                          </a:solidFill>
                          <a:effectLst/>
                          <a:latin typeface="Calibri" panose="020F0502020204030204" pitchFamily="34" charset="0"/>
                        </a:rPr>
                        <a:t>CNS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NISSAN</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XBA</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2596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2784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107%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8843070"/>
                  </a:ext>
                </a:extLst>
              </a:tr>
              <a:tr h="182880">
                <a:tc>
                  <a:txBody>
                    <a:bodyPr/>
                    <a:lstStyle/>
                    <a:p>
                      <a:pPr algn="l" fontAlgn="b"/>
                      <a:r>
                        <a:rPr lang="en-US" sz="1100" b="0" i="0" u="none" strike="noStrike">
                          <a:solidFill>
                            <a:srgbClr val="000000"/>
                          </a:solidFill>
                          <a:effectLst/>
                          <a:latin typeface="Calibri" panose="020F0502020204030204" pitchFamily="34" charset="0"/>
                        </a:rPr>
                        <a:t>CNS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NISSAN</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XBB</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14000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11200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9C0006"/>
                          </a:solidFill>
                          <a:effectLst/>
                          <a:latin typeface="Calibri" panose="020F0502020204030204" pitchFamily="34" charset="0"/>
                        </a:rPr>
                        <a:t>80%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extLst>
                  <a:ext uri="{0D108BD9-81ED-4DB2-BD59-A6C34878D82A}">
                    <a16:rowId xmlns:a16="http://schemas.microsoft.com/office/drawing/2014/main" val="1889334628"/>
                  </a:ext>
                </a:extLst>
              </a:tr>
              <a:tr h="182880">
                <a:tc>
                  <a:txBody>
                    <a:bodyPr/>
                    <a:lstStyle/>
                    <a:p>
                      <a:pPr algn="l" fontAlgn="b"/>
                      <a:r>
                        <a:rPr lang="en-US" sz="1100" b="0" i="0" u="none" strike="noStrike">
                          <a:solidFill>
                            <a:srgbClr val="000000"/>
                          </a:solidFill>
                          <a:effectLst/>
                          <a:latin typeface="Calibri" panose="020F0502020204030204" pitchFamily="34" charset="0"/>
                        </a:rPr>
                        <a:t>CNS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HYUNDAI</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QXI</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12000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11880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99%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63706552"/>
                  </a:ext>
                </a:extLst>
              </a:tr>
              <a:tr h="182880">
                <a:tc>
                  <a:txBody>
                    <a:bodyPr/>
                    <a:lstStyle/>
                    <a:p>
                      <a:pPr algn="l" fontAlgn="b"/>
                      <a:r>
                        <a:rPr lang="en-US" sz="1100" b="0" i="0" u="none" strike="noStrike">
                          <a:solidFill>
                            <a:srgbClr val="000000"/>
                          </a:solidFill>
                          <a:effectLst/>
                          <a:latin typeface="Calibri" panose="020F0502020204030204" pitchFamily="34" charset="0"/>
                        </a:rPr>
                        <a:t>CNS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NISSAN</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RBC</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3761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3813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101%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64732450"/>
                  </a:ext>
                </a:extLst>
              </a:tr>
              <a:tr h="182880">
                <a:tc>
                  <a:txBody>
                    <a:bodyPr/>
                    <a:lstStyle/>
                    <a:p>
                      <a:pPr algn="l" fontAlgn="b"/>
                      <a:r>
                        <a:rPr lang="en-US" sz="1100" b="0" i="0" u="none" strike="noStrike">
                          <a:solidFill>
                            <a:srgbClr val="000000"/>
                          </a:solidFill>
                          <a:effectLst/>
                          <a:latin typeface="Calibri" panose="020F0502020204030204" pitchFamily="34" charset="0"/>
                        </a:rPr>
                        <a:t>CNS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NISSAN</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PB1D</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226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271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9C5700"/>
                          </a:solidFill>
                          <a:effectLst/>
                          <a:latin typeface="Calibri" panose="020F0502020204030204" pitchFamily="34" charset="0"/>
                        </a:rPr>
                        <a:t>120%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9C"/>
                    </a:solidFill>
                  </a:tcPr>
                </a:tc>
                <a:extLst>
                  <a:ext uri="{0D108BD9-81ED-4DB2-BD59-A6C34878D82A}">
                    <a16:rowId xmlns:a16="http://schemas.microsoft.com/office/drawing/2014/main" val="963097342"/>
                  </a:ext>
                </a:extLst>
              </a:tr>
              <a:tr h="182880">
                <a:tc>
                  <a:txBody>
                    <a:bodyPr/>
                    <a:lstStyle/>
                    <a:p>
                      <a:pPr algn="l" fontAlgn="b"/>
                      <a:r>
                        <a:rPr lang="en-US" sz="1100" b="0" i="0" u="none" strike="noStrike">
                          <a:solidFill>
                            <a:srgbClr val="000000"/>
                          </a:solidFill>
                          <a:effectLst/>
                          <a:latin typeface="Calibri" panose="020F0502020204030204" pitchFamily="34" charset="0"/>
                        </a:rPr>
                        <a:t>CNS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NISSAN</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PY1B</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5280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5575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106%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1685812"/>
                  </a:ext>
                </a:extLst>
              </a:tr>
              <a:tr h="182880">
                <a:tc>
                  <a:txBody>
                    <a:bodyPr/>
                    <a:lstStyle/>
                    <a:p>
                      <a:pPr algn="l" fontAlgn="b"/>
                      <a:r>
                        <a:rPr lang="en-US" sz="1100" b="0" i="0" u="none" strike="noStrike">
                          <a:solidFill>
                            <a:srgbClr val="000000"/>
                          </a:solidFill>
                          <a:effectLst/>
                          <a:latin typeface="Calibri" panose="020F0502020204030204" pitchFamily="34" charset="0"/>
                        </a:rPr>
                        <a:t>CNS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NISSAN</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HBC</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4056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4036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effectLst/>
                          <a:latin typeface="Calibri" panose="020F0502020204030204" pitchFamily="34" charset="0"/>
                        </a:rPr>
                        <a:t>100%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2768477"/>
                  </a:ext>
                </a:extLst>
              </a:tr>
            </a:tbl>
          </a:graphicData>
        </a:graphic>
      </p:graphicFrame>
      <p:graphicFrame>
        <p:nvGraphicFramePr>
          <p:cNvPr id="9" name="Table 8">
            <a:extLst>
              <a:ext uri="{FF2B5EF4-FFF2-40B4-BE49-F238E27FC236}">
                <a16:creationId xmlns:a16="http://schemas.microsoft.com/office/drawing/2014/main" id="{6AECA940-9648-44BB-AE06-C8AB793FE5A3}"/>
              </a:ext>
            </a:extLst>
          </p:cNvPr>
          <p:cNvGraphicFramePr>
            <a:graphicFrameLocks noGrp="1"/>
          </p:cNvGraphicFramePr>
          <p:nvPr>
            <p:extLst>
              <p:ext uri="{D42A27DB-BD31-4B8C-83A1-F6EECF244321}">
                <p14:modId xmlns:p14="http://schemas.microsoft.com/office/powerpoint/2010/main" val="840705860"/>
              </p:ext>
            </p:extLst>
          </p:nvPr>
        </p:nvGraphicFramePr>
        <p:xfrm>
          <a:off x="4468282" y="1191059"/>
          <a:ext cx="3128947" cy="4621219"/>
        </p:xfrm>
        <a:graphic>
          <a:graphicData uri="http://schemas.openxmlformats.org/drawingml/2006/table">
            <a:tbl>
              <a:tblPr/>
              <a:tblGrid>
                <a:gridCol w="502306">
                  <a:extLst>
                    <a:ext uri="{9D8B030D-6E8A-4147-A177-3AD203B41FA5}">
                      <a16:colId xmlns:a16="http://schemas.microsoft.com/office/drawing/2014/main" val="2534231099"/>
                    </a:ext>
                  </a:extLst>
                </a:gridCol>
                <a:gridCol w="502306">
                  <a:extLst>
                    <a:ext uri="{9D8B030D-6E8A-4147-A177-3AD203B41FA5}">
                      <a16:colId xmlns:a16="http://schemas.microsoft.com/office/drawing/2014/main" val="2966229170"/>
                    </a:ext>
                  </a:extLst>
                </a:gridCol>
                <a:gridCol w="502306">
                  <a:extLst>
                    <a:ext uri="{9D8B030D-6E8A-4147-A177-3AD203B41FA5}">
                      <a16:colId xmlns:a16="http://schemas.microsoft.com/office/drawing/2014/main" val="1409477684"/>
                    </a:ext>
                  </a:extLst>
                </a:gridCol>
                <a:gridCol w="502306">
                  <a:extLst>
                    <a:ext uri="{9D8B030D-6E8A-4147-A177-3AD203B41FA5}">
                      <a16:colId xmlns:a16="http://schemas.microsoft.com/office/drawing/2014/main" val="1838434465"/>
                    </a:ext>
                  </a:extLst>
                </a:gridCol>
                <a:gridCol w="617417">
                  <a:extLst>
                    <a:ext uri="{9D8B030D-6E8A-4147-A177-3AD203B41FA5}">
                      <a16:colId xmlns:a16="http://schemas.microsoft.com/office/drawing/2014/main" val="1521328924"/>
                    </a:ext>
                  </a:extLst>
                </a:gridCol>
                <a:gridCol w="502306">
                  <a:extLst>
                    <a:ext uri="{9D8B030D-6E8A-4147-A177-3AD203B41FA5}">
                      <a16:colId xmlns:a16="http://schemas.microsoft.com/office/drawing/2014/main" val="1971229569"/>
                    </a:ext>
                  </a:extLst>
                </a:gridCol>
              </a:tblGrid>
              <a:tr h="452075">
                <a:tc>
                  <a:txBody>
                    <a:bodyPr/>
                    <a:lstStyle/>
                    <a:p>
                      <a:pPr algn="l" fontAlgn="ctr"/>
                      <a:r>
                        <a:rPr lang="en-US" sz="900" b="1" i="0" u="none" strike="noStrike">
                          <a:solidFill>
                            <a:srgbClr val="000000"/>
                          </a:solidFill>
                          <a:effectLst/>
                          <a:latin typeface="Calibri" panose="020F0502020204030204" pitchFamily="34" charset="0"/>
                        </a:rPr>
                        <a:t>Plant</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1" i="0" u="none" strike="noStrike">
                          <a:solidFill>
                            <a:srgbClr val="000000"/>
                          </a:solidFill>
                          <a:effectLst/>
                          <a:latin typeface="Calibri" panose="020F0502020204030204" pitchFamily="34" charset="0"/>
                        </a:rPr>
                        <a:t>Customer</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1" i="0" u="none" strike="noStrike">
                          <a:solidFill>
                            <a:srgbClr val="000000"/>
                          </a:solidFill>
                          <a:effectLst/>
                          <a:latin typeface="Calibri" panose="020F0502020204030204" pitchFamily="34" charset="0"/>
                        </a:rPr>
                        <a:t>Model </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1" i="0" u="none" strike="noStrike">
                          <a:solidFill>
                            <a:srgbClr val="000000"/>
                          </a:solidFill>
                          <a:effectLst/>
                          <a:latin typeface="Calibri" panose="020F0502020204030204" pitchFamily="34" charset="0"/>
                        </a:rPr>
                        <a:t>ICP </a:t>
                      </a:r>
                      <a:br>
                        <a:rPr lang="en-US" sz="900" b="1" i="0" u="none" strike="noStrike">
                          <a:solidFill>
                            <a:srgbClr val="000000"/>
                          </a:solidFill>
                          <a:effectLst/>
                          <a:latin typeface="Calibri" panose="020F0502020204030204" pitchFamily="34" charset="0"/>
                        </a:rPr>
                      </a:br>
                      <a:r>
                        <a:rPr lang="en-US" sz="900" b="1" i="0" u="none" strike="noStrike">
                          <a:solidFill>
                            <a:srgbClr val="000000"/>
                          </a:solidFill>
                          <a:effectLst/>
                          <a:latin typeface="Calibri" panose="020F0502020204030204" pitchFamily="34" charset="0"/>
                        </a:rPr>
                        <a:t>Jul</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1" i="0" u="none" strike="noStrike">
                          <a:solidFill>
                            <a:srgbClr val="000000"/>
                          </a:solidFill>
                          <a:effectLst/>
                          <a:latin typeface="Calibri" panose="020F0502020204030204" pitchFamily="34" charset="0"/>
                        </a:rPr>
                        <a:t>Total produced Customer</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1" i="0" u="none" strike="noStrike">
                          <a:solidFill>
                            <a:srgbClr val="000000"/>
                          </a:solidFill>
                          <a:effectLst/>
                          <a:latin typeface="Calibri" panose="020F0502020204030204" pitchFamily="34" charset="0"/>
                        </a:rPr>
                        <a:t>Varience % ICP Vs Act</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36326288"/>
                  </a:ext>
                </a:extLst>
              </a:tr>
              <a:tr h="150692">
                <a:tc>
                  <a:txBody>
                    <a:bodyPr/>
                    <a:lstStyle/>
                    <a:p>
                      <a:pPr algn="l" fontAlgn="b"/>
                      <a:r>
                        <a:rPr lang="en-US" sz="900" b="0" i="0" u="none" strike="noStrike">
                          <a:solidFill>
                            <a:srgbClr val="000000"/>
                          </a:solidFill>
                          <a:effectLst/>
                          <a:latin typeface="Calibri" panose="020F0502020204030204" pitchFamily="34" charset="0"/>
                        </a:rPr>
                        <a:t>MNR</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M&amp;M</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Scorpio</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dirty="0">
                          <a:solidFill>
                            <a:srgbClr val="000000"/>
                          </a:solidFill>
                          <a:effectLst/>
                          <a:latin typeface="Calibri" panose="020F0502020204030204" pitchFamily="34" charset="0"/>
                        </a:rPr>
                        <a:t>5000</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4229</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9C0006"/>
                          </a:solidFill>
                          <a:effectLst/>
                          <a:latin typeface="Calibri" panose="020F0502020204030204" pitchFamily="34" charset="0"/>
                        </a:rPr>
                        <a:t>85%</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extLst>
                  <a:ext uri="{0D108BD9-81ED-4DB2-BD59-A6C34878D82A}">
                    <a16:rowId xmlns:a16="http://schemas.microsoft.com/office/drawing/2014/main" val="3996085531"/>
                  </a:ext>
                </a:extLst>
              </a:tr>
              <a:tr h="150692">
                <a:tc>
                  <a:txBody>
                    <a:bodyPr/>
                    <a:lstStyle/>
                    <a:p>
                      <a:pPr algn="l" fontAlgn="b"/>
                      <a:r>
                        <a:rPr lang="en-US" sz="900" b="0" i="0" u="none" strike="noStrike">
                          <a:solidFill>
                            <a:srgbClr val="000000"/>
                          </a:solidFill>
                          <a:effectLst/>
                          <a:latin typeface="Calibri" panose="020F0502020204030204" pitchFamily="34" charset="0"/>
                        </a:rPr>
                        <a:t>MNR</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M&amp;M</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U321</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200</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225</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Calibri" panose="020F0502020204030204" pitchFamily="34" charset="0"/>
                        </a:rPr>
                        <a:t>113%</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70616298"/>
                  </a:ext>
                </a:extLst>
              </a:tr>
              <a:tr h="150692">
                <a:tc>
                  <a:txBody>
                    <a:bodyPr/>
                    <a:lstStyle/>
                    <a:p>
                      <a:pPr algn="l" fontAlgn="b"/>
                      <a:r>
                        <a:rPr lang="en-US" sz="900" b="0" i="0" u="none" strike="noStrike">
                          <a:solidFill>
                            <a:srgbClr val="000000"/>
                          </a:solidFill>
                          <a:effectLst/>
                          <a:latin typeface="Calibri" panose="020F0502020204030204" pitchFamily="34" charset="0"/>
                        </a:rPr>
                        <a:t>MNR</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M&amp;M</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ICV</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dirty="0">
                          <a:solidFill>
                            <a:srgbClr val="000000"/>
                          </a:solidFill>
                          <a:effectLst/>
                          <a:latin typeface="Calibri" panose="020F0502020204030204" pitchFamily="34" charset="0"/>
                        </a:rPr>
                        <a:t>200</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259</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9C5700"/>
                          </a:solidFill>
                          <a:effectLst/>
                          <a:latin typeface="Calibri" panose="020F0502020204030204" pitchFamily="34" charset="0"/>
                        </a:rPr>
                        <a:t>130%</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9C"/>
                    </a:solidFill>
                  </a:tcPr>
                </a:tc>
                <a:extLst>
                  <a:ext uri="{0D108BD9-81ED-4DB2-BD59-A6C34878D82A}">
                    <a16:rowId xmlns:a16="http://schemas.microsoft.com/office/drawing/2014/main" val="2225801403"/>
                  </a:ext>
                </a:extLst>
              </a:tr>
              <a:tr h="150692">
                <a:tc>
                  <a:txBody>
                    <a:bodyPr/>
                    <a:lstStyle/>
                    <a:p>
                      <a:pPr algn="l" fontAlgn="b"/>
                      <a:r>
                        <a:rPr lang="en-US" sz="900" b="0" i="0" u="none" strike="noStrike">
                          <a:solidFill>
                            <a:srgbClr val="000000"/>
                          </a:solidFill>
                          <a:effectLst/>
                          <a:latin typeface="Calibri" panose="020F0502020204030204" pitchFamily="34" charset="0"/>
                        </a:rPr>
                        <a:t>MNR</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M&amp;M</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NAVISTAR</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500</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520</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Calibri" panose="020F0502020204030204" pitchFamily="34" charset="0"/>
                        </a:rPr>
                        <a:t>104%</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78266995"/>
                  </a:ext>
                </a:extLst>
              </a:tr>
              <a:tr h="150692">
                <a:tc>
                  <a:txBody>
                    <a:bodyPr/>
                    <a:lstStyle/>
                    <a:p>
                      <a:pPr algn="l" fontAlgn="b"/>
                      <a:r>
                        <a:rPr lang="en-US" sz="900" b="0" i="0" u="none" strike="noStrike">
                          <a:solidFill>
                            <a:srgbClr val="000000"/>
                          </a:solidFill>
                          <a:effectLst/>
                          <a:latin typeface="Calibri" panose="020F0502020204030204" pitchFamily="34" charset="0"/>
                        </a:rPr>
                        <a:t>MNR</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MSIL</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YL-1 </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2980</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2464</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9C0006"/>
                          </a:solidFill>
                          <a:effectLst/>
                          <a:latin typeface="Calibri" panose="020F0502020204030204" pitchFamily="34" charset="0"/>
                        </a:rPr>
                        <a:t>83%</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extLst>
                  <a:ext uri="{0D108BD9-81ED-4DB2-BD59-A6C34878D82A}">
                    <a16:rowId xmlns:a16="http://schemas.microsoft.com/office/drawing/2014/main" val="2553272775"/>
                  </a:ext>
                </a:extLst>
              </a:tr>
              <a:tr h="150692">
                <a:tc>
                  <a:txBody>
                    <a:bodyPr/>
                    <a:lstStyle/>
                    <a:p>
                      <a:pPr algn="l" fontAlgn="b"/>
                      <a:r>
                        <a:rPr lang="en-US" sz="900" b="0" i="0" u="none" strike="noStrike">
                          <a:solidFill>
                            <a:srgbClr val="000000"/>
                          </a:solidFill>
                          <a:effectLst/>
                          <a:latin typeface="Calibri" panose="020F0502020204030204" pitchFamily="34" charset="0"/>
                        </a:rPr>
                        <a:t>MNR</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MSIL</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Alto</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870</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1326</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9C5700"/>
                          </a:solidFill>
                          <a:effectLst/>
                          <a:latin typeface="Calibri" panose="020F0502020204030204" pitchFamily="34" charset="0"/>
                        </a:rPr>
                        <a:t>152%</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9C"/>
                    </a:solidFill>
                  </a:tcPr>
                </a:tc>
                <a:extLst>
                  <a:ext uri="{0D108BD9-81ED-4DB2-BD59-A6C34878D82A}">
                    <a16:rowId xmlns:a16="http://schemas.microsoft.com/office/drawing/2014/main" val="2115591311"/>
                  </a:ext>
                </a:extLst>
              </a:tr>
              <a:tr h="150692">
                <a:tc>
                  <a:txBody>
                    <a:bodyPr/>
                    <a:lstStyle/>
                    <a:p>
                      <a:pPr algn="l" fontAlgn="b"/>
                      <a:r>
                        <a:rPr lang="en-US" sz="900" b="0" i="0" u="none" strike="noStrike">
                          <a:solidFill>
                            <a:srgbClr val="000000"/>
                          </a:solidFill>
                          <a:effectLst/>
                          <a:latin typeface="Calibri" panose="020F0502020204030204" pitchFamily="34" charset="0"/>
                        </a:rPr>
                        <a:t>MNR</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MSIL</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YC-5</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22</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54</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9C5700"/>
                          </a:solidFill>
                          <a:effectLst/>
                          <a:latin typeface="Calibri" panose="020F0502020204030204" pitchFamily="34" charset="0"/>
                        </a:rPr>
                        <a:t>245%</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9C"/>
                    </a:solidFill>
                  </a:tcPr>
                </a:tc>
                <a:extLst>
                  <a:ext uri="{0D108BD9-81ED-4DB2-BD59-A6C34878D82A}">
                    <a16:rowId xmlns:a16="http://schemas.microsoft.com/office/drawing/2014/main" val="360902366"/>
                  </a:ext>
                </a:extLst>
              </a:tr>
              <a:tr h="150692">
                <a:tc>
                  <a:txBody>
                    <a:bodyPr/>
                    <a:lstStyle/>
                    <a:p>
                      <a:pPr algn="l" fontAlgn="b"/>
                      <a:r>
                        <a:rPr lang="en-US" sz="900" b="0" i="0" u="none" strike="noStrike">
                          <a:solidFill>
                            <a:srgbClr val="000000"/>
                          </a:solidFill>
                          <a:effectLst/>
                          <a:latin typeface="Calibri" panose="020F0502020204030204" pitchFamily="34" charset="0"/>
                        </a:rPr>
                        <a:t>MNR</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MSIL</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Model M</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52</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10</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9C0006"/>
                          </a:solidFill>
                          <a:effectLst/>
                          <a:latin typeface="Calibri" panose="020F0502020204030204" pitchFamily="34" charset="0"/>
                        </a:rPr>
                        <a:t>19%</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extLst>
                  <a:ext uri="{0D108BD9-81ED-4DB2-BD59-A6C34878D82A}">
                    <a16:rowId xmlns:a16="http://schemas.microsoft.com/office/drawing/2014/main" val="4201286398"/>
                  </a:ext>
                </a:extLst>
              </a:tr>
              <a:tr h="150692">
                <a:tc>
                  <a:txBody>
                    <a:bodyPr/>
                    <a:lstStyle/>
                    <a:p>
                      <a:pPr algn="l" fontAlgn="b"/>
                      <a:r>
                        <a:rPr lang="en-US" sz="900" b="0" i="0" u="none" strike="noStrike">
                          <a:solidFill>
                            <a:srgbClr val="000000"/>
                          </a:solidFill>
                          <a:effectLst/>
                          <a:latin typeface="Calibri" panose="020F0502020204030204" pitchFamily="34" charset="0"/>
                        </a:rPr>
                        <a:t>MNR</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MSIL</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SX4</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26</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68</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9C5700"/>
                          </a:solidFill>
                          <a:effectLst/>
                          <a:latin typeface="Calibri" panose="020F0502020204030204" pitchFamily="34" charset="0"/>
                        </a:rPr>
                        <a:t>262%</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9C"/>
                    </a:solidFill>
                  </a:tcPr>
                </a:tc>
                <a:extLst>
                  <a:ext uri="{0D108BD9-81ED-4DB2-BD59-A6C34878D82A}">
                    <a16:rowId xmlns:a16="http://schemas.microsoft.com/office/drawing/2014/main" val="2698779985"/>
                  </a:ext>
                </a:extLst>
              </a:tr>
              <a:tr h="150692">
                <a:tc>
                  <a:txBody>
                    <a:bodyPr/>
                    <a:lstStyle/>
                    <a:p>
                      <a:pPr algn="l" fontAlgn="b"/>
                      <a:r>
                        <a:rPr lang="en-US" sz="900" b="0" i="0" u="none" strike="noStrike">
                          <a:solidFill>
                            <a:srgbClr val="000000"/>
                          </a:solidFill>
                          <a:effectLst/>
                          <a:latin typeface="Calibri" panose="020F0502020204030204" pitchFamily="34" charset="0"/>
                        </a:rPr>
                        <a:t>MNR</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MSIL</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Y9-T</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dirty="0">
                          <a:solidFill>
                            <a:srgbClr val="000000"/>
                          </a:solidFill>
                          <a:effectLst/>
                          <a:latin typeface="Calibri" panose="020F0502020204030204" pitchFamily="34" charset="0"/>
                        </a:rPr>
                        <a:t>5221</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4920</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Calibri" panose="020F0502020204030204" pitchFamily="34" charset="0"/>
                        </a:rPr>
                        <a:t>94%</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14286292"/>
                  </a:ext>
                </a:extLst>
              </a:tr>
              <a:tr h="150692">
                <a:tc>
                  <a:txBody>
                    <a:bodyPr/>
                    <a:lstStyle/>
                    <a:p>
                      <a:pPr algn="l" fontAlgn="b"/>
                      <a:r>
                        <a:rPr lang="en-US" sz="900" b="0" i="0" u="none" strike="noStrike">
                          <a:solidFill>
                            <a:srgbClr val="000000"/>
                          </a:solidFill>
                          <a:effectLst/>
                          <a:latin typeface="Calibri" panose="020F0502020204030204" pitchFamily="34" charset="0"/>
                        </a:rPr>
                        <a:t>MNR</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MSIL</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Omni</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570</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599</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Calibri" panose="020F0502020204030204" pitchFamily="34" charset="0"/>
                        </a:rPr>
                        <a:t>105%</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4318094"/>
                  </a:ext>
                </a:extLst>
              </a:tr>
              <a:tr h="150692">
                <a:tc>
                  <a:txBody>
                    <a:bodyPr/>
                    <a:lstStyle/>
                    <a:p>
                      <a:pPr algn="l" fontAlgn="b"/>
                      <a:r>
                        <a:rPr lang="en-US" sz="900" b="0" i="0" u="none" strike="noStrike">
                          <a:solidFill>
                            <a:srgbClr val="000000"/>
                          </a:solidFill>
                          <a:effectLst/>
                          <a:latin typeface="Calibri" panose="020F0502020204030204" pitchFamily="34" charset="0"/>
                        </a:rPr>
                        <a:t>MNR</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MSIL</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800 CC</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1120</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1070</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Calibri" panose="020F0502020204030204" pitchFamily="34" charset="0"/>
                        </a:rPr>
                        <a:t>96%</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91740321"/>
                  </a:ext>
                </a:extLst>
              </a:tr>
              <a:tr h="150692">
                <a:tc>
                  <a:txBody>
                    <a:bodyPr/>
                    <a:lstStyle/>
                    <a:p>
                      <a:pPr algn="l" fontAlgn="b"/>
                      <a:r>
                        <a:rPr lang="en-US" sz="900" b="0" i="0" u="none" strike="noStrike">
                          <a:solidFill>
                            <a:srgbClr val="000000"/>
                          </a:solidFill>
                          <a:effectLst/>
                          <a:latin typeface="Calibri" panose="020F0502020204030204" pitchFamily="34" charset="0"/>
                        </a:rPr>
                        <a:t>MNR</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MSIL</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YL 7</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785</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458</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9C0006"/>
                          </a:solidFill>
                          <a:effectLst/>
                          <a:latin typeface="Calibri" panose="020F0502020204030204" pitchFamily="34" charset="0"/>
                        </a:rPr>
                        <a:t>58%</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extLst>
                  <a:ext uri="{0D108BD9-81ED-4DB2-BD59-A6C34878D82A}">
                    <a16:rowId xmlns:a16="http://schemas.microsoft.com/office/drawing/2014/main" val="3879119516"/>
                  </a:ext>
                </a:extLst>
              </a:tr>
              <a:tr h="150692">
                <a:tc>
                  <a:txBody>
                    <a:bodyPr/>
                    <a:lstStyle/>
                    <a:p>
                      <a:pPr algn="l" fontAlgn="b"/>
                      <a:r>
                        <a:rPr lang="en-US" sz="900" b="0" i="0" u="none" strike="noStrike">
                          <a:solidFill>
                            <a:srgbClr val="000000"/>
                          </a:solidFill>
                          <a:effectLst/>
                          <a:latin typeface="Calibri" panose="020F0502020204030204" pitchFamily="34" charset="0"/>
                        </a:rPr>
                        <a:t>MNR</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MSIL</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YN4</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240</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dirty="0">
                          <a:solidFill>
                            <a:srgbClr val="000000"/>
                          </a:solidFill>
                          <a:effectLst/>
                          <a:latin typeface="Calibri" panose="020F0502020204030204" pitchFamily="34" charset="0"/>
                        </a:rPr>
                        <a:t>578</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9C5700"/>
                          </a:solidFill>
                          <a:effectLst/>
                          <a:latin typeface="Calibri" panose="020F0502020204030204" pitchFamily="34" charset="0"/>
                        </a:rPr>
                        <a:t>241%</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9C"/>
                    </a:solidFill>
                  </a:tcPr>
                </a:tc>
                <a:extLst>
                  <a:ext uri="{0D108BD9-81ED-4DB2-BD59-A6C34878D82A}">
                    <a16:rowId xmlns:a16="http://schemas.microsoft.com/office/drawing/2014/main" val="2576360056"/>
                  </a:ext>
                </a:extLst>
              </a:tr>
              <a:tr h="150692">
                <a:tc>
                  <a:txBody>
                    <a:bodyPr/>
                    <a:lstStyle/>
                    <a:p>
                      <a:pPr algn="l" fontAlgn="b"/>
                      <a:r>
                        <a:rPr lang="en-US" sz="900" b="0" i="0" u="none" strike="noStrike">
                          <a:solidFill>
                            <a:srgbClr val="000000"/>
                          </a:solidFill>
                          <a:effectLst/>
                          <a:latin typeface="Calibri" panose="020F0502020204030204" pitchFamily="34" charset="0"/>
                        </a:rPr>
                        <a:t>MNR</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MSIL</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YP8</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2997</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dirty="0">
                          <a:solidFill>
                            <a:srgbClr val="000000"/>
                          </a:solidFill>
                          <a:effectLst/>
                          <a:latin typeface="Calibri" panose="020F0502020204030204" pitchFamily="34" charset="0"/>
                        </a:rPr>
                        <a:t>3490</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9C5700"/>
                          </a:solidFill>
                          <a:effectLst/>
                          <a:latin typeface="Calibri" panose="020F0502020204030204" pitchFamily="34" charset="0"/>
                        </a:rPr>
                        <a:t>116%</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9C"/>
                    </a:solidFill>
                  </a:tcPr>
                </a:tc>
                <a:extLst>
                  <a:ext uri="{0D108BD9-81ED-4DB2-BD59-A6C34878D82A}">
                    <a16:rowId xmlns:a16="http://schemas.microsoft.com/office/drawing/2014/main" val="1465162842"/>
                  </a:ext>
                </a:extLst>
              </a:tr>
              <a:tr h="150692">
                <a:tc>
                  <a:txBody>
                    <a:bodyPr/>
                    <a:lstStyle/>
                    <a:p>
                      <a:pPr algn="l" fontAlgn="b"/>
                      <a:r>
                        <a:rPr lang="en-US" sz="900" b="0" i="0" u="none" strike="noStrike">
                          <a:solidFill>
                            <a:srgbClr val="000000"/>
                          </a:solidFill>
                          <a:effectLst/>
                          <a:latin typeface="Calibri" panose="020F0502020204030204" pitchFamily="34" charset="0"/>
                        </a:rPr>
                        <a:t>MNR</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MSIL</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YR9</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1</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672</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9C5700"/>
                          </a:solidFill>
                          <a:effectLst/>
                          <a:latin typeface="Calibri" panose="020F0502020204030204" pitchFamily="34" charset="0"/>
                        </a:rPr>
                        <a:t>67200%</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9C"/>
                    </a:solidFill>
                  </a:tcPr>
                </a:tc>
                <a:extLst>
                  <a:ext uri="{0D108BD9-81ED-4DB2-BD59-A6C34878D82A}">
                    <a16:rowId xmlns:a16="http://schemas.microsoft.com/office/drawing/2014/main" val="3833106613"/>
                  </a:ext>
                </a:extLst>
              </a:tr>
              <a:tr h="150692">
                <a:tc>
                  <a:txBody>
                    <a:bodyPr/>
                    <a:lstStyle/>
                    <a:p>
                      <a:pPr algn="l" fontAlgn="b"/>
                      <a:r>
                        <a:rPr lang="en-US" sz="900" b="0" i="0" u="none" strike="noStrike">
                          <a:solidFill>
                            <a:srgbClr val="000000"/>
                          </a:solidFill>
                          <a:effectLst/>
                          <a:latin typeface="Calibri" panose="020F0502020204030204" pitchFamily="34" charset="0"/>
                        </a:rPr>
                        <a:t>MNR</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MSIL</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YV4</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100</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118</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9C5700"/>
                          </a:solidFill>
                          <a:effectLst/>
                          <a:latin typeface="Calibri" panose="020F0502020204030204" pitchFamily="34" charset="0"/>
                        </a:rPr>
                        <a:t>118%</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9C"/>
                    </a:solidFill>
                  </a:tcPr>
                </a:tc>
                <a:extLst>
                  <a:ext uri="{0D108BD9-81ED-4DB2-BD59-A6C34878D82A}">
                    <a16:rowId xmlns:a16="http://schemas.microsoft.com/office/drawing/2014/main" val="3490838849"/>
                  </a:ext>
                </a:extLst>
              </a:tr>
              <a:tr h="150692">
                <a:tc>
                  <a:txBody>
                    <a:bodyPr/>
                    <a:lstStyle/>
                    <a:p>
                      <a:pPr algn="l" fontAlgn="b"/>
                      <a:r>
                        <a:rPr lang="en-US" sz="900" b="0" i="0" u="none" strike="noStrike">
                          <a:solidFill>
                            <a:srgbClr val="000000"/>
                          </a:solidFill>
                          <a:effectLst/>
                          <a:latin typeface="Calibri" panose="020F0502020204030204" pitchFamily="34" charset="0"/>
                        </a:rPr>
                        <a:t>MNR</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MSIL</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GYPSY</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100</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106</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Calibri" panose="020F0502020204030204" pitchFamily="34" charset="0"/>
                        </a:rPr>
                        <a:t>106%</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75862761"/>
                  </a:ext>
                </a:extLst>
              </a:tr>
              <a:tr h="150692">
                <a:tc>
                  <a:txBody>
                    <a:bodyPr/>
                    <a:lstStyle/>
                    <a:p>
                      <a:pPr algn="l" fontAlgn="b"/>
                      <a:r>
                        <a:rPr lang="en-US" sz="900" b="0" i="0" u="none" strike="noStrike">
                          <a:solidFill>
                            <a:srgbClr val="000000"/>
                          </a:solidFill>
                          <a:effectLst/>
                          <a:latin typeface="Calibri" panose="020F0502020204030204" pitchFamily="34" charset="0"/>
                        </a:rPr>
                        <a:t>MNR</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MSIL</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YE-2</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100</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dirty="0">
                          <a:solidFill>
                            <a:srgbClr val="000000"/>
                          </a:solidFill>
                          <a:effectLst/>
                          <a:latin typeface="Calibri" panose="020F0502020204030204" pitchFamily="34" charset="0"/>
                        </a:rPr>
                        <a:t>55</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9C0006"/>
                          </a:solidFill>
                          <a:effectLst/>
                          <a:latin typeface="Calibri" panose="020F0502020204030204" pitchFamily="34" charset="0"/>
                        </a:rPr>
                        <a:t>55%</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extLst>
                  <a:ext uri="{0D108BD9-81ED-4DB2-BD59-A6C34878D82A}">
                    <a16:rowId xmlns:a16="http://schemas.microsoft.com/office/drawing/2014/main" val="2429390271"/>
                  </a:ext>
                </a:extLst>
              </a:tr>
              <a:tr h="282547">
                <a:tc>
                  <a:txBody>
                    <a:bodyPr/>
                    <a:lstStyle/>
                    <a:p>
                      <a:pPr algn="l" fontAlgn="b"/>
                      <a:r>
                        <a:rPr lang="en-US" sz="900" b="0" i="0" u="none" strike="noStrike">
                          <a:solidFill>
                            <a:srgbClr val="000000"/>
                          </a:solidFill>
                          <a:effectLst/>
                          <a:latin typeface="Calibri" panose="020F0502020204030204" pitchFamily="34" charset="0"/>
                        </a:rPr>
                        <a:t>MNR</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MSIL</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YG8(EECCO)</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13187</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13245</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Calibri" panose="020F0502020204030204" pitchFamily="34" charset="0"/>
                        </a:rPr>
                        <a:t>100%</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71399201"/>
                  </a:ext>
                </a:extLst>
              </a:tr>
              <a:tr h="150692">
                <a:tc>
                  <a:txBody>
                    <a:bodyPr/>
                    <a:lstStyle/>
                    <a:p>
                      <a:pPr algn="l" fontAlgn="b"/>
                      <a:r>
                        <a:rPr lang="en-US" sz="900" b="0" i="0" u="none" strike="noStrike">
                          <a:solidFill>
                            <a:srgbClr val="000000"/>
                          </a:solidFill>
                          <a:effectLst/>
                          <a:latin typeface="Calibri" panose="020F0502020204030204" pitchFamily="34" charset="0"/>
                        </a:rPr>
                        <a:t>MNR</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MSIL</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YG8 (NAC)</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232</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130</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9C0006"/>
                          </a:solidFill>
                          <a:effectLst/>
                          <a:latin typeface="Calibri" panose="020F0502020204030204" pitchFamily="34" charset="0"/>
                        </a:rPr>
                        <a:t>56%</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extLst>
                  <a:ext uri="{0D108BD9-81ED-4DB2-BD59-A6C34878D82A}">
                    <a16:rowId xmlns:a16="http://schemas.microsoft.com/office/drawing/2014/main" val="4052557546"/>
                  </a:ext>
                </a:extLst>
              </a:tr>
              <a:tr h="150692">
                <a:tc>
                  <a:txBody>
                    <a:bodyPr/>
                    <a:lstStyle/>
                    <a:p>
                      <a:pPr algn="l" fontAlgn="b"/>
                      <a:r>
                        <a:rPr lang="en-US" sz="900" b="0" i="0" u="none" strike="noStrike">
                          <a:solidFill>
                            <a:srgbClr val="000000"/>
                          </a:solidFill>
                          <a:effectLst/>
                          <a:latin typeface="Calibri" panose="020F0502020204030204" pitchFamily="34" charset="0"/>
                        </a:rPr>
                        <a:t>MNR</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MSIL</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YBA</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12746</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dirty="0">
                          <a:solidFill>
                            <a:srgbClr val="000000"/>
                          </a:solidFill>
                          <a:effectLst/>
                          <a:latin typeface="Calibri" panose="020F0502020204030204" pitchFamily="34" charset="0"/>
                        </a:rPr>
                        <a:t>14253</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Calibri" panose="020F0502020204030204" pitchFamily="34" charset="0"/>
                        </a:rPr>
                        <a:t>112%</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65185417"/>
                  </a:ext>
                </a:extLst>
              </a:tr>
              <a:tr h="150692">
                <a:tc>
                  <a:txBody>
                    <a:bodyPr/>
                    <a:lstStyle/>
                    <a:p>
                      <a:pPr algn="l" fontAlgn="b"/>
                      <a:r>
                        <a:rPr lang="en-US" sz="900" b="0" i="0" u="none" strike="noStrike">
                          <a:solidFill>
                            <a:srgbClr val="000000"/>
                          </a:solidFill>
                          <a:effectLst/>
                          <a:latin typeface="Calibri" panose="020F0502020204030204" pitchFamily="34" charset="0"/>
                        </a:rPr>
                        <a:t>MNR</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MSIL</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YE3</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13315</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7929</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9C0006"/>
                          </a:solidFill>
                          <a:effectLst/>
                          <a:latin typeface="Calibri" panose="020F0502020204030204" pitchFamily="34" charset="0"/>
                        </a:rPr>
                        <a:t>60%</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extLst>
                  <a:ext uri="{0D108BD9-81ED-4DB2-BD59-A6C34878D82A}">
                    <a16:rowId xmlns:a16="http://schemas.microsoft.com/office/drawing/2014/main" val="756916373"/>
                  </a:ext>
                </a:extLst>
              </a:tr>
              <a:tr h="150692">
                <a:tc>
                  <a:txBody>
                    <a:bodyPr/>
                    <a:lstStyle/>
                    <a:p>
                      <a:pPr algn="l" fontAlgn="b"/>
                      <a:r>
                        <a:rPr lang="en-US" sz="900" b="0" i="0" u="none" strike="noStrike">
                          <a:solidFill>
                            <a:srgbClr val="000000"/>
                          </a:solidFill>
                          <a:effectLst/>
                          <a:latin typeface="Calibri" panose="020F0502020204030204" pitchFamily="34" charset="0"/>
                        </a:rPr>
                        <a:t>MNR</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MSIL</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YJC</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3985</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6723</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9C5700"/>
                          </a:solidFill>
                          <a:effectLst/>
                          <a:latin typeface="Calibri" panose="020F0502020204030204" pitchFamily="34" charset="0"/>
                        </a:rPr>
                        <a:t>169%</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9C"/>
                    </a:solidFill>
                  </a:tcPr>
                </a:tc>
                <a:extLst>
                  <a:ext uri="{0D108BD9-81ED-4DB2-BD59-A6C34878D82A}">
                    <a16:rowId xmlns:a16="http://schemas.microsoft.com/office/drawing/2014/main" val="4007201601"/>
                  </a:ext>
                </a:extLst>
              </a:tr>
              <a:tr h="420681">
                <a:tc>
                  <a:txBody>
                    <a:bodyPr/>
                    <a:lstStyle/>
                    <a:p>
                      <a:pPr algn="l" fontAlgn="b"/>
                      <a:r>
                        <a:rPr lang="en-US" sz="900" b="0" i="0" u="none" strike="noStrike">
                          <a:solidFill>
                            <a:srgbClr val="000000"/>
                          </a:solidFill>
                          <a:effectLst/>
                          <a:latin typeface="Calibri" panose="020F0502020204030204" pitchFamily="34" charset="0"/>
                        </a:rPr>
                        <a:t>MNR</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NISSAN</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NISSAN X02A-L02B</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3711</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dirty="0">
                          <a:solidFill>
                            <a:srgbClr val="000000"/>
                          </a:solidFill>
                          <a:effectLst/>
                          <a:latin typeface="Calibri" panose="020F0502020204030204" pitchFamily="34" charset="0"/>
                        </a:rPr>
                        <a:t>5669</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dirty="0">
                          <a:solidFill>
                            <a:srgbClr val="9C5700"/>
                          </a:solidFill>
                          <a:effectLst/>
                          <a:latin typeface="Calibri" panose="020F0502020204030204" pitchFamily="34" charset="0"/>
                        </a:rPr>
                        <a:t>153%</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9C"/>
                    </a:solidFill>
                  </a:tcPr>
                </a:tc>
                <a:extLst>
                  <a:ext uri="{0D108BD9-81ED-4DB2-BD59-A6C34878D82A}">
                    <a16:rowId xmlns:a16="http://schemas.microsoft.com/office/drawing/2014/main" val="1283826937"/>
                  </a:ext>
                </a:extLst>
              </a:tr>
            </a:tbl>
          </a:graphicData>
        </a:graphic>
      </p:graphicFrame>
      <p:graphicFrame>
        <p:nvGraphicFramePr>
          <p:cNvPr id="11" name="Table 10">
            <a:extLst>
              <a:ext uri="{FF2B5EF4-FFF2-40B4-BE49-F238E27FC236}">
                <a16:creationId xmlns:a16="http://schemas.microsoft.com/office/drawing/2014/main" id="{1A3B535A-5F7A-4B50-B4A5-CEB940E8026A}"/>
              </a:ext>
            </a:extLst>
          </p:cNvPr>
          <p:cNvGraphicFramePr>
            <a:graphicFrameLocks noGrp="1"/>
          </p:cNvGraphicFramePr>
          <p:nvPr>
            <p:extLst>
              <p:ext uri="{D42A27DB-BD31-4B8C-83A1-F6EECF244321}">
                <p14:modId xmlns:p14="http://schemas.microsoft.com/office/powerpoint/2010/main" val="2079136816"/>
              </p:ext>
            </p:extLst>
          </p:nvPr>
        </p:nvGraphicFramePr>
        <p:xfrm>
          <a:off x="7840299" y="3182011"/>
          <a:ext cx="3797300" cy="1584960"/>
        </p:xfrm>
        <a:graphic>
          <a:graphicData uri="http://schemas.openxmlformats.org/drawingml/2006/table">
            <a:tbl>
              <a:tblPr/>
              <a:tblGrid>
                <a:gridCol w="609600">
                  <a:extLst>
                    <a:ext uri="{9D8B030D-6E8A-4147-A177-3AD203B41FA5}">
                      <a16:colId xmlns:a16="http://schemas.microsoft.com/office/drawing/2014/main" val="1759765683"/>
                    </a:ext>
                  </a:extLst>
                </a:gridCol>
                <a:gridCol w="609600">
                  <a:extLst>
                    <a:ext uri="{9D8B030D-6E8A-4147-A177-3AD203B41FA5}">
                      <a16:colId xmlns:a16="http://schemas.microsoft.com/office/drawing/2014/main" val="1221905744"/>
                    </a:ext>
                  </a:extLst>
                </a:gridCol>
                <a:gridCol w="609600">
                  <a:extLst>
                    <a:ext uri="{9D8B030D-6E8A-4147-A177-3AD203B41FA5}">
                      <a16:colId xmlns:a16="http://schemas.microsoft.com/office/drawing/2014/main" val="902919546"/>
                    </a:ext>
                  </a:extLst>
                </a:gridCol>
                <a:gridCol w="609600">
                  <a:extLst>
                    <a:ext uri="{9D8B030D-6E8A-4147-A177-3AD203B41FA5}">
                      <a16:colId xmlns:a16="http://schemas.microsoft.com/office/drawing/2014/main" val="3904377956"/>
                    </a:ext>
                  </a:extLst>
                </a:gridCol>
                <a:gridCol w="749300">
                  <a:extLst>
                    <a:ext uri="{9D8B030D-6E8A-4147-A177-3AD203B41FA5}">
                      <a16:colId xmlns:a16="http://schemas.microsoft.com/office/drawing/2014/main" val="3969395230"/>
                    </a:ext>
                  </a:extLst>
                </a:gridCol>
                <a:gridCol w="609600">
                  <a:extLst>
                    <a:ext uri="{9D8B030D-6E8A-4147-A177-3AD203B41FA5}">
                      <a16:colId xmlns:a16="http://schemas.microsoft.com/office/drawing/2014/main" val="3091457563"/>
                    </a:ext>
                  </a:extLst>
                </a:gridCol>
              </a:tblGrid>
              <a:tr h="0">
                <a:tc>
                  <a:txBody>
                    <a:bodyPr/>
                    <a:lstStyle/>
                    <a:p>
                      <a:pPr algn="l" fontAlgn="ctr"/>
                      <a:r>
                        <a:rPr lang="en-US" sz="1100" b="1" i="0" u="none" strike="noStrike">
                          <a:solidFill>
                            <a:srgbClr val="000000"/>
                          </a:solidFill>
                          <a:effectLst/>
                          <a:latin typeface="Calibri" panose="020F0502020204030204" pitchFamily="34" charset="0"/>
                        </a:rPr>
                        <a:t>Plant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1" i="0" u="none" strike="noStrike">
                          <a:solidFill>
                            <a:srgbClr val="000000"/>
                          </a:solidFill>
                          <a:effectLst/>
                          <a:latin typeface="Calibri" panose="020F0502020204030204" pitchFamily="34" charset="0"/>
                        </a:rPr>
                        <a:t>Customer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1" i="0" u="none" strike="noStrike" dirty="0">
                          <a:solidFill>
                            <a:srgbClr val="000000"/>
                          </a:solidFill>
                          <a:effectLst/>
                          <a:latin typeface="Calibri" panose="020F0502020204030204" pitchFamily="34" charset="0"/>
                        </a:rPr>
                        <a:t>Model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1" i="0" u="none" strike="noStrike">
                          <a:solidFill>
                            <a:srgbClr val="000000"/>
                          </a:solidFill>
                          <a:effectLst/>
                          <a:latin typeface="Calibri" panose="020F0502020204030204" pitchFamily="34" charset="0"/>
                        </a:rPr>
                        <a:t>ICP </a:t>
                      </a:r>
                      <a:br>
                        <a:rPr lang="en-US" sz="1100" b="1" i="0" u="none" strike="noStrike">
                          <a:solidFill>
                            <a:srgbClr val="000000"/>
                          </a:solidFill>
                          <a:effectLst/>
                          <a:latin typeface="Calibri" panose="020F0502020204030204" pitchFamily="34" charset="0"/>
                        </a:rPr>
                      </a:br>
                      <a:r>
                        <a:rPr lang="en-US" sz="1100" b="1" i="0" u="none" strike="noStrike">
                          <a:solidFill>
                            <a:srgbClr val="000000"/>
                          </a:solidFill>
                          <a:effectLst/>
                          <a:latin typeface="Calibri" panose="020F0502020204030204" pitchFamily="34" charset="0"/>
                        </a:rPr>
                        <a:t>Jul</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1" i="0" u="none" strike="noStrike">
                          <a:solidFill>
                            <a:srgbClr val="000000"/>
                          </a:solidFill>
                          <a:effectLst/>
                          <a:latin typeface="Calibri" panose="020F0502020204030204" pitchFamily="34" charset="0"/>
                        </a:rPr>
                        <a:t>Total produced Customer</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1" i="0" u="none" strike="noStrike">
                          <a:solidFill>
                            <a:srgbClr val="000000"/>
                          </a:solidFill>
                          <a:effectLst/>
                          <a:latin typeface="Calibri" panose="020F0502020204030204" pitchFamily="34" charset="0"/>
                        </a:rPr>
                        <a:t>Varience % ICP Vs Act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51126131"/>
                  </a:ext>
                </a:extLst>
              </a:tr>
              <a:tr h="182880">
                <a:tc>
                  <a:txBody>
                    <a:bodyPr/>
                    <a:lstStyle/>
                    <a:p>
                      <a:pPr algn="l" fontAlgn="b"/>
                      <a:r>
                        <a:rPr lang="en-US" sz="1100" b="0" i="0" u="none" strike="noStrike">
                          <a:solidFill>
                            <a:srgbClr val="000000"/>
                          </a:solidFill>
                          <a:effectLst/>
                          <a:latin typeface="Calibri" panose="020F0502020204030204" pitchFamily="34" charset="0"/>
                        </a:rPr>
                        <a:t>STHS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MGI</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MGI</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2350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1946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9C0006"/>
                          </a:solidFill>
                          <a:effectLst/>
                          <a:latin typeface="Calibri" panose="020F0502020204030204" pitchFamily="34" charset="0"/>
                        </a:rPr>
                        <a:t>83%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extLst>
                  <a:ext uri="{0D108BD9-81ED-4DB2-BD59-A6C34878D82A}">
                    <a16:rowId xmlns:a16="http://schemas.microsoft.com/office/drawing/2014/main" val="758895590"/>
                  </a:ext>
                </a:extLst>
              </a:tr>
              <a:tr h="182880">
                <a:tc>
                  <a:txBody>
                    <a:bodyPr/>
                    <a:lstStyle/>
                    <a:p>
                      <a:pPr algn="l" fontAlgn="b"/>
                      <a:r>
                        <a:rPr lang="en-US" sz="1100" b="0" i="0" u="none" strike="noStrike">
                          <a:solidFill>
                            <a:srgbClr val="000000"/>
                          </a:solidFill>
                          <a:effectLst/>
                          <a:latin typeface="Calibri" panose="020F0502020204030204" pitchFamily="34" charset="0"/>
                        </a:rPr>
                        <a:t>STHS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FIAT</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FCA - 556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1100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1205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110%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31242238"/>
                  </a:ext>
                </a:extLst>
              </a:tr>
              <a:tr h="182880">
                <a:tc>
                  <a:txBody>
                    <a:bodyPr/>
                    <a:lstStyle/>
                    <a:p>
                      <a:pPr algn="l" fontAlgn="b"/>
                      <a:r>
                        <a:rPr lang="en-US" sz="1100" b="0" i="0" u="none" strike="noStrike">
                          <a:solidFill>
                            <a:srgbClr val="000000"/>
                          </a:solidFill>
                          <a:effectLst/>
                          <a:latin typeface="Calibri" panose="020F0502020204030204" pitchFamily="34" charset="0"/>
                        </a:rPr>
                        <a:t>STHS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FIAT</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FCA - 5960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1300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795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9C0006"/>
                          </a:solidFill>
                          <a:effectLst/>
                          <a:latin typeface="Calibri" panose="020F0502020204030204" pitchFamily="34" charset="0"/>
                        </a:rPr>
                        <a:t>61%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extLst>
                  <a:ext uri="{0D108BD9-81ED-4DB2-BD59-A6C34878D82A}">
                    <a16:rowId xmlns:a16="http://schemas.microsoft.com/office/drawing/2014/main" val="727525957"/>
                  </a:ext>
                </a:extLst>
              </a:tr>
              <a:tr h="182880">
                <a:tc>
                  <a:txBody>
                    <a:bodyPr/>
                    <a:lstStyle/>
                    <a:p>
                      <a:pPr algn="l" fontAlgn="b"/>
                      <a:r>
                        <a:rPr lang="en-US" sz="1100" b="0" i="0" u="none" strike="noStrike">
                          <a:solidFill>
                            <a:srgbClr val="000000"/>
                          </a:solidFill>
                          <a:effectLst/>
                          <a:latin typeface="Calibri" panose="020F0502020204030204" pitchFamily="34" charset="0"/>
                        </a:rPr>
                        <a:t>STHS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TATA</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Kite-4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6000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5318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89%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88464495"/>
                  </a:ext>
                </a:extLst>
              </a:tr>
              <a:tr h="182880">
                <a:tc>
                  <a:txBody>
                    <a:bodyPr/>
                    <a:lstStyle/>
                    <a:p>
                      <a:pPr algn="l" fontAlgn="b"/>
                      <a:r>
                        <a:rPr lang="en-US" sz="1100" b="0" i="0" u="none" strike="noStrike">
                          <a:solidFill>
                            <a:srgbClr val="000000"/>
                          </a:solidFill>
                          <a:effectLst/>
                          <a:latin typeface="Calibri" panose="020F0502020204030204" pitchFamily="34" charset="0"/>
                        </a:rPr>
                        <a:t>STHS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TATA</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Kite-5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5000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5090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effectLst/>
                          <a:latin typeface="Calibri" panose="020F0502020204030204" pitchFamily="34" charset="0"/>
                        </a:rPr>
                        <a:t>102%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24905010"/>
                  </a:ext>
                </a:extLst>
              </a:tr>
            </a:tbl>
          </a:graphicData>
        </a:graphic>
      </p:graphicFrame>
      <p:graphicFrame>
        <p:nvGraphicFramePr>
          <p:cNvPr id="12" name="Table 11">
            <a:extLst>
              <a:ext uri="{FF2B5EF4-FFF2-40B4-BE49-F238E27FC236}">
                <a16:creationId xmlns:a16="http://schemas.microsoft.com/office/drawing/2014/main" id="{33B7619C-982F-48AF-926F-E25FD66FBEB5}"/>
              </a:ext>
            </a:extLst>
          </p:cNvPr>
          <p:cNvGraphicFramePr>
            <a:graphicFrameLocks noGrp="1"/>
          </p:cNvGraphicFramePr>
          <p:nvPr>
            <p:extLst>
              <p:ext uri="{D42A27DB-BD31-4B8C-83A1-F6EECF244321}">
                <p14:modId xmlns:p14="http://schemas.microsoft.com/office/powerpoint/2010/main" val="1037305858"/>
              </p:ext>
            </p:extLst>
          </p:nvPr>
        </p:nvGraphicFramePr>
        <p:xfrm>
          <a:off x="7840299" y="5038291"/>
          <a:ext cx="3797300" cy="1257300"/>
        </p:xfrm>
        <a:graphic>
          <a:graphicData uri="http://schemas.openxmlformats.org/drawingml/2006/table">
            <a:tbl>
              <a:tblPr/>
              <a:tblGrid>
                <a:gridCol w="609600">
                  <a:extLst>
                    <a:ext uri="{9D8B030D-6E8A-4147-A177-3AD203B41FA5}">
                      <a16:colId xmlns:a16="http://schemas.microsoft.com/office/drawing/2014/main" val="1197521572"/>
                    </a:ext>
                  </a:extLst>
                </a:gridCol>
                <a:gridCol w="609600">
                  <a:extLst>
                    <a:ext uri="{9D8B030D-6E8A-4147-A177-3AD203B41FA5}">
                      <a16:colId xmlns:a16="http://schemas.microsoft.com/office/drawing/2014/main" val="3148065958"/>
                    </a:ext>
                  </a:extLst>
                </a:gridCol>
                <a:gridCol w="609600">
                  <a:extLst>
                    <a:ext uri="{9D8B030D-6E8A-4147-A177-3AD203B41FA5}">
                      <a16:colId xmlns:a16="http://schemas.microsoft.com/office/drawing/2014/main" val="1881356173"/>
                    </a:ext>
                  </a:extLst>
                </a:gridCol>
                <a:gridCol w="609600">
                  <a:extLst>
                    <a:ext uri="{9D8B030D-6E8A-4147-A177-3AD203B41FA5}">
                      <a16:colId xmlns:a16="http://schemas.microsoft.com/office/drawing/2014/main" val="84892302"/>
                    </a:ext>
                  </a:extLst>
                </a:gridCol>
                <a:gridCol w="749300">
                  <a:extLst>
                    <a:ext uri="{9D8B030D-6E8A-4147-A177-3AD203B41FA5}">
                      <a16:colId xmlns:a16="http://schemas.microsoft.com/office/drawing/2014/main" val="683920644"/>
                    </a:ext>
                  </a:extLst>
                </a:gridCol>
                <a:gridCol w="609600">
                  <a:extLst>
                    <a:ext uri="{9D8B030D-6E8A-4147-A177-3AD203B41FA5}">
                      <a16:colId xmlns:a16="http://schemas.microsoft.com/office/drawing/2014/main" val="1174816348"/>
                    </a:ext>
                  </a:extLst>
                </a:gridCol>
              </a:tblGrid>
              <a:tr h="548640">
                <a:tc>
                  <a:txBody>
                    <a:bodyPr/>
                    <a:lstStyle/>
                    <a:p>
                      <a:pPr algn="l" fontAlgn="ctr"/>
                      <a:r>
                        <a:rPr lang="en-US" sz="1100" b="1" i="0" u="none" strike="noStrike">
                          <a:solidFill>
                            <a:srgbClr val="000000"/>
                          </a:solidFill>
                          <a:effectLst/>
                          <a:latin typeface="Calibri" panose="020F0502020204030204" pitchFamily="34" charset="0"/>
                        </a:rPr>
                        <a:t>Plant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1" i="0" u="none" strike="noStrike">
                          <a:solidFill>
                            <a:srgbClr val="000000"/>
                          </a:solidFill>
                          <a:effectLst/>
                          <a:latin typeface="Calibri" panose="020F0502020204030204" pitchFamily="34" charset="0"/>
                        </a:rPr>
                        <a:t>Customer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1" i="0" u="none" strike="noStrike">
                          <a:solidFill>
                            <a:srgbClr val="000000"/>
                          </a:solidFill>
                          <a:effectLst/>
                          <a:latin typeface="Calibri" panose="020F0502020204030204" pitchFamily="34" charset="0"/>
                        </a:rPr>
                        <a:t>Model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1" i="0" u="none" strike="noStrike">
                          <a:solidFill>
                            <a:srgbClr val="000000"/>
                          </a:solidFill>
                          <a:effectLst/>
                          <a:latin typeface="Calibri" panose="020F0502020204030204" pitchFamily="34" charset="0"/>
                        </a:rPr>
                        <a:t>ICP </a:t>
                      </a:r>
                      <a:br>
                        <a:rPr lang="en-US" sz="1100" b="1" i="0" u="none" strike="noStrike">
                          <a:solidFill>
                            <a:srgbClr val="000000"/>
                          </a:solidFill>
                          <a:effectLst/>
                          <a:latin typeface="Calibri" panose="020F0502020204030204" pitchFamily="34" charset="0"/>
                        </a:rPr>
                      </a:br>
                      <a:r>
                        <a:rPr lang="en-US" sz="1100" b="1" i="0" u="none" strike="noStrike">
                          <a:solidFill>
                            <a:srgbClr val="000000"/>
                          </a:solidFill>
                          <a:effectLst/>
                          <a:latin typeface="Calibri" panose="020F0502020204030204" pitchFamily="34" charset="0"/>
                        </a:rPr>
                        <a:t>Jul</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1" i="0" u="none" strike="noStrike">
                          <a:solidFill>
                            <a:srgbClr val="000000"/>
                          </a:solidFill>
                          <a:effectLst/>
                          <a:latin typeface="Calibri" panose="020F0502020204030204" pitchFamily="34" charset="0"/>
                        </a:rPr>
                        <a:t>Total produced Customer</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1" i="0" u="none" strike="noStrike">
                          <a:solidFill>
                            <a:srgbClr val="000000"/>
                          </a:solidFill>
                          <a:effectLst/>
                          <a:latin typeface="Calibri" panose="020F0502020204030204" pitchFamily="34" charset="0"/>
                        </a:rPr>
                        <a:t>Varience % ICP Vs Act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34325749"/>
                  </a:ext>
                </a:extLst>
              </a:tr>
              <a:tr h="182880">
                <a:tc>
                  <a:txBody>
                    <a:bodyPr/>
                    <a:lstStyle/>
                    <a:p>
                      <a:pPr algn="l" fontAlgn="b"/>
                      <a:r>
                        <a:rPr lang="en-US" sz="1100" b="0" i="0" u="none" strike="noStrike">
                          <a:solidFill>
                            <a:srgbClr val="000000"/>
                          </a:solidFill>
                          <a:effectLst/>
                          <a:latin typeface="Calibri" panose="020F0502020204030204" pitchFamily="34" charset="0"/>
                        </a:rPr>
                        <a:t>SSG</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TATA</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CUB</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11500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10305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90%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57847012"/>
                  </a:ext>
                </a:extLst>
              </a:tr>
              <a:tr h="182880">
                <a:tc>
                  <a:txBody>
                    <a:bodyPr/>
                    <a:lstStyle/>
                    <a:p>
                      <a:pPr algn="l" fontAlgn="b"/>
                      <a:r>
                        <a:rPr lang="en-US" sz="1100" b="0" i="0" u="none" strike="noStrike">
                          <a:solidFill>
                            <a:srgbClr val="000000"/>
                          </a:solidFill>
                          <a:effectLst/>
                          <a:latin typeface="Calibri" panose="020F0502020204030204" pitchFamily="34" charset="0"/>
                        </a:rPr>
                        <a:t>SSG</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TATA</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ONE TON</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350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385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110%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73217813"/>
                  </a:ext>
                </a:extLst>
              </a:tr>
              <a:tr h="182880">
                <a:tc>
                  <a:txBody>
                    <a:bodyPr/>
                    <a:lstStyle/>
                    <a:p>
                      <a:pPr algn="l" fontAlgn="b"/>
                      <a:r>
                        <a:rPr lang="en-US" sz="1100" b="0" i="0" u="none" strike="noStrike">
                          <a:solidFill>
                            <a:srgbClr val="000000"/>
                          </a:solidFill>
                          <a:effectLst/>
                          <a:latin typeface="Calibri" panose="020F0502020204030204" pitchFamily="34" charset="0"/>
                        </a:rPr>
                        <a:t>SSG</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ASHOK LEYLAND</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NGICV</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400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480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9C5700"/>
                          </a:solidFill>
                          <a:effectLst/>
                          <a:latin typeface="Calibri" panose="020F0502020204030204" pitchFamily="34" charset="0"/>
                        </a:rPr>
                        <a:t>120%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9C"/>
                    </a:solidFill>
                  </a:tcPr>
                </a:tc>
                <a:extLst>
                  <a:ext uri="{0D108BD9-81ED-4DB2-BD59-A6C34878D82A}">
                    <a16:rowId xmlns:a16="http://schemas.microsoft.com/office/drawing/2014/main" val="2936346553"/>
                  </a:ext>
                </a:extLst>
              </a:tr>
            </a:tbl>
          </a:graphicData>
        </a:graphic>
      </p:graphicFrame>
    </p:spTree>
    <p:extLst>
      <p:ext uri="{BB962C8B-B14F-4D97-AF65-F5344CB8AC3E}">
        <p14:creationId xmlns:p14="http://schemas.microsoft.com/office/powerpoint/2010/main" val="3003873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ct 11" hidden="1">
            <a:extLst>
              <a:ext uri="{FF2B5EF4-FFF2-40B4-BE49-F238E27FC236}">
                <a16:creationId xmlns:a16="http://schemas.microsoft.com/office/drawing/2014/main" id="{D2EB09BD-5E41-51E1-F43B-633E15C44B8D}"/>
              </a:ext>
            </a:extLst>
          </p:cNvPr>
          <p:cNvGraphicFramePr>
            <a:graphicFrameLocks noChangeAspect="1"/>
          </p:cNvGraphicFramePr>
          <p:nvPr>
            <p:custDataLst>
              <p:tags r:id="rId1"/>
            </p:custDataLst>
            <p:extLst>
              <p:ext uri="{D42A27DB-BD31-4B8C-83A1-F6EECF244321}">
                <p14:modId xmlns:p14="http://schemas.microsoft.com/office/powerpoint/2010/main" val="40744481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6" imgH="428" progId="TCLayout.ActiveDocument.1">
                  <p:embed/>
                </p:oleObj>
              </mc:Choice>
              <mc:Fallback>
                <p:oleObj name="think-cell Slide" r:id="rId3" imgW="426" imgH="428" progId="TCLayout.ActiveDocument.1">
                  <p:embed/>
                  <p:pic>
                    <p:nvPicPr>
                      <p:cNvPr id="12" name="Object 11" hidden="1">
                        <a:extLst>
                          <a:ext uri="{FF2B5EF4-FFF2-40B4-BE49-F238E27FC236}">
                            <a16:creationId xmlns:a16="http://schemas.microsoft.com/office/drawing/2014/main" id="{D2EB09BD-5E41-51E1-F43B-633E15C44B8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F1765D9D-680B-7B52-7E07-76676AC2E6FF}"/>
              </a:ext>
            </a:extLst>
          </p:cNvPr>
          <p:cNvSpPr>
            <a:spLocks noGrp="1"/>
          </p:cNvSpPr>
          <p:nvPr>
            <p:ph type="body" sz="quarter" idx="14"/>
          </p:nvPr>
        </p:nvSpPr>
        <p:spPr/>
        <p:txBody>
          <a:bodyPr/>
          <a:lstStyle/>
          <a:p>
            <a:endParaRPr lang="LID4096"/>
          </a:p>
        </p:txBody>
      </p:sp>
      <p:sp>
        <p:nvSpPr>
          <p:cNvPr id="3" name="Text Placeholder 2">
            <a:extLst>
              <a:ext uri="{FF2B5EF4-FFF2-40B4-BE49-F238E27FC236}">
                <a16:creationId xmlns:a16="http://schemas.microsoft.com/office/drawing/2014/main" id="{9B62DEBF-E4E6-65E6-1B32-7CAC1AC1FD88}"/>
              </a:ext>
            </a:extLst>
          </p:cNvPr>
          <p:cNvSpPr>
            <a:spLocks noGrp="1"/>
          </p:cNvSpPr>
          <p:nvPr>
            <p:ph type="body" sz="quarter" idx="15"/>
          </p:nvPr>
        </p:nvSpPr>
        <p:spPr/>
        <p:txBody>
          <a:bodyPr/>
          <a:lstStyle/>
          <a:p>
            <a:endParaRPr lang="LID4096"/>
          </a:p>
        </p:txBody>
      </p:sp>
      <p:sp>
        <p:nvSpPr>
          <p:cNvPr id="4" name="Title 3">
            <a:extLst>
              <a:ext uri="{FF2B5EF4-FFF2-40B4-BE49-F238E27FC236}">
                <a16:creationId xmlns:a16="http://schemas.microsoft.com/office/drawing/2014/main" id="{14AAF41F-83D3-D9F8-2D6E-41417A88466F}"/>
              </a:ext>
            </a:extLst>
          </p:cNvPr>
          <p:cNvSpPr>
            <a:spLocks noGrp="1"/>
          </p:cNvSpPr>
          <p:nvPr>
            <p:ph type="title"/>
          </p:nvPr>
        </p:nvSpPr>
        <p:spPr/>
        <p:txBody>
          <a:bodyPr vert="horz"/>
          <a:lstStyle/>
          <a:p>
            <a:r>
              <a:rPr lang="en-GB" dirty="0"/>
              <a:t>RCCP based on ICP (Aug / Sept / Oct)</a:t>
            </a:r>
            <a:endParaRPr lang="LID4096" dirty="0"/>
          </a:p>
        </p:txBody>
      </p:sp>
      <p:sp>
        <p:nvSpPr>
          <p:cNvPr id="5" name="Slide Number Placeholder 4">
            <a:extLst>
              <a:ext uri="{FF2B5EF4-FFF2-40B4-BE49-F238E27FC236}">
                <a16:creationId xmlns:a16="http://schemas.microsoft.com/office/drawing/2014/main" id="{66F04322-81D3-04C2-D3BC-7EADC5D024EE}"/>
              </a:ext>
            </a:extLst>
          </p:cNvPr>
          <p:cNvSpPr>
            <a:spLocks noGrp="1"/>
          </p:cNvSpPr>
          <p:nvPr>
            <p:ph type="sldNum" sz="quarter" idx="12"/>
          </p:nvPr>
        </p:nvSpPr>
        <p:spPr/>
        <p:txBody>
          <a:bodyPr/>
          <a:lstStyle/>
          <a:p>
            <a:fld id="{66AA3846-8976-4D24-8224-CEE1235CE9F4}" type="slidenum">
              <a:rPr lang="en-US" smtClean="0"/>
              <a:pPr/>
              <a:t>21</a:t>
            </a:fld>
            <a:endParaRPr lang="en-US" dirty="0"/>
          </a:p>
        </p:txBody>
      </p:sp>
      <p:sp>
        <p:nvSpPr>
          <p:cNvPr id="7" name="Subtitle 6">
            <a:extLst>
              <a:ext uri="{FF2B5EF4-FFF2-40B4-BE49-F238E27FC236}">
                <a16:creationId xmlns:a16="http://schemas.microsoft.com/office/drawing/2014/main" id="{B940C677-02F0-420A-DD5E-D93F4CA27D82}"/>
              </a:ext>
            </a:extLst>
          </p:cNvPr>
          <p:cNvSpPr>
            <a:spLocks noGrp="1"/>
          </p:cNvSpPr>
          <p:nvPr>
            <p:ph type="subTitle" idx="1"/>
          </p:nvPr>
        </p:nvSpPr>
        <p:spPr/>
        <p:txBody>
          <a:bodyPr/>
          <a:lstStyle/>
          <a:p>
            <a:r>
              <a:rPr lang="en-GB" dirty="0"/>
              <a:t>Sahibabad</a:t>
            </a:r>
            <a:endParaRPr lang="LID4096" dirty="0"/>
          </a:p>
        </p:txBody>
      </p:sp>
      <p:pic>
        <p:nvPicPr>
          <p:cNvPr id="9" name="Picture 8">
            <a:extLst>
              <a:ext uri="{FF2B5EF4-FFF2-40B4-BE49-F238E27FC236}">
                <a16:creationId xmlns:a16="http://schemas.microsoft.com/office/drawing/2014/main" id="{6BE480FE-C86E-581C-B492-123435BB9775}"/>
              </a:ext>
            </a:extLst>
          </p:cNvPr>
          <p:cNvPicPr>
            <a:picLocks noChangeAspect="1"/>
          </p:cNvPicPr>
          <p:nvPr/>
        </p:nvPicPr>
        <p:blipFill>
          <a:blip r:embed="rId5"/>
          <a:stretch>
            <a:fillRect/>
          </a:stretch>
        </p:blipFill>
        <p:spPr>
          <a:xfrm>
            <a:off x="415240" y="1488149"/>
            <a:ext cx="3937000" cy="4064000"/>
          </a:xfrm>
          <a:prstGeom prst="rect">
            <a:avLst/>
          </a:prstGeom>
          <a:ln>
            <a:solidFill>
              <a:schemeClr val="accent1"/>
            </a:solidFill>
          </a:ln>
        </p:spPr>
      </p:pic>
      <p:pic>
        <p:nvPicPr>
          <p:cNvPr id="10" name="Picture 9">
            <a:extLst>
              <a:ext uri="{FF2B5EF4-FFF2-40B4-BE49-F238E27FC236}">
                <a16:creationId xmlns:a16="http://schemas.microsoft.com/office/drawing/2014/main" id="{36D82F37-1120-7F5E-91E0-3A6A40DE43BB}"/>
              </a:ext>
            </a:extLst>
          </p:cNvPr>
          <p:cNvPicPr>
            <a:picLocks noChangeAspect="1"/>
          </p:cNvPicPr>
          <p:nvPr/>
        </p:nvPicPr>
        <p:blipFill>
          <a:blip r:embed="rId6"/>
          <a:stretch>
            <a:fillRect/>
          </a:stretch>
        </p:blipFill>
        <p:spPr>
          <a:xfrm>
            <a:off x="4574475" y="1488149"/>
            <a:ext cx="3752850" cy="2038350"/>
          </a:xfrm>
          <a:prstGeom prst="rect">
            <a:avLst/>
          </a:prstGeom>
          <a:ln>
            <a:solidFill>
              <a:schemeClr val="accent1"/>
            </a:solidFill>
          </a:ln>
        </p:spPr>
      </p:pic>
      <p:pic>
        <p:nvPicPr>
          <p:cNvPr id="23" name="Picture 22">
            <a:extLst>
              <a:ext uri="{FF2B5EF4-FFF2-40B4-BE49-F238E27FC236}">
                <a16:creationId xmlns:a16="http://schemas.microsoft.com/office/drawing/2014/main" id="{C5DED540-D5C6-6163-3FE5-69CE24FC5324}"/>
              </a:ext>
            </a:extLst>
          </p:cNvPr>
          <p:cNvPicPr>
            <a:picLocks noChangeAspect="1"/>
          </p:cNvPicPr>
          <p:nvPr/>
        </p:nvPicPr>
        <p:blipFill>
          <a:blip r:embed="rId7"/>
          <a:stretch>
            <a:fillRect/>
          </a:stretch>
        </p:blipFill>
        <p:spPr>
          <a:xfrm>
            <a:off x="4594912" y="3754171"/>
            <a:ext cx="3726506" cy="1797978"/>
          </a:xfrm>
          <a:prstGeom prst="rect">
            <a:avLst/>
          </a:prstGeom>
          <a:ln>
            <a:solidFill>
              <a:schemeClr val="accent1"/>
            </a:solidFill>
          </a:ln>
        </p:spPr>
      </p:pic>
    </p:spTree>
    <p:extLst>
      <p:ext uri="{BB962C8B-B14F-4D97-AF65-F5344CB8AC3E}">
        <p14:creationId xmlns:p14="http://schemas.microsoft.com/office/powerpoint/2010/main" val="1562301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ct 11" hidden="1">
            <a:extLst>
              <a:ext uri="{FF2B5EF4-FFF2-40B4-BE49-F238E27FC236}">
                <a16:creationId xmlns:a16="http://schemas.microsoft.com/office/drawing/2014/main" id="{D2EB09BD-5E41-51E1-F43B-633E15C44B8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6" imgH="428" progId="TCLayout.ActiveDocument.1">
                  <p:embed/>
                </p:oleObj>
              </mc:Choice>
              <mc:Fallback>
                <p:oleObj name="think-cell Slide" r:id="rId3" imgW="426" imgH="428" progId="TCLayout.ActiveDocument.1">
                  <p:embed/>
                  <p:pic>
                    <p:nvPicPr>
                      <p:cNvPr id="12" name="Object 11" hidden="1">
                        <a:extLst>
                          <a:ext uri="{FF2B5EF4-FFF2-40B4-BE49-F238E27FC236}">
                            <a16:creationId xmlns:a16="http://schemas.microsoft.com/office/drawing/2014/main" id="{D2EB09BD-5E41-51E1-F43B-633E15C44B8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F1765D9D-680B-7B52-7E07-76676AC2E6FF}"/>
              </a:ext>
            </a:extLst>
          </p:cNvPr>
          <p:cNvSpPr>
            <a:spLocks noGrp="1"/>
          </p:cNvSpPr>
          <p:nvPr>
            <p:ph type="body" sz="quarter" idx="14"/>
          </p:nvPr>
        </p:nvSpPr>
        <p:spPr/>
        <p:txBody>
          <a:bodyPr/>
          <a:lstStyle/>
          <a:p>
            <a:endParaRPr lang="LID4096"/>
          </a:p>
        </p:txBody>
      </p:sp>
      <p:sp>
        <p:nvSpPr>
          <p:cNvPr id="3" name="Text Placeholder 2">
            <a:extLst>
              <a:ext uri="{FF2B5EF4-FFF2-40B4-BE49-F238E27FC236}">
                <a16:creationId xmlns:a16="http://schemas.microsoft.com/office/drawing/2014/main" id="{9B62DEBF-E4E6-65E6-1B32-7CAC1AC1FD88}"/>
              </a:ext>
            </a:extLst>
          </p:cNvPr>
          <p:cNvSpPr>
            <a:spLocks noGrp="1"/>
          </p:cNvSpPr>
          <p:nvPr>
            <p:ph type="body" sz="quarter" idx="15"/>
          </p:nvPr>
        </p:nvSpPr>
        <p:spPr/>
        <p:txBody>
          <a:bodyPr/>
          <a:lstStyle/>
          <a:p>
            <a:endParaRPr lang="LID4096"/>
          </a:p>
        </p:txBody>
      </p:sp>
      <p:sp>
        <p:nvSpPr>
          <p:cNvPr id="4" name="Title 3">
            <a:extLst>
              <a:ext uri="{FF2B5EF4-FFF2-40B4-BE49-F238E27FC236}">
                <a16:creationId xmlns:a16="http://schemas.microsoft.com/office/drawing/2014/main" id="{14AAF41F-83D3-D9F8-2D6E-41417A88466F}"/>
              </a:ext>
            </a:extLst>
          </p:cNvPr>
          <p:cNvSpPr>
            <a:spLocks noGrp="1"/>
          </p:cNvSpPr>
          <p:nvPr>
            <p:ph type="title"/>
          </p:nvPr>
        </p:nvSpPr>
        <p:spPr/>
        <p:txBody>
          <a:bodyPr vert="horz"/>
          <a:lstStyle/>
          <a:p>
            <a:r>
              <a:rPr lang="en-GB" dirty="0"/>
              <a:t>RCCP based on ICP (Aug / Sept / Oct)</a:t>
            </a:r>
            <a:endParaRPr lang="LID4096" dirty="0"/>
          </a:p>
        </p:txBody>
      </p:sp>
      <p:sp>
        <p:nvSpPr>
          <p:cNvPr id="5" name="Slide Number Placeholder 4">
            <a:extLst>
              <a:ext uri="{FF2B5EF4-FFF2-40B4-BE49-F238E27FC236}">
                <a16:creationId xmlns:a16="http://schemas.microsoft.com/office/drawing/2014/main" id="{66F04322-81D3-04C2-D3BC-7EADC5D024EE}"/>
              </a:ext>
            </a:extLst>
          </p:cNvPr>
          <p:cNvSpPr>
            <a:spLocks noGrp="1"/>
          </p:cNvSpPr>
          <p:nvPr>
            <p:ph type="sldNum" sz="quarter" idx="12"/>
          </p:nvPr>
        </p:nvSpPr>
        <p:spPr/>
        <p:txBody>
          <a:bodyPr/>
          <a:lstStyle/>
          <a:p>
            <a:fld id="{66AA3846-8976-4D24-8224-CEE1235CE9F4}" type="slidenum">
              <a:rPr lang="en-US" smtClean="0"/>
              <a:pPr/>
              <a:t>22</a:t>
            </a:fld>
            <a:endParaRPr lang="en-US" dirty="0"/>
          </a:p>
        </p:txBody>
      </p:sp>
      <p:sp>
        <p:nvSpPr>
          <p:cNvPr id="7" name="Subtitle 6">
            <a:extLst>
              <a:ext uri="{FF2B5EF4-FFF2-40B4-BE49-F238E27FC236}">
                <a16:creationId xmlns:a16="http://schemas.microsoft.com/office/drawing/2014/main" id="{B940C677-02F0-420A-DD5E-D93F4CA27D82}"/>
              </a:ext>
            </a:extLst>
          </p:cNvPr>
          <p:cNvSpPr>
            <a:spLocks noGrp="1"/>
          </p:cNvSpPr>
          <p:nvPr>
            <p:ph type="subTitle" idx="1"/>
          </p:nvPr>
        </p:nvSpPr>
        <p:spPr>
          <a:xfrm>
            <a:off x="415240" y="1333601"/>
            <a:ext cx="11337702" cy="255587"/>
          </a:xfrm>
        </p:spPr>
        <p:txBody>
          <a:bodyPr/>
          <a:lstStyle/>
          <a:p>
            <a:r>
              <a:rPr lang="en-GB" u="sng" dirty="0" err="1"/>
              <a:t>Bawal</a:t>
            </a:r>
            <a:endParaRPr lang="LID4096" u="sng" dirty="0"/>
          </a:p>
        </p:txBody>
      </p:sp>
      <p:pic>
        <p:nvPicPr>
          <p:cNvPr id="6" name="Picture 5">
            <a:extLst>
              <a:ext uri="{FF2B5EF4-FFF2-40B4-BE49-F238E27FC236}">
                <a16:creationId xmlns:a16="http://schemas.microsoft.com/office/drawing/2014/main" id="{125A3C48-49C7-2FCB-DEB7-BE39550DFF96}"/>
              </a:ext>
            </a:extLst>
          </p:cNvPr>
          <p:cNvPicPr>
            <a:picLocks noChangeAspect="1"/>
          </p:cNvPicPr>
          <p:nvPr/>
        </p:nvPicPr>
        <p:blipFill>
          <a:blip r:embed="rId5"/>
          <a:stretch>
            <a:fillRect/>
          </a:stretch>
        </p:blipFill>
        <p:spPr>
          <a:xfrm>
            <a:off x="415240" y="1758950"/>
            <a:ext cx="3797300" cy="1670050"/>
          </a:xfrm>
          <a:prstGeom prst="rect">
            <a:avLst/>
          </a:prstGeom>
          <a:ln>
            <a:solidFill>
              <a:schemeClr val="accent1"/>
            </a:solidFill>
          </a:ln>
        </p:spPr>
      </p:pic>
      <p:pic>
        <p:nvPicPr>
          <p:cNvPr id="8" name="Picture 7">
            <a:extLst>
              <a:ext uri="{FF2B5EF4-FFF2-40B4-BE49-F238E27FC236}">
                <a16:creationId xmlns:a16="http://schemas.microsoft.com/office/drawing/2014/main" id="{6E93AEE4-9E96-3151-D187-C75F2EB4339F}"/>
              </a:ext>
            </a:extLst>
          </p:cNvPr>
          <p:cNvPicPr>
            <a:picLocks noChangeAspect="1"/>
          </p:cNvPicPr>
          <p:nvPr/>
        </p:nvPicPr>
        <p:blipFill>
          <a:blip r:embed="rId6"/>
          <a:stretch>
            <a:fillRect/>
          </a:stretch>
        </p:blipFill>
        <p:spPr>
          <a:xfrm>
            <a:off x="415240" y="4856307"/>
            <a:ext cx="8064500" cy="1301750"/>
          </a:xfrm>
          <a:prstGeom prst="rect">
            <a:avLst/>
          </a:prstGeom>
        </p:spPr>
      </p:pic>
      <p:sp>
        <p:nvSpPr>
          <p:cNvPr id="13" name="TextBox 12">
            <a:extLst>
              <a:ext uri="{FF2B5EF4-FFF2-40B4-BE49-F238E27FC236}">
                <a16:creationId xmlns:a16="http://schemas.microsoft.com/office/drawing/2014/main" id="{AAC968DE-4EA6-A543-4626-F96848E9F77F}"/>
              </a:ext>
            </a:extLst>
          </p:cNvPr>
          <p:cNvSpPr txBox="1"/>
          <p:nvPr/>
        </p:nvSpPr>
        <p:spPr bwMode="gray">
          <a:xfrm>
            <a:off x="316632" y="4338472"/>
            <a:ext cx="6410036" cy="338554"/>
          </a:xfrm>
          <a:prstGeom prst="rect">
            <a:avLst/>
          </a:prstGeom>
          <a:noFill/>
        </p:spPr>
        <p:txBody>
          <a:bodyPr wrap="square">
            <a:spAutoFit/>
          </a:bodyPr>
          <a:lstStyle/>
          <a:p>
            <a:pPr defTabSz="914126"/>
            <a:r>
              <a:rPr lang="en-GB" sz="1600" b="1" u="sng" dirty="0">
                <a:latin typeface="Calibri" panose="020F0502020204030204" pitchFamily="34" charset="0"/>
                <a:cs typeface="Calibri" panose="020F0502020204030204" pitchFamily="34" charset="0"/>
              </a:rPr>
              <a:t>Chennai</a:t>
            </a:r>
            <a:endParaRPr lang="LID4096" sz="1600" b="1" u="sng" dirty="0">
              <a:latin typeface="Calibri" panose="020F0502020204030204" pitchFamily="34" charset="0"/>
              <a:cs typeface="Calibri" panose="020F0502020204030204" pitchFamily="34" charset="0"/>
            </a:endParaRPr>
          </a:p>
        </p:txBody>
      </p:sp>
      <p:pic>
        <p:nvPicPr>
          <p:cNvPr id="14" name="Picture 13">
            <a:extLst>
              <a:ext uri="{FF2B5EF4-FFF2-40B4-BE49-F238E27FC236}">
                <a16:creationId xmlns:a16="http://schemas.microsoft.com/office/drawing/2014/main" id="{6CAD4F62-9FB5-E79E-994F-FDA83BCE9229}"/>
              </a:ext>
            </a:extLst>
          </p:cNvPr>
          <p:cNvPicPr>
            <a:picLocks noChangeAspect="1"/>
          </p:cNvPicPr>
          <p:nvPr/>
        </p:nvPicPr>
        <p:blipFill>
          <a:blip r:embed="rId7"/>
          <a:stretch>
            <a:fillRect/>
          </a:stretch>
        </p:blipFill>
        <p:spPr>
          <a:xfrm>
            <a:off x="7979462" y="1698171"/>
            <a:ext cx="3937000" cy="1301750"/>
          </a:xfrm>
          <a:prstGeom prst="rect">
            <a:avLst/>
          </a:prstGeom>
        </p:spPr>
      </p:pic>
      <p:sp>
        <p:nvSpPr>
          <p:cNvPr id="15" name="TextBox 14">
            <a:extLst>
              <a:ext uri="{FF2B5EF4-FFF2-40B4-BE49-F238E27FC236}">
                <a16:creationId xmlns:a16="http://schemas.microsoft.com/office/drawing/2014/main" id="{0BDD6E78-6479-2FDB-70CC-3AB962301B85}"/>
              </a:ext>
            </a:extLst>
          </p:cNvPr>
          <p:cNvSpPr txBox="1"/>
          <p:nvPr/>
        </p:nvSpPr>
        <p:spPr bwMode="gray">
          <a:xfrm>
            <a:off x="7904212" y="1292117"/>
            <a:ext cx="6410036" cy="338554"/>
          </a:xfrm>
          <a:prstGeom prst="rect">
            <a:avLst/>
          </a:prstGeom>
          <a:noFill/>
        </p:spPr>
        <p:txBody>
          <a:bodyPr wrap="square">
            <a:spAutoFit/>
          </a:bodyPr>
          <a:lstStyle/>
          <a:p>
            <a:pPr defTabSz="914126"/>
            <a:r>
              <a:rPr lang="en-GB" sz="1600" b="1" u="sng" dirty="0">
                <a:latin typeface="Calibri" panose="020F0502020204030204" pitchFamily="34" charset="0"/>
                <a:cs typeface="Calibri" panose="020F0502020204030204" pitchFamily="34" charset="0"/>
              </a:rPr>
              <a:t>Sanand</a:t>
            </a:r>
            <a:endParaRPr lang="LID4096" sz="1600" b="1" u="sng" dirty="0">
              <a:latin typeface="Calibri" panose="020F0502020204030204" pitchFamily="34" charset="0"/>
              <a:cs typeface="Calibri" panose="020F0502020204030204" pitchFamily="34" charset="0"/>
            </a:endParaRPr>
          </a:p>
        </p:txBody>
      </p:sp>
      <p:pic>
        <p:nvPicPr>
          <p:cNvPr id="16" name="Picture 15">
            <a:extLst>
              <a:ext uri="{FF2B5EF4-FFF2-40B4-BE49-F238E27FC236}">
                <a16:creationId xmlns:a16="http://schemas.microsoft.com/office/drawing/2014/main" id="{DFC300DB-0E62-804B-8565-FD1B64A37C48}"/>
              </a:ext>
            </a:extLst>
          </p:cNvPr>
          <p:cNvPicPr>
            <a:picLocks noChangeAspect="1"/>
          </p:cNvPicPr>
          <p:nvPr/>
        </p:nvPicPr>
        <p:blipFill>
          <a:blip r:embed="rId8"/>
          <a:stretch>
            <a:fillRect/>
          </a:stretch>
        </p:blipFill>
        <p:spPr>
          <a:xfrm>
            <a:off x="4410963" y="1759632"/>
            <a:ext cx="2942738" cy="2184800"/>
          </a:xfrm>
          <a:prstGeom prst="rect">
            <a:avLst/>
          </a:prstGeom>
          <a:ln>
            <a:solidFill>
              <a:schemeClr val="accent1"/>
            </a:solidFill>
          </a:ln>
        </p:spPr>
      </p:pic>
    </p:spTree>
    <p:extLst>
      <p:ext uri="{BB962C8B-B14F-4D97-AF65-F5344CB8AC3E}">
        <p14:creationId xmlns:p14="http://schemas.microsoft.com/office/powerpoint/2010/main" val="4037140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08DC756-5FF0-7825-FC10-73A188D64E28}"/>
              </a:ext>
            </a:extLst>
          </p:cNvPr>
          <p:cNvSpPr>
            <a:spLocks noGrp="1"/>
          </p:cNvSpPr>
          <p:nvPr>
            <p:ph type="sldNum" sz="quarter" idx="12"/>
          </p:nvPr>
        </p:nvSpPr>
        <p:spPr/>
        <p:txBody>
          <a:bodyPr/>
          <a:lstStyle/>
          <a:p>
            <a:fld id="{66AA3846-8976-4D24-8224-CEE1235CE9F4}" type="slidenum">
              <a:rPr lang="en-US" smtClean="0"/>
              <a:pPr/>
              <a:t>23</a:t>
            </a:fld>
            <a:endParaRPr lang="en-US" dirty="0"/>
          </a:p>
        </p:txBody>
      </p:sp>
      <p:sp>
        <p:nvSpPr>
          <p:cNvPr id="12" name="TextBox 11">
            <a:extLst>
              <a:ext uri="{FF2B5EF4-FFF2-40B4-BE49-F238E27FC236}">
                <a16:creationId xmlns:a16="http://schemas.microsoft.com/office/drawing/2014/main" id="{59273756-68A0-4C0A-ADCD-7BAB1A3E3EA1}"/>
              </a:ext>
            </a:extLst>
          </p:cNvPr>
          <p:cNvSpPr txBox="1"/>
          <p:nvPr/>
        </p:nvSpPr>
        <p:spPr bwMode="gray">
          <a:xfrm>
            <a:off x="4380614" y="2243470"/>
            <a:ext cx="2700670" cy="893135"/>
          </a:xfrm>
          <a:prstGeom prst="rect">
            <a:avLst/>
          </a:prstGeom>
          <a:noFill/>
        </p:spPr>
        <p:txBody>
          <a:bodyPr wrap="square" lIns="0" tIns="0" rIns="0" bIns="0" rtlCol="0">
            <a:noAutofit/>
          </a:bodyPr>
          <a:lstStyle/>
          <a:p>
            <a:pPr algn="l"/>
            <a:r>
              <a:rPr lang="en-US" sz="3200" b="1" dirty="0">
                <a:solidFill>
                  <a:schemeClr val="tx1"/>
                </a:solidFill>
              </a:rPr>
              <a:t>Thank You..!</a:t>
            </a:r>
            <a:endParaRPr lang="en-US" sz="1400" b="1" dirty="0">
              <a:solidFill>
                <a:schemeClr val="tx1"/>
              </a:solidFill>
            </a:endParaRPr>
          </a:p>
        </p:txBody>
      </p:sp>
    </p:spTree>
    <p:extLst>
      <p:ext uri="{BB962C8B-B14F-4D97-AF65-F5344CB8AC3E}">
        <p14:creationId xmlns:p14="http://schemas.microsoft.com/office/powerpoint/2010/main" val="2448007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7037&quot;&gt;&lt;version val=&quot;32934&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LI3c3jrcVCtGp7WvIXram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LI3c3jrcVCtGp7WvIXramQ"/>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LI3c3jrcVCtGp7WvIXram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wmSh17IKpIpvfHex.k7qKg"/>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GnvMzywHw8nqigRMC5.zXg"/>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miswHvoE42JtDnu04jOfOA"/>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n9pPNidEuTeWcjavzq1O.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ZuzsFcppA8ufBJdCoLByoA"/>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krtl_xrc37gc3AStJKpDA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bmZfe1LlqkyRaT0oo5N9z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CGPid8vjpW7uAMzM77btLA"/>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5Ul2r3WK3oxwlKtK6VASBg"/>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9meZwrue4nVRRTggNUVMw"/>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bUWrbQ.Vcc51E3xFvktgS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eXvWrKzMDqtNHFSjtGd1zw"/>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BFvELe545cTqdb1h7CktXw"/>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ta154wQv3OmVHDO6tPa2V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13ypmVyihqejIpiIrm6UyQ"/>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iL8mNvt9HVWbIMMNwQayfQ"/>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7yB5AnwEqFh.P2NSrkygEw"/>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ikJ2J9crgPqrXA8NoIyEnw"/>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tTluy4KGp87rF6E6Zv20NA"/>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8FInc128vkpPhI4EkGwdGQ"/>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kWFUucx4ehetRIZFsTfIXA"/>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52lllzxLmr4u6HwQt1s7Ow"/>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roQ23PhglWBYc8ENYc08Wg"/>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Tmc1kk2AmwstC_KNerIA1g"/>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mnGRrlr.qbR.HgmhyFIOnw"/>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tj.QCyeCYaZHulxLB4L7Hg"/>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b4rKCOf8zB0RsZbOjKUT.g"/>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pBxubLJtg.DqATIdLORYQg"/>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6NCsRg00rl8ezfqy3uKczA"/>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meLYFYnH7F5qtgbGaOHB0g"/>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KJUG5BonPETSlmQhECSbGA"/>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TPvcBn8H.Dk9msUSxKUo1g"/>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ajNbpBUxv_2EdEsH7VO.xA"/>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_Hq3FA1038NzogUJwrFP9w"/>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DN2nn3gCN8yQxLAH0gx2Vw"/>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J913FpKYQZ96R.GRKT9zNQ"/>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Pp_mHiA4mHni1zCQvVW5Ug"/>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L8rqKe5O6TO6DiwQPMdnOg"/>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xmfiAgySbItHNoM9rBmaQg"/>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3dYIUy3etzaUhC58dVwDDA"/>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5EAV2hRkjQHcoDSFm9_xxA"/>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t8RmhcqytIqgloGxqfyv.Q"/>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I2MDPbcFUZz3vw6Fp6_bPQ"/>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4c0wYgfZAI4S49A2S4ht5w"/>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pVkPh4MNNnv.XoG7MkfCJA"/>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MoFjJfhphAcD1MwgXZ8Mtw"/>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e3n4iZl9YmV04gjl3dQcMA"/>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rTyCHJ3oYzXNuM6jksig7g"/>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CK5TWwKfEkl.6hHEqkI_Cg"/>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emplate SFC-Powerpoint Master_200817_Tobias">
  <a:themeElements>
    <a:clrScheme name="Mutares">
      <a:dk1>
        <a:srgbClr val="262F3C"/>
      </a:dk1>
      <a:lt1>
        <a:srgbClr val="FFFFFF"/>
      </a:lt1>
      <a:dk2>
        <a:srgbClr val="ADB9CA"/>
      </a:dk2>
      <a:lt2>
        <a:srgbClr val="AFABAB"/>
      </a:lt2>
      <a:accent1>
        <a:srgbClr val="333F50"/>
      </a:accent1>
      <a:accent2>
        <a:srgbClr val="ED7D31"/>
      </a:accent2>
      <a:accent3>
        <a:srgbClr val="D6DCE5"/>
      </a:accent3>
      <a:accent4>
        <a:srgbClr val="44546A"/>
      </a:accent4>
      <a:accent5>
        <a:srgbClr val="FFC000"/>
      </a:accent5>
      <a:accent6>
        <a:srgbClr val="E7E6E6"/>
      </a:accent6>
      <a:hlink>
        <a:srgbClr val="262F3C"/>
      </a:hlink>
      <a:folHlink>
        <a:srgbClr val="262F3C"/>
      </a:folHlink>
    </a:clrScheme>
    <a:fontScheme name="Arial">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accent1"/>
        </a:solidFill>
        <a:ln w="6350">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noAutofit/>
      </a:bodyPr>
      <a:lstStyle>
        <a:defPPr algn="l">
          <a:defRPr sz="1400" dirty="0" err="1" smtClean="0">
            <a:solidFill>
              <a:schemeClr val="tx1"/>
            </a:solidFill>
          </a:defRPr>
        </a:defPPr>
      </a:lstStyle>
    </a:txDef>
  </a:objectDefaults>
  <a:extraClrSchemeLst/>
  <a:extLst>
    <a:ext uri="{05A4C25C-085E-4340-85A3-A5531E510DB2}">
      <thm15:themeFamily xmlns:thm15="http://schemas.microsoft.com/office/thememl/2012/main" name="20200707 SFC-Powerpoint Master TW 2" id="{324E89CE-9E0E-499B-93E1-B5BCD0B0E3BA}" vid="{DB3E7B00-FB87-4173-9DDC-8DB810127519}"/>
    </a:ext>
  </a:extLst>
</a:theme>
</file>

<file path=ppt/theme/theme2.xml><?xml version="1.0" encoding="utf-8"?>
<a:theme xmlns:a="http://schemas.openxmlformats.org/drawingml/2006/main" name="1_Template SFC-Powerpoint Master_200817_Tobias">
  <a:themeElements>
    <a:clrScheme name="Mutares">
      <a:dk1>
        <a:srgbClr val="262F3C"/>
      </a:dk1>
      <a:lt1>
        <a:srgbClr val="FFFFFF"/>
      </a:lt1>
      <a:dk2>
        <a:srgbClr val="ADB9CA"/>
      </a:dk2>
      <a:lt2>
        <a:srgbClr val="AFABAB"/>
      </a:lt2>
      <a:accent1>
        <a:srgbClr val="333F50"/>
      </a:accent1>
      <a:accent2>
        <a:srgbClr val="ED7D31"/>
      </a:accent2>
      <a:accent3>
        <a:srgbClr val="D6DCE5"/>
      </a:accent3>
      <a:accent4>
        <a:srgbClr val="44546A"/>
      </a:accent4>
      <a:accent5>
        <a:srgbClr val="FFC000"/>
      </a:accent5>
      <a:accent6>
        <a:srgbClr val="E7E6E6"/>
      </a:accent6>
      <a:hlink>
        <a:srgbClr val="262F3C"/>
      </a:hlink>
      <a:folHlink>
        <a:srgbClr val="262F3C"/>
      </a:folHlink>
    </a:clrScheme>
    <a:fontScheme name="Arial">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accent1"/>
        </a:solidFill>
        <a:ln w="6350">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noAutofit/>
      </a:bodyPr>
      <a:lstStyle>
        <a:defPPr algn="l">
          <a:defRPr sz="1400" dirty="0" err="1" smtClean="0">
            <a:solidFill>
              <a:schemeClr val="tx1"/>
            </a:solidFill>
          </a:defRPr>
        </a:defPPr>
      </a:lstStyle>
    </a:txDef>
  </a:objectDefaults>
  <a:extraClrSchemeLst/>
  <a:extLst>
    <a:ext uri="{05A4C25C-085E-4340-85A3-A5531E510DB2}">
      <thm15:themeFamily xmlns:thm15="http://schemas.microsoft.com/office/thememl/2012/main" name="20200707 SFC-Powerpoint Master TW 2" id="{324E89CE-9E0E-499B-93E1-B5BCD0B0E3BA}" vid="{DB3E7B00-FB87-4173-9DDC-8DB810127519}"/>
    </a:ext>
  </a:extLst>
</a:theme>
</file>

<file path=ppt/theme/theme3.xml><?xml version="1.0" encoding="utf-8"?>
<a:theme xmlns:a="http://schemas.openxmlformats.org/drawingml/2006/main" name="2_Template SFC-Powerpoint Master_200817_Tobias">
  <a:themeElements>
    <a:clrScheme name="Mutares">
      <a:dk1>
        <a:srgbClr val="262F3C"/>
      </a:dk1>
      <a:lt1>
        <a:srgbClr val="FFFFFF"/>
      </a:lt1>
      <a:dk2>
        <a:srgbClr val="ADB9CA"/>
      </a:dk2>
      <a:lt2>
        <a:srgbClr val="AFABAB"/>
      </a:lt2>
      <a:accent1>
        <a:srgbClr val="333F50"/>
      </a:accent1>
      <a:accent2>
        <a:srgbClr val="ED7D31"/>
      </a:accent2>
      <a:accent3>
        <a:srgbClr val="D6DCE5"/>
      </a:accent3>
      <a:accent4>
        <a:srgbClr val="44546A"/>
      </a:accent4>
      <a:accent5>
        <a:srgbClr val="FFC000"/>
      </a:accent5>
      <a:accent6>
        <a:srgbClr val="E7E6E6"/>
      </a:accent6>
      <a:hlink>
        <a:srgbClr val="262F3C"/>
      </a:hlink>
      <a:folHlink>
        <a:srgbClr val="262F3C"/>
      </a:folHlink>
    </a:clrScheme>
    <a:fontScheme name="Arial">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accent1"/>
        </a:solidFill>
        <a:ln w="6350">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noAutofit/>
      </a:bodyPr>
      <a:lstStyle>
        <a:defPPr algn="l">
          <a:defRPr sz="1400" dirty="0" err="1" smtClean="0">
            <a:solidFill>
              <a:schemeClr val="tx1"/>
            </a:solidFill>
          </a:defRPr>
        </a:defPPr>
      </a:lstStyle>
    </a:txDef>
  </a:objectDefaults>
  <a:extraClrSchemeLst/>
  <a:extLst>
    <a:ext uri="{05A4C25C-085E-4340-85A3-A5531E510DB2}">
      <thm15:themeFamily xmlns:thm15="http://schemas.microsoft.com/office/thememl/2012/main" name="20200707 SFC-Powerpoint Master TW 2" id="{324E89CE-9E0E-499B-93E1-B5BCD0B0E3BA}" vid="{DB3E7B00-FB87-4173-9DDC-8DB810127519}"/>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1886</Words>
  <Application>Microsoft Office PowerPoint</Application>
  <PresentationFormat>Widescreen</PresentationFormat>
  <Paragraphs>682</Paragraphs>
  <Slides>23</Slides>
  <Notes>5</Notes>
  <HiddenSlides>1</HiddenSlides>
  <MMClips>0</MMClips>
  <ScaleCrop>false</ScaleCrop>
  <HeadingPairs>
    <vt:vector size="8" baseType="variant">
      <vt:variant>
        <vt:lpstr>Fonts Used</vt:lpstr>
      </vt:variant>
      <vt:variant>
        <vt:i4>7</vt:i4>
      </vt:variant>
      <vt:variant>
        <vt:lpstr>Theme</vt:lpstr>
      </vt:variant>
      <vt:variant>
        <vt:i4>3</vt:i4>
      </vt:variant>
      <vt:variant>
        <vt:lpstr>Embedded OLE Servers</vt:lpstr>
      </vt:variant>
      <vt:variant>
        <vt:i4>1</vt:i4>
      </vt:variant>
      <vt:variant>
        <vt:lpstr>Slide Titles</vt:lpstr>
      </vt:variant>
      <vt:variant>
        <vt:i4>23</vt:i4>
      </vt:variant>
    </vt:vector>
  </HeadingPairs>
  <TitlesOfParts>
    <vt:vector size="34" baseType="lpstr">
      <vt:lpstr>Arial</vt:lpstr>
      <vt:lpstr>Arial Black</vt:lpstr>
      <vt:lpstr>Calibri</vt:lpstr>
      <vt:lpstr>Helvetica</vt:lpstr>
      <vt:lpstr>HelveticaRounded LT Std Bd</vt:lpstr>
      <vt:lpstr>Symbol</vt:lpstr>
      <vt:lpstr>Wingdings</vt:lpstr>
      <vt:lpstr>Template SFC-Powerpoint Master_200817_Tobias</vt:lpstr>
      <vt:lpstr>1_Template SFC-Powerpoint Master_200817_Tobias</vt:lpstr>
      <vt:lpstr>2_Template SFC-Powerpoint Master_200817_Tobias</vt:lpstr>
      <vt:lpstr>think-cell Slide</vt:lpstr>
      <vt:lpstr>SFC Solutions</vt:lpstr>
      <vt:lpstr>“Bow Tie Principle”?</vt:lpstr>
      <vt:lpstr>Demand control + Integrated business planning</vt:lpstr>
      <vt:lpstr>IBP Cycle - Meetings</vt:lpstr>
      <vt:lpstr>IBP / S&amp;OP process approach </vt:lpstr>
      <vt:lpstr>Sequence of meetings  - Sales and Ops planning</vt:lpstr>
      <vt:lpstr>Demand Consolidation process</vt:lpstr>
      <vt:lpstr>Agenda</vt:lpstr>
      <vt:lpstr>Inventory has increased by 6.92 CR INR driven un-expected increase of FG and GIT </vt:lpstr>
      <vt:lpstr>PowerPoint Presentation</vt:lpstr>
      <vt:lpstr>Inventory projection details – Based on ICP planning (Deviation in sales still having an impact on RM planning) Owner: Amit Chandak / Rajeev Saxena</vt:lpstr>
      <vt:lpstr>Key actions for inventory reduction</vt:lpstr>
      <vt:lpstr>Demand Consolidation process</vt:lpstr>
      <vt:lpstr>Demand and Revenue Outlook</vt:lpstr>
      <vt:lpstr>Demand and Revenue Outlook</vt:lpstr>
      <vt:lpstr>Volume Projections plant wise (in Set) </vt:lpstr>
      <vt:lpstr>Value Trends plant wise (INR) – </vt:lpstr>
      <vt:lpstr>Forecast accuracy &amp; BIAS</vt:lpstr>
      <vt:lpstr>Forecast accuracy &amp; BIAS (Jul-22)</vt:lpstr>
      <vt:lpstr>Results of July Actual Vs ICP</vt:lpstr>
      <vt:lpstr>RCCP based on ICP (Aug / Sept / Oct)</vt:lpstr>
      <vt:lpstr>RCCP based on ICP (Aug / Sept / Oct)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Varun Srivatsan</dc:creator>
  <cp:lastModifiedBy>Varun Srivatsan</cp:lastModifiedBy>
  <cp:revision>33</cp:revision>
  <dcterms:created xsi:type="dcterms:W3CDTF">2022-06-23T12:03:38Z</dcterms:created>
  <dcterms:modified xsi:type="dcterms:W3CDTF">2022-11-17T09:01:51Z</dcterms:modified>
</cp:coreProperties>
</file>